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c31e6398ddc499f" /><Relationship Type="http://schemas.openxmlformats.org/officeDocument/2006/relationships/extended-properties" Target="/docProps/app.xml" Id="Rb14ec79517d8431f" /><Relationship Type="http://schemas.openxmlformats.org/officeDocument/2006/relationships/officeDocument" Target="/ppt/presentation.xml" Id="R7968cbc50dc54d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f8932b7c2b4946"/>
  </p:sldMasterIdLst>
  <p:notesMasterIdLst>
    <p:notesMasterId xmlns:r="http://schemas.openxmlformats.org/officeDocument/2006/relationships" r:id="R52ba475ff6704783"/>
  </p:notesMasterIdLst>
  <p:sldIdLst>
    <p:sldId xmlns:r="http://schemas.openxmlformats.org/officeDocument/2006/relationships" id="256" r:id="Rb0a0681dc5a84aee"/>
    <p:sldId xmlns:r="http://schemas.openxmlformats.org/officeDocument/2006/relationships" id="257" r:id="R4dbacd7c80d54d47"/>
    <p:sldId xmlns:r="http://schemas.openxmlformats.org/officeDocument/2006/relationships" id="258" r:id="R7d96fc9fc8df42a2"/>
    <p:sldId xmlns:r="http://schemas.openxmlformats.org/officeDocument/2006/relationships" id="259" r:id="Rddced66af4344df8"/>
    <p:sldId xmlns:r="http://schemas.openxmlformats.org/officeDocument/2006/relationships" id="260" r:id="Rac23b329d27e4a19"/>
    <p:sldId xmlns:r="http://schemas.openxmlformats.org/officeDocument/2006/relationships" id="261" r:id="R8aa649c893eb48e7"/>
    <p:sldId xmlns:r="http://schemas.openxmlformats.org/officeDocument/2006/relationships" id="262" r:id="R569678a603ff4948"/>
    <p:sldId xmlns:r="http://schemas.openxmlformats.org/officeDocument/2006/relationships" id="263" r:id="Rbd6f05d7afa54c2f"/>
    <p:sldId xmlns:r="http://schemas.openxmlformats.org/officeDocument/2006/relationships" id="264" r:id="R90ffeaa89d1c4376"/>
    <p:sldId xmlns:r="http://schemas.openxmlformats.org/officeDocument/2006/relationships" id="265" r:id="R7386f38515394c3f"/>
    <p:sldId xmlns:r="http://schemas.openxmlformats.org/officeDocument/2006/relationships" id="266" r:id="R8b8211246e6044a2"/>
    <p:sldId xmlns:r="http://schemas.openxmlformats.org/officeDocument/2006/relationships" id="267" r:id="R88f394334c92444d"/>
    <p:sldId xmlns:r="http://schemas.openxmlformats.org/officeDocument/2006/relationships" id="268" r:id="Rbe298810b3804ab2"/>
    <p:sldId xmlns:r="http://schemas.openxmlformats.org/officeDocument/2006/relationships" id="269" r:id="R2732eea7ed024efd"/>
    <p:sldId xmlns:r="http://schemas.openxmlformats.org/officeDocument/2006/relationships" id="270" r:id="R5bb0e543567e4ac2"/>
    <p:sldId xmlns:r="http://schemas.openxmlformats.org/officeDocument/2006/relationships" id="271" r:id="Rf0ce95c9d9c042db"/>
    <p:sldId xmlns:r="http://schemas.openxmlformats.org/officeDocument/2006/relationships" id="272" r:id="R440f112cd81f4656"/>
    <p:sldId xmlns:r="http://schemas.openxmlformats.org/officeDocument/2006/relationships" id="273" r:id="R501c867f13644e77"/>
    <p:sldId xmlns:r="http://schemas.openxmlformats.org/officeDocument/2006/relationships" id="274" r:id="R133a30e74b3547ab"/>
    <p:sldId xmlns:r="http://schemas.openxmlformats.org/officeDocument/2006/relationships" id="275" r:id="Rae2735b0432240ce"/>
    <p:sldId xmlns:r="http://schemas.openxmlformats.org/officeDocument/2006/relationships" id="276" r:id="R06b4b7f0331e44fe"/>
    <p:sldId xmlns:r="http://schemas.openxmlformats.org/officeDocument/2006/relationships" id="277" r:id="Rec75ef6324c8421a"/>
    <p:sldId xmlns:r="http://schemas.openxmlformats.org/officeDocument/2006/relationships" id="278" r:id="Ra4868df7fffb4122"/>
    <p:sldId xmlns:r="http://schemas.openxmlformats.org/officeDocument/2006/relationships" id="279" r:id="R690791ac9ea1486f"/>
    <p:sldId xmlns:r="http://schemas.openxmlformats.org/officeDocument/2006/relationships" id="280" r:id="R1ff0ac9efa3646cf"/>
    <p:sldId xmlns:r="http://schemas.openxmlformats.org/officeDocument/2006/relationships" id="281" r:id="Rfe1377fc38a34985"/>
    <p:sldId xmlns:r="http://schemas.openxmlformats.org/officeDocument/2006/relationships" id="282" r:id="R29afb2277ec34b00"/>
    <p:sldId xmlns:r="http://schemas.openxmlformats.org/officeDocument/2006/relationships" id="283" r:id="R2a705c2a81464fa3"/>
    <p:sldId xmlns:r="http://schemas.openxmlformats.org/officeDocument/2006/relationships" id="284" r:id="R8be704bed81f4fe2"/>
    <p:sldId xmlns:r="http://schemas.openxmlformats.org/officeDocument/2006/relationships" id="285" r:id="R5e6b42400c064d9d"/>
    <p:sldId xmlns:r="http://schemas.openxmlformats.org/officeDocument/2006/relationships" id="286" r:id="R6a7191b67d1b491e"/>
    <p:sldId xmlns:r="http://schemas.openxmlformats.org/officeDocument/2006/relationships" id="287" r:id="Rb966527e81fc4b3e"/>
    <p:sldId xmlns:r="http://schemas.openxmlformats.org/officeDocument/2006/relationships" id="288" r:id="Rbc12572042704d5e"/>
    <p:sldId xmlns:r="http://schemas.openxmlformats.org/officeDocument/2006/relationships" id="289" r:id="R7993d0869aec4d33"/>
    <p:sldId xmlns:r="http://schemas.openxmlformats.org/officeDocument/2006/relationships" id="290" r:id="Rfc7ed808a0cd4f5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4550973aeb4355" /><Relationship Type="http://schemas.openxmlformats.org/officeDocument/2006/relationships/slideMaster" Target="/ppt/slideMasters/slideMaster1.xml" Id="Rc8f8932b7c2b4946" /><Relationship Type="http://schemas.openxmlformats.org/officeDocument/2006/relationships/notesMaster" Target="/ppt/notesMasters/notesMaster1.xml" Id="R52ba475ff6704783" /><Relationship Type="http://schemas.openxmlformats.org/officeDocument/2006/relationships/presProps" Target="/ppt/presProps.xml" Id="R9d5a914f8e62420b" /><Relationship Type="http://schemas.openxmlformats.org/officeDocument/2006/relationships/tableStyles" Target="/ppt/tableStyles.xml" Id="R60e6ba365a4f40a6" /><Relationship Type="http://schemas.openxmlformats.org/officeDocument/2006/relationships/slide" Target="/ppt/slides/slide1.xml" Id="Rb0a0681dc5a84aee" /><Relationship Type="http://schemas.openxmlformats.org/officeDocument/2006/relationships/slide" Target="/ppt/slides/slide2.xml" Id="R4dbacd7c80d54d47" /><Relationship Type="http://schemas.openxmlformats.org/officeDocument/2006/relationships/slide" Target="/ppt/slides/slide3.xml" Id="R7d96fc9fc8df42a2" /><Relationship Type="http://schemas.openxmlformats.org/officeDocument/2006/relationships/slide" Target="/ppt/slides/slide4.xml" Id="Rddced66af4344df8" /><Relationship Type="http://schemas.openxmlformats.org/officeDocument/2006/relationships/slide" Target="/ppt/slides/slide5.xml" Id="Rac23b329d27e4a19" /><Relationship Type="http://schemas.openxmlformats.org/officeDocument/2006/relationships/slide" Target="/ppt/slides/slide6.xml" Id="R8aa649c893eb48e7" /><Relationship Type="http://schemas.openxmlformats.org/officeDocument/2006/relationships/slide" Target="/ppt/slides/slide7.xml" Id="R569678a603ff4948" /><Relationship Type="http://schemas.openxmlformats.org/officeDocument/2006/relationships/slide" Target="/ppt/slides/slide8.xml" Id="Rbd6f05d7afa54c2f" /><Relationship Type="http://schemas.openxmlformats.org/officeDocument/2006/relationships/slide" Target="/ppt/slides/slide9.xml" Id="R90ffeaa89d1c4376" /><Relationship Type="http://schemas.openxmlformats.org/officeDocument/2006/relationships/slide" Target="/ppt/slides/slide10.xml" Id="R7386f38515394c3f" /><Relationship Type="http://schemas.openxmlformats.org/officeDocument/2006/relationships/slide" Target="/ppt/slides/slide11.xml" Id="R8b8211246e6044a2" /><Relationship Type="http://schemas.openxmlformats.org/officeDocument/2006/relationships/slide" Target="/ppt/slides/slide12.xml" Id="R88f394334c92444d" /><Relationship Type="http://schemas.openxmlformats.org/officeDocument/2006/relationships/slide" Target="/ppt/slides/slide13.xml" Id="Rbe298810b3804ab2" /><Relationship Type="http://schemas.openxmlformats.org/officeDocument/2006/relationships/slide" Target="/ppt/slides/slide14.xml" Id="R2732eea7ed024efd" /><Relationship Type="http://schemas.openxmlformats.org/officeDocument/2006/relationships/slide" Target="/ppt/slides/slide15.xml" Id="R5bb0e543567e4ac2" /><Relationship Type="http://schemas.openxmlformats.org/officeDocument/2006/relationships/slide" Target="/ppt/slides/slide16.xml" Id="Rf0ce95c9d9c042db" /><Relationship Type="http://schemas.openxmlformats.org/officeDocument/2006/relationships/slide" Target="/ppt/slides/slide17.xml" Id="R440f112cd81f4656" /><Relationship Type="http://schemas.openxmlformats.org/officeDocument/2006/relationships/slide" Target="/ppt/slides/slide18.xml" Id="R501c867f13644e77" /><Relationship Type="http://schemas.openxmlformats.org/officeDocument/2006/relationships/slide" Target="/ppt/slides/slide19.xml" Id="R133a30e74b3547ab" /><Relationship Type="http://schemas.openxmlformats.org/officeDocument/2006/relationships/slide" Target="/ppt/slides/slide20.xml" Id="Rae2735b0432240ce" /><Relationship Type="http://schemas.openxmlformats.org/officeDocument/2006/relationships/slide" Target="/ppt/slides/slide21.xml" Id="R06b4b7f0331e44fe" /><Relationship Type="http://schemas.openxmlformats.org/officeDocument/2006/relationships/slide" Target="/ppt/slides/slide22.xml" Id="Rec75ef6324c8421a" /><Relationship Type="http://schemas.openxmlformats.org/officeDocument/2006/relationships/slide" Target="/ppt/slides/slide23.xml" Id="Ra4868df7fffb4122" /><Relationship Type="http://schemas.openxmlformats.org/officeDocument/2006/relationships/slide" Target="/ppt/slides/slide24.xml" Id="R690791ac9ea1486f" /><Relationship Type="http://schemas.openxmlformats.org/officeDocument/2006/relationships/slide" Target="/ppt/slides/slide25.xml" Id="R1ff0ac9efa3646cf" /><Relationship Type="http://schemas.openxmlformats.org/officeDocument/2006/relationships/slide" Target="/ppt/slides/slide26.xml" Id="Rfe1377fc38a34985" /><Relationship Type="http://schemas.openxmlformats.org/officeDocument/2006/relationships/slide" Target="/ppt/slides/slide27.xml" Id="R29afb2277ec34b00" /><Relationship Type="http://schemas.openxmlformats.org/officeDocument/2006/relationships/slide" Target="/ppt/slides/slide28.xml" Id="R2a705c2a81464fa3" /><Relationship Type="http://schemas.openxmlformats.org/officeDocument/2006/relationships/slide" Target="/ppt/slides/slide29.xml" Id="R8be704bed81f4fe2" /><Relationship Type="http://schemas.openxmlformats.org/officeDocument/2006/relationships/slide" Target="/ppt/slides/slide30.xml" Id="R5e6b42400c064d9d" /><Relationship Type="http://schemas.openxmlformats.org/officeDocument/2006/relationships/slide" Target="/ppt/slides/slide31.xml" Id="R6a7191b67d1b491e" /><Relationship Type="http://schemas.openxmlformats.org/officeDocument/2006/relationships/slide" Target="/ppt/slides/slide32.xml" Id="Rb966527e81fc4b3e" /><Relationship Type="http://schemas.openxmlformats.org/officeDocument/2006/relationships/slide" Target="/ppt/slides/slide33.xml" Id="Rbc12572042704d5e" /><Relationship Type="http://schemas.openxmlformats.org/officeDocument/2006/relationships/slide" Target="/ppt/slides/slide34.xml" Id="R7993d0869aec4d33" /><Relationship Type="http://schemas.openxmlformats.org/officeDocument/2006/relationships/slide" Target="/ppt/slides/slide35.xml" Id="Rfc7ed808a0cd4f5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63c8131c9241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3a6c334e9a84ae0" /><Relationship Type="http://schemas.openxmlformats.org/officeDocument/2006/relationships/notesMaster" Target="/ppt/notesMasters/notesMaster1.xml" Id="Re3354f601a8e4ac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57734b9f0e64ea7" /><Relationship Type="http://schemas.openxmlformats.org/officeDocument/2006/relationships/notesMaster" Target="/ppt/notesMasters/notesMaster1.xml" Id="Rddaed9a2ee174e7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1d9d2e6a65489a" /><Relationship Type="http://schemas.openxmlformats.org/officeDocument/2006/relationships/notesMaster" Target="/ppt/notesMasters/notesMaster1.xml" Id="R3464e3606e4043d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4ba8645dd5349ba" /><Relationship Type="http://schemas.openxmlformats.org/officeDocument/2006/relationships/notesMaster" Target="/ppt/notesMasters/notesMaster1.xml" Id="R27d6e63c7d24409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89334915084ef0" /><Relationship Type="http://schemas.openxmlformats.org/officeDocument/2006/relationships/notesMaster" Target="/ppt/notesMasters/notesMaster1.xml" Id="R5b534edc63d44c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8803d012bf48cf" /><Relationship Type="http://schemas.openxmlformats.org/officeDocument/2006/relationships/notesMaster" Target="/ppt/notesMasters/notesMaster1.xml" Id="R1ffac575c6cd46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1bfc7154eb54421" /><Relationship Type="http://schemas.openxmlformats.org/officeDocument/2006/relationships/notesMaster" Target="/ppt/notesMasters/notesMaster1.xml" Id="R2081cdf0461e4bd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0cfe9e180a94db2" /><Relationship Type="http://schemas.openxmlformats.org/officeDocument/2006/relationships/notesMaster" Target="/ppt/notesMasters/notesMaster1.xml" Id="R78f7c47cbe4a482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7066c3a9eb044c6" /><Relationship Type="http://schemas.openxmlformats.org/officeDocument/2006/relationships/notesMaster" Target="/ppt/notesMasters/notesMaster1.xml" Id="Rfb1f7a8468e6435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bb7678f4fd440f3" /><Relationship Type="http://schemas.openxmlformats.org/officeDocument/2006/relationships/notesMaster" Target="/ppt/notesMasters/notesMaster1.xml" Id="R83e0fb1dfd3d4cf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006e50701de4bb1" /><Relationship Type="http://schemas.openxmlformats.org/officeDocument/2006/relationships/notesMaster" Target="/ppt/notesMasters/notesMaster1.xml" Id="R3b41aba4ab064f0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42ecda10a24f77" /><Relationship Type="http://schemas.openxmlformats.org/officeDocument/2006/relationships/notesMaster" Target="/ppt/notesMasters/notesMaster1.xml" Id="R3267a550b28f486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e7f67d8ed0a4e35" /><Relationship Type="http://schemas.openxmlformats.org/officeDocument/2006/relationships/notesMaster" Target="/ppt/notesMasters/notesMaster1.xml" Id="Rd880456567434e2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2c012a72ffc4753" /><Relationship Type="http://schemas.openxmlformats.org/officeDocument/2006/relationships/notesMaster" Target="/ppt/notesMasters/notesMaster1.xml" Id="Rebd82a8d527c429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474fc304e214591" /><Relationship Type="http://schemas.openxmlformats.org/officeDocument/2006/relationships/notesMaster" Target="/ppt/notesMasters/notesMaster1.xml" Id="R8e8518e3ad4546e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3e0f173182f47bf" /><Relationship Type="http://schemas.openxmlformats.org/officeDocument/2006/relationships/notesMaster" Target="/ppt/notesMasters/notesMaster1.xml" Id="Raf92a3b1e012476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3c14f35b8bf4364" /><Relationship Type="http://schemas.openxmlformats.org/officeDocument/2006/relationships/notesMaster" Target="/ppt/notesMasters/notesMaster1.xml" Id="R674ee65cb67749b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0a5bf57f4ae45c6" /><Relationship Type="http://schemas.openxmlformats.org/officeDocument/2006/relationships/notesMaster" Target="/ppt/notesMasters/notesMaster1.xml" Id="Rade03e023f634d0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5de723095994516" /><Relationship Type="http://schemas.openxmlformats.org/officeDocument/2006/relationships/notesMaster" Target="/ppt/notesMasters/notesMaster1.xml" Id="Rc2429dfc94df41d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472a623483f441c" /><Relationship Type="http://schemas.openxmlformats.org/officeDocument/2006/relationships/notesMaster" Target="/ppt/notesMasters/notesMaster1.xml" Id="R122cdd49d01e44e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b9cd70a19954112" /><Relationship Type="http://schemas.openxmlformats.org/officeDocument/2006/relationships/notesMaster" Target="/ppt/notesMasters/notesMaster1.xml" Id="R053f6148b884401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2a33b4f8fdf4a85" /><Relationship Type="http://schemas.openxmlformats.org/officeDocument/2006/relationships/notesMaster" Target="/ppt/notesMasters/notesMaster1.xml" Id="R7aed59d638eb408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902634d68fa4301" /><Relationship Type="http://schemas.openxmlformats.org/officeDocument/2006/relationships/notesMaster" Target="/ppt/notesMasters/notesMaster1.xml" Id="R3e2eb1885be1489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929bc68e95f4417" /><Relationship Type="http://schemas.openxmlformats.org/officeDocument/2006/relationships/notesMaster" Target="/ppt/notesMasters/notesMaster1.xml" Id="R94416cbb90164bc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e50002e781d47b6" /><Relationship Type="http://schemas.openxmlformats.org/officeDocument/2006/relationships/notesMaster" Target="/ppt/notesMasters/notesMaster1.xml" Id="Rd9e580a4f280465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4bd5973380b4b4f" /><Relationship Type="http://schemas.openxmlformats.org/officeDocument/2006/relationships/notesMaster" Target="/ppt/notesMasters/notesMaster1.xml" Id="Rdf5ebf29e00842a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691bf4ec75a44e1" /><Relationship Type="http://schemas.openxmlformats.org/officeDocument/2006/relationships/notesMaster" Target="/ppt/notesMasters/notesMaster1.xml" Id="Rf5adf678a0494d5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05dc0780d534cfe" /><Relationship Type="http://schemas.openxmlformats.org/officeDocument/2006/relationships/notesMaster" Target="/ppt/notesMasters/notesMaster1.xml" Id="Rbc991a4329ea471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b0e21abf1a84c58" /><Relationship Type="http://schemas.openxmlformats.org/officeDocument/2006/relationships/notesMaster" Target="/ppt/notesMasters/notesMaster1.xml" Id="Rd5df80b019dc4edd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b7c47dab26240e3" /><Relationship Type="http://schemas.openxmlformats.org/officeDocument/2006/relationships/notesMaster" Target="/ppt/notesMasters/notesMaster1.xml" Id="R4f60f17d818e4eb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4b584154c95416c" /><Relationship Type="http://schemas.openxmlformats.org/officeDocument/2006/relationships/notesMaster" Target="/ppt/notesMasters/notesMaster1.xml" Id="R1cc4ae307a8242d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2f91b017e314737" /><Relationship Type="http://schemas.openxmlformats.org/officeDocument/2006/relationships/notesMaster" Target="/ppt/notesMasters/notesMaster1.xml" Id="R343b08e809c0422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f6c6d335263416d" /><Relationship Type="http://schemas.openxmlformats.org/officeDocument/2006/relationships/notesMaster" Target="/ppt/notesMasters/notesMaster1.xml" Id="Rfa10b6792ff74122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7b330a5fa814f51" /><Relationship Type="http://schemas.openxmlformats.org/officeDocument/2006/relationships/notesMaster" Target="/ppt/notesMasters/notesMaster1.xml" Id="R347d18a619514e9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78d9ba01f90d4f31" /><Relationship Type="http://schemas.openxmlformats.org/officeDocument/2006/relationships/notesMaster" Target="/ppt/notesMasters/notesMaster1.xml" Id="R1282b71ebde349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開場先說明：今天的重點不是把所有按鈕看過一遍，而是每位參與者都完成可帶回課堂的成果。邀請大家先選定一門課程或一個教學問題。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用一張圖建立全日心智模型。上午先完成 AI 教學與研究工作室，下午再把同一作品或資料分析任務交給 Agent 擴充、驗證與交付。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簡要說明時間節奏。實作時採 6 位教授三組雙人共作；若某帳號沒有 Gemini 權限，擔任測試者與教學觀察員仍可完整參與。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請參與者把這四項成果當作今日 checklist。每一段結束會回來勾選一次。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六位教授建議分三組。不要讓帳號差異變成旁觀：測試者的工作是檢查引用、指令邊界、手機畫面與實際教學價值。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請每組選一題，寫成一句：『我希望哪一群學生，在什麼情境下，完成什麼改變？』後續所有工具都服務這一句。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現場不要逐一介紹 123 個工具。請依參與者選定的教學問題，搜尋 1–2 個最接近的案例，分析它的使用者、輸入、輸出與互動方式。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三個案例分別對應語文創作、教學設計與互動網站。現場可由三組各選一張，先讀卡片介紹，再用測試者視角操作成品。本次資料依據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https://cagoooo.github.io/Akai/tool/91/</a:t>
            </a:r>
          </a:p>
          <a:p xmlns:a="http://schemas.openxmlformats.org/drawingml/2006/main">
            <a:r>
              <a:t>- https://cagoooo.github.io/PhotoPoet/</a:t>
            </a:r>
          </a:p>
          <a:p xmlns:a="http://schemas.openxmlformats.org/drawingml/2006/main">
            <a:r>
              <a:t>- https://cagoooo.github.io/Akai/tool/58/</a:t>
            </a:r>
          </a:p>
          <a:p xmlns:a="http://schemas.openxmlformats.org/drawingml/2006/main">
            <a:r>
              <a:t>- https://cagoooo.github.io/prepare/</a:t>
            </a:r>
          </a:p>
          <a:p xmlns:a="http://schemas.openxmlformats.org/drawingml/2006/main">
            <a:r>
              <a:t>- https://cagoooo.github.io/Akai/tool/11/</a:t>
            </a:r>
          </a:p>
          <a:p xmlns:a="http://schemas.openxmlformats.org/drawingml/2006/main">
            <a:r>
              <a:t>- https://cagoooo.github.io/Akailao/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三個案例分別用於形成性回饋、Google Sites 與 GitHub Pages 部署比較。提醒參與者同時觀察內容架構、權限、維護方式與手機操作。本次資料依據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https://cagoooo.github.io/Akai/tool/3/</a:t>
            </a:r>
          </a:p>
          <a:p xmlns:a="http://schemas.openxmlformats.org/drawingml/2006/main">
            <a:r>
              <a:t>- https://cagoooo.github.io/vote/</a:t>
            </a:r>
          </a:p>
          <a:p xmlns:a="http://schemas.openxmlformats.org/drawingml/2006/main">
            <a:r>
              <a:t>- https://cagoooo.github.io/Akai/tool/24/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https://cagoooo.github.io/Akai/tool/81/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強調工具選擇不是競賽。Notebook 負責來源，Gem 負責穩定行為，Canvas 負責可操作介面，部署平台負責觸及使用者。這條產線同時適用於教學設計與研究整理。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章節轉場。請參與者準備三份與自己課程最相關的資料。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示範同一個問題在一般聊天與來源型筆記本的差異。重點不是『一定正確』，而是『更容易追查與修正』。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要求每組先用少量高品質來源建立第一版。來源太多會讓提問與檢核難度提高，熟悉後再擴增。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示範時刻意問一個來源中沒有答案的問題，讓大家看見系統的邊界。再改寫問題，使它更具體。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https://support.google.com/gemininotebook/answer/16206563?hl=zh-Hant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逐組巡視，優先協助來源格式與權限。提醒參與者不要上傳含學生個資、未授權教材或敏感研究資料。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現場請每組依序跑三層提問，感受『問題層級』如何改變輸出。若回答無法回到來源，先修問題，不急著追求華麗文字。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請參與者只選一個成品完成，不要同時生成全部。完成後用『內容依據、學生可用、教師可改』三項快速評估。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讓每組口頭報告一個『回答得好』與一個『來源不足』的例子。這一步建立查證習慣。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轉場：Notebook 管來源，Gem 管行為。兩者可以搭配，但不要混為同一功能。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用同一份學生作業或教案，分別在一般對話與 Gem 中測試。比較輸出的穩定度與是否遵守格式。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請大家先寫四格，再貼進 Gem。Google 官方建議的四個思考面向是角色、任務、背景資訊與格式。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可以直接用此範例建立 Gem，再把『課程與研究設計教練』換成自己的專業角色。提醒右側預覽不等於已儲存，完成後要按儲存。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巡視時不要只看正常結果。請測：未提供學生程度、要求捏造引用、要求直接替學生完成作業。觀察 Gem 是否遵守邊界。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如果四項只符合一項，先保留成提示詞，不急著做 Gem。可重複與可維護，才是專屬助理的價值。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轉場：現在把前面整理好的內容與教學方法，變成學生能操作的作品。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 Notebook 產出的教學內容放入公式，但不要一次塞入所有需求。先完成最小可用版本，再迭代。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Canvas 可建立或編輯文件、應用、簡報與程式；程式作品可檢查程式碼、主控台與近期變更。示範時故意製造一個小問題，再用主控台追查。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建議題型：概念分類器、案例決策樹、課程閱讀導覽、形成性自評。避免一開始就做登入、資料庫或複雜多人功能。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安排同儕交換裝置測試。任何含真實學生或研究資料的作品，今天只做本機或私人分享版本。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讓參與者依維護者與作品型態選擇。若今天只是分享 Canvas 連結，也算完成；EZPage 是降低第一次部署門檻的第三方入口，不是 GitHub 官方工具。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官方流程是建立、加入內容、預覽並發布。現場請優先完成一頁式課程入口：目標、使用說明、作品連結、回饋入口。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示範最簡單的 Deploy from a branch。提醒發布可能需要數分鐘；完成不是看到綠勾，而是實際打開公開網址走完主要流程。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EZPage 是第三方圖形化入口，不是 GitHub 官方工具。先確認 ZIP 根目錄有 index.html；不要上傳學生個資、研究原始資料或未授權素材。登入授權前檢查權限範圍與儲存庫可見性；部署後仍要打開公開網址驗證。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秒，其他人只回饋兩句：『最有教學價值的是……』『下一版我建議……』。把技術評論留到午後 Agent 升級。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- https://gemini.google.com/gems/create</a:t>
            </a:r>
          </a:p>
          <a:p xmlns:a="http://schemas.openxmlformats.org/drawingml/2006/main">
            <a:r>
              <a:t>- https://gemini.google.com/app</a:t>
            </a:r>
          </a:p>
          <a:p xmlns:a="http://schemas.openxmlformats.org/drawingml/2006/main">
            <a:r>
              <a:t>- https://sites.google.com/new</a:t>
            </a:r>
          </a:p>
          <a:p xmlns:a="http://schemas.openxmlformats.org/drawingml/2006/main">
            <a:r>
              <a:t>- https://pages.github.com/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8b1bc5ff444cf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680b7c43ef541a5" /><Relationship Type="http://schemas.openxmlformats.org/officeDocument/2006/relationships/slideLayout" Target="/ppt/slideLayouts/slideLayout1.xml" Id="R9a7557d3c06f4c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7557d3c06f4c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bd0a6e5e0c4d0f" /><Relationship Type="http://schemas.openxmlformats.org/officeDocument/2006/relationships/image" Target="/ppt/media/image.png" Id="R4024fba632724422" /><Relationship Type="http://schemas.openxmlformats.org/officeDocument/2006/relationships/notesSlide" Target="/ppt/notesSlides/notesSlide1.xml" Id="Rcfe8113aa6a347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681ce7c62d4d2e" /><Relationship Type="http://schemas.openxmlformats.org/officeDocument/2006/relationships/notesSlide" Target="/ppt/notesSlides/notesSlide2.xml" Id="R51653a7037a741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2938c0a8e4445a" /><Relationship Type="http://schemas.openxmlformats.org/officeDocument/2006/relationships/notesSlide" Target="/ppt/notesSlides/notesSlide3.xml" Id="Re4f891a37f65432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6efa544444ccc" /><Relationship Type="http://schemas.openxmlformats.org/officeDocument/2006/relationships/notesSlide" Target="/ppt/notesSlides/notesSlide4.xml" Id="Rb991f297405149f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e9386934e14050" /><Relationship Type="http://schemas.openxmlformats.org/officeDocument/2006/relationships/notesSlide" Target="/ppt/notesSlides/notesSlide5.xml" Id="Rdc90ad2fd5cd42a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956b0f504d4a26" /><Relationship Type="http://schemas.openxmlformats.org/officeDocument/2006/relationships/notesSlide" Target="/ppt/notesSlides/notesSlide6.xml" Id="R5d6d9365902446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688719b7c4ea9" /><Relationship Type="http://schemas.openxmlformats.org/officeDocument/2006/relationships/image" Target="/ppt/media/image2.png" Id="R7b9d0a7b12fa425b" /><Relationship Type="http://schemas.openxmlformats.org/officeDocument/2006/relationships/hyperlink" Target="https://cagoooo.github.io/Akai/" TargetMode="External" Id="R072933b14de14e6f" /><Relationship Type="http://schemas.openxmlformats.org/officeDocument/2006/relationships/image" Target="/ppt/media/image3.png" Id="R6cf7f444824e4dc1" /><Relationship Type="http://schemas.openxmlformats.org/officeDocument/2006/relationships/notesSlide" Target="/ppt/notesSlides/notesSlide7.xml" Id="R3b3c7cc2727a48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763aeceaba4a4c" /><Relationship Type="http://schemas.openxmlformats.org/officeDocument/2006/relationships/hyperlink" Target="https://cagoooo.github.io/Akai/tool/91/" TargetMode="External" Id="R0c1493cb997c4140" /><Relationship Type="http://schemas.openxmlformats.org/officeDocument/2006/relationships/image" Target="/ppt/media/image4.png" Id="R8205a1b833474066" /><Relationship Type="http://schemas.openxmlformats.org/officeDocument/2006/relationships/hyperlink" Target="https://cagoooo.github.io/PhotoPoet/" TargetMode="External" Id="Rc4d3a373531b4b71" /><Relationship Type="http://schemas.openxmlformats.org/officeDocument/2006/relationships/image" Target="/ppt/media/image5.png" Id="Rebe0fadf90ac4098" /><Relationship Type="http://schemas.openxmlformats.org/officeDocument/2006/relationships/hyperlink" Target="https://cagoooo.github.io/Akai/tool/58/" TargetMode="External" Id="Rb34eb64270f14090" /><Relationship Type="http://schemas.openxmlformats.org/officeDocument/2006/relationships/image" Target="/ppt/media/image6.png" Id="R9592f2dfd21a4a4e" /><Relationship Type="http://schemas.openxmlformats.org/officeDocument/2006/relationships/hyperlink" Target="https://cagoooo.github.io/prepare/" TargetMode="External" Id="Rd3735650c0dd42c7" /><Relationship Type="http://schemas.openxmlformats.org/officeDocument/2006/relationships/image" Target="/ppt/media/image7.png" Id="R009113163f18411f" /><Relationship Type="http://schemas.openxmlformats.org/officeDocument/2006/relationships/hyperlink" Target="https://cagoooo.github.io/Akai/tool/11/" TargetMode="External" Id="R80b287769d5e46a5" /><Relationship Type="http://schemas.openxmlformats.org/officeDocument/2006/relationships/image" Target="/ppt/media/image8.png" Id="R1e1866a65d854b66" /><Relationship Type="http://schemas.openxmlformats.org/officeDocument/2006/relationships/hyperlink" Target="https://cagoooo.github.io/Akailao/" TargetMode="External" Id="R5b897b00e91d403b" /><Relationship Type="http://schemas.openxmlformats.org/officeDocument/2006/relationships/image" Target="/ppt/media/image9.png" Id="R0436d5f7a4de4105" /><Relationship Type="http://schemas.openxmlformats.org/officeDocument/2006/relationships/notesSlide" Target="/ppt/notesSlides/notesSlide8.xml" Id="R62d247825aeb48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fdb5592dbd4853" /><Relationship Type="http://schemas.openxmlformats.org/officeDocument/2006/relationships/hyperlink" Target="https://cagoooo.github.io/Akai/tool/3/" TargetMode="External" Id="Re7d0818cf9f645e6" /><Relationship Type="http://schemas.openxmlformats.org/officeDocument/2006/relationships/image" Target="/ppt/media/image10.png" Id="R618838e80e8a47bf" /><Relationship Type="http://schemas.openxmlformats.org/officeDocument/2006/relationships/hyperlink" Target="https://cagoooo.github.io/vote/" TargetMode="External" Id="R218cdc28caf044a3" /><Relationship Type="http://schemas.openxmlformats.org/officeDocument/2006/relationships/image" Target="/ppt/media/image11.png" Id="R60c6e0bb195e4a2a" /><Relationship Type="http://schemas.openxmlformats.org/officeDocument/2006/relationships/hyperlink" Target="https://cagoooo.github.io/Akai/tool/24/" TargetMode="External" Id="Rae2530afc5cb4b81" /><Relationship Type="http://schemas.openxmlformats.org/officeDocument/2006/relationships/image" Target="/ppt/media/image12.png" Id="R4fed4438e32d4561" /><Relationship Type="http://schemas.openxmlformats.org/officeDocument/2006/relationships/hyperlink" Target="https://sites.google.com/mail2.smes.tyc.edu.tw/114teacher/" TargetMode="External" Id="R79148f104a3741d5" /><Relationship Type="http://schemas.openxmlformats.org/officeDocument/2006/relationships/image" Target="/ppt/media/image13.png" Id="Re227aa492d404db4" /><Relationship Type="http://schemas.openxmlformats.org/officeDocument/2006/relationships/hyperlink" Target="https://cagoooo.github.io/Akai/tool/81/" TargetMode="External" Id="R421ff682052d47ac" /><Relationship Type="http://schemas.openxmlformats.org/officeDocument/2006/relationships/image" Target="/ppt/media/image14.png" Id="R237fe032fb1649e2" /><Relationship Type="http://schemas.openxmlformats.org/officeDocument/2006/relationships/hyperlink" Target="https://cagoooo.github.io/it-cockpit/" TargetMode="External" Id="R9f3f1de96db84c8c" /><Relationship Type="http://schemas.openxmlformats.org/officeDocument/2006/relationships/image" Target="/ppt/media/image15.png" Id="R2e8a63fb3ab64d8f" /><Relationship Type="http://schemas.openxmlformats.org/officeDocument/2006/relationships/notesSlide" Target="/ppt/notesSlides/notesSlide9.xml" Id="Ra2d3b140c510413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c3879bea094ce2" /><Relationship Type="http://schemas.openxmlformats.org/officeDocument/2006/relationships/notesSlide" Target="/ppt/notesSlides/notesSlide10.xml" Id="R874286a1784844c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295a04ee2049c7" /><Relationship Type="http://schemas.openxmlformats.org/officeDocument/2006/relationships/hyperlink" Target="https://notebook.google.com/" TargetMode="External" Id="Ree2438b0651f47b2" /><Relationship Type="http://schemas.openxmlformats.org/officeDocument/2006/relationships/image" Target="/ppt/media/image16.png" Id="Ra64f08728b6c4e3d" /><Relationship Type="http://schemas.openxmlformats.org/officeDocument/2006/relationships/notesSlide" Target="/ppt/notesSlides/notesSlide11.xml" Id="R4039423f22fc4b9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a994ff7e344373" /><Relationship Type="http://schemas.openxmlformats.org/officeDocument/2006/relationships/hyperlink" Target="https://notebook.google.com/" TargetMode="External" Id="R19d4e3554cd544d9" /><Relationship Type="http://schemas.openxmlformats.org/officeDocument/2006/relationships/image" Target="/ppt/media/image17.png" Id="Rc0214f741d6a49ce" /><Relationship Type="http://schemas.openxmlformats.org/officeDocument/2006/relationships/notesSlide" Target="/ppt/notesSlides/notesSlide12.xml" Id="R227540241bf64f1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1d4a6ee27941ed" /><Relationship Type="http://schemas.openxmlformats.org/officeDocument/2006/relationships/hyperlink" Target="https://notebook.google.com/" TargetMode="External" Id="Re203f1bc36604d42" /><Relationship Type="http://schemas.openxmlformats.org/officeDocument/2006/relationships/image" Target="/ppt/media/image18.png" Id="R78d95ae7e98c4263" /><Relationship Type="http://schemas.openxmlformats.org/officeDocument/2006/relationships/notesSlide" Target="/ppt/notesSlides/notesSlide13.xml" Id="R5b75da2db719410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2745eeb7e4f0e" /><Relationship Type="http://schemas.openxmlformats.org/officeDocument/2006/relationships/hyperlink" Target="https://notebook.google.com/" TargetMode="External" Id="R7f993ad46e8b4da6" /><Relationship Type="http://schemas.openxmlformats.org/officeDocument/2006/relationships/image" Target="/ppt/media/image19.png" Id="Rc797f22612454865" /><Relationship Type="http://schemas.openxmlformats.org/officeDocument/2006/relationships/notesSlide" Target="/ppt/notesSlides/notesSlide14.xml" Id="R812b5e19f3c5417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7c1e00754a4bf9" /><Relationship Type="http://schemas.openxmlformats.org/officeDocument/2006/relationships/hyperlink" Target="https://notebook.google.com/" TargetMode="External" Id="R2432471aba5b40fa" /><Relationship Type="http://schemas.openxmlformats.org/officeDocument/2006/relationships/image" Target="/ppt/media/image20.png" Id="R2166f6013c114136" /><Relationship Type="http://schemas.openxmlformats.org/officeDocument/2006/relationships/notesSlide" Target="/ppt/notesSlides/notesSlide15.xml" Id="R256312535ddf463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0e77f61cab4791" /><Relationship Type="http://schemas.openxmlformats.org/officeDocument/2006/relationships/hyperlink" Target="https://notebook.google.com/" TargetMode="External" Id="R7b7c9680f30948ec" /><Relationship Type="http://schemas.openxmlformats.org/officeDocument/2006/relationships/image" Target="/ppt/media/image21.png" Id="Rb38c3d89e1134d09" /><Relationship Type="http://schemas.openxmlformats.org/officeDocument/2006/relationships/notesSlide" Target="/ppt/notesSlides/notesSlide16.xml" Id="Rce4607bacf784a7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6e73db20b2457f" /><Relationship Type="http://schemas.openxmlformats.org/officeDocument/2006/relationships/hyperlink" Target="https://notebook.google.com/" TargetMode="External" Id="R76410f67042747c6" /><Relationship Type="http://schemas.openxmlformats.org/officeDocument/2006/relationships/image" Target="/ppt/media/image22.png" Id="Re9baaf09caa34bfa" /><Relationship Type="http://schemas.openxmlformats.org/officeDocument/2006/relationships/notesSlide" Target="/ppt/notesSlides/notesSlide17.xml" Id="R1cafac44cba047c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be7e03601c49fd" /><Relationship Type="http://schemas.openxmlformats.org/officeDocument/2006/relationships/hyperlink" Target="https://notebook.google.com/" TargetMode="External" Id="R1832e13a2a204e8e" /><Relationship Type="http://schemas.openxmlformats.org/officeDocument/2006/relationships/image" Target="/ppt/media/image23.png" Id="Ra712ec30a14f4bb0" /><Relationship Type="http://schemas.openxmlformats.org/officeDocument/2006/relationships/notesSlide" Target="/ppt/notesSlides/notesSlide18.xml" Id="R6c09eccd77264e6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bd022d47f24b67" /><Relationship Type="http://schemas.openxmlformats.org/officeDocument/2006/relationships/hyperlink" Target="https://gemini.google.com/gems/create" TargetMode="External" Id="Rf236ecd47bd247f7" /><Relationship Type="http://schemas.openxmlformats.org/officeDocument/2006/relationships/image" Target="/ppt/media/image24.png" Id="Ra46ff069b9004657" /><Relationship Type="http://schemas.openxmlformats.org/officeDocument/2006/relationships/notesSlide" Target="/ppt/notesSlides/notesSlide19.xml" Id="R0ec1e0863b96498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b4adbd83fa4690" /><Relationship Type="http://schemas.openxmlformats.org/officeDocument/2006/relationships/hyperlink" Target="https://gemini.google.com/gems/create" TargetMode="External" Id="R468a60661dc04981" /><Relationship Type="http://schemas.openxmlformats.org/officeDocument/2006/relationships/image" Target="/ppt/media/image25.png" Id="R1f5ab87a9c854867" /><Relationship Type="http://schemas.openxmlformats.org/officeDocument/2006/relationships/notesSlide" Target="/ppt/notesSlides/notesSlide20.xml" Id="Rf261dc283aa241e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74547158374d81" /><Relationship Type="http://schemas.openxmlformats.org/officeDocument/2006/relationships/hyperlink" Target="https://gemini.google.com/gems/create" TargetMode="External" Id="R987ea6bbaab34520" /><Relationship Type="http://schemas.openxmlformats.org/officeDocument/2006/relationships/image" Target="/ppt/media/image26.png" Id="R804f1ebdd08f444a" /><Relationship Type="http://schemas.openxmlformats.org/officeDocument/2006/relationships/notesSlide" Target="/ppt/notesSlides/notesSlide21.xml" Id="Rd70d6609661c440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5442746baf4ee9" /><Relationship Type="http://schemas.openxmlformats.org/officeDocument/2006/relationships/hyperlink" Target="https://gemini.google.com/gems/create" TargetMode="External" Id="R41a4f483c2ed4e4b" /><Relationship Type="http://schemas.openxmlformats.org/officeDocument/2006/relationships/image" Target="/ppt/media/image27.png" Id="R1c66d4fdbcb146be" /><Relationship Type="http://schemas.openxmlformats.org/officeDocument/2006/relationships/notesSlide" Target="/ppt/notesSlides/notesSlide22.xml" Id="Ra8a96fd927c0497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4d727ba4404b27" /><Relationship Type="http://schemas.openxmlformats.org/officeDocument/2006/relationships/hyperlink" Target="https://gemini.google.com/gems/create" TargetMode="External" Id="R45d5e1b5a43b422a" /><Relationship Type="http://schemas.openxmlformats.org/officeDocument/2006/relationships/image" Target="/ppt/media/image28.png" Id="Rf819a06844444fc2" /><Relationship Type="http://schemas.openxmlformats.org/officeDocument/2006/relationships/notesSlide" Target="/ppt/notesSlides/notesSlide23.xml" Id="Rce01d070991745c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e791e96cb54314" /><Relationship Type="http://schemas.openxmlformats.org/officeDocument/2006/relationships/hyperlink" Target="https://gemini.google.com/gems/create" TargetMode="External" Id="Rfacc72f643864723" /><Relationship Type="http://schemas.openxmlformats.org/officeDocument/2006/relationships/image" Target="/ppt/media/image29.png" Id="R36f076c0b43343b8" /><Relationship Type="http://schemas.openxmlformats.org/officeDocument/2006/relationships/notesSlide" Target="/ppt/notesSlides/notesSlide24.xml" Id="R85ac5b212892454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5b198163754c6a" /><Relationship Type="http://schemas.openxmlformats.org/officeDocument/2006/relationships/hyperlink" Target="https://gemini.google.com/app" TargetMode="External" Id="R674b21546a254d67" /><Relationship Type="http://schemas.openxmlformats.org/officeDocument/2006/relationships/image" Target="/ppt/media/image30.png" Id="R0de5768553284cc8" /><Relationship Type="http://schemas.openxmlformats.org/officeDocument/2006/relationships/notesSlide" Target="/ppt/notesSlides/notesSlide25.xml" Id="Rb7ebb89e0435444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9cb584fe504393" /><Relationship Type="http://schemas.openxmlformats.org/officeDocument/2006/relationships/hyperlink" Target="https://gemini.google.com/app" TargetMode="External" Id="R6d4d6a5952374963" /><Relationship Type="http://schemas.openxmlformats.org/officeDocument/2006/relationships/image" Target="/ppt/media/image31.png" Id="R28ee5a657c2a4ff5" /><Relationship Type="http://schemas.openxmlformats.org/officeDocument/2006/relationships/notesSlide" Target="/ppt/notesSlides/notesSlide26.xml" Id="Reb3cfaa74208419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ce309daa754728" /><Relationship Type="http://schemas.openxmlformats.org/officeDocument/2006/relationships/hyperlink" Target="https://gemini.google.com/app" TargetMode="External" Id="Red919a51452a45c1" /><Relationship Type="http://schemas.openxmlformats.org/officeDocument/2006/relationships/image" Target="/ppt/media/image32.png" Id="R8de7e96ee8254d7a" /><Relationship Type="http://schemas.openxmlformats.org/officeDocument/2006/relationships/notesSlide" Target="/ppt/notesSlides/notesSlide27.xml" Id="R2b0616ece19f478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adc22e4bf34b42" /><Relationship Type="http://schemas.openxmlformats.org/officeDocument/2006/relationships/hyperlink" Target="https://gemini.google.com/app" TargetMode="External" Id="Rb5c61953938147e9" /><Relationship Type="http://schemas.openxmlformats.org/officeDocument/2006/relationships/image" Target="/ppt/media/image33.png" Id="R1798bd0d3a184154" /><Relationship Type="http://schemas.openxmlformats.org/officeDocument/2006/relationships/notesSlide" Target="/ppt/notesSlides/notesSlide28.xml" Id="R811e6b9d573b405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8b4e54ada54ee2" /><Relationship Type="http://schemas.openxmlformats.org/officeDocument/2006/relationships/hyperlink" Target="https://gemini.google.com/app" TargetMode="External" Id="R60205b9898c247f6" /><Relationship Type="http://schemas.openxmlformats.org/officeDocument/2006/relationships/image" Target="/ppt/media/image34.png" Id="Raa4652f4e6ae473c" /><Relationship Type="http://schemas.openxmlformats.org/officeDocument/2006/relationships/notesSlide" Target="/ppt/notesSlides/notesSlide29.xml" Id="R4f32920e8d014bb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b584301a11440d" /><Relationship Type="http://schemas.openxmlformats.org/officeDocument/2006/relationships/hyperlink" Target="https://sites.google.com/new" TargetMode="External" Id="Rce3493105aaf459b" /><Relationship Type="http://schemas.openxmlformats.org/officeDocument/2006/relationships/hyperlink" Target="https://pages.github.com/" TargetMode="External" Id="Rae2a006c92b043f1" /><Relationship Type="http://schemas.openxmlformats.org/officeDocument/2006/relationships/hyperlink" Target="https://gg90052.github.io/ezpage/" TargetMode="External" Id="R61003029f0274434" /><Relationship Type="http://schemas.openxmlformats.org/officeDocument/2006/relationships/image" Target="/ppt/media/image35.png" Id="Rf2c079e1316a44bf" /><Relationship Type="http://schemas.openxmlformats.org/officeDocument/2006/relationships/image" Target="/ppt/media/image36.png" Id="Rc10e1f8558cb4ce4" /><Relationship Type="http://schemas.openxmlformats.org/officeDocument/2006/relationships/image" Target="/ppt/media/image37.png" Id="R94855f5844ae4dff" /><Relationship Type="http://schemas.openxmlformats.org/officeDocument/2006/relationships/notesSlide" Target="/ppt/notesSlides/notesSlide30.xml" Id="R09b34f163fc0467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a32ae38fbd47fb" /><Relationship Type="http://schemas.openxmlformats.org/officeDocument/2006/relationships/hyperlink" Target="https://sites.google.com/new" TargetMode="External" Id="R5118d3c106da44ea" /><Relationship Type="http://schemas.openxmlformats.org/officeDocument/2006/relationships/image" Target="/ppt/media/image38.png" Id="R6a3234dd4f60462b" /><Relationship Type="http://schemas.openxmlformats.org/officeDocument/2006/relationships/notesSlide" Target="/ppt/notesSlides/notesSlide31.xml" Id="Rbfc15efcb77c4f1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38873b80514102" /><Relationship Type="http://schemas.openxmlformats.org/officeDocument/2006/relationships/hyperlink" Target="https://pages.github.com/" TargetMode="External" Id="Rc0683735a7fa48b8" /><Relationship Type="http://schemas.openxmlformats.org/officeDocument/2006/relationships/image" Target="/ppt/media/image39.png" Id="R1d80967c94dd4686" /><Relationship Type="http://schemas.openxmlformats.org/officeDocument/2006/relationships/notesSlide" Target="/ppt/notesSlides/notesSlide32.xml" Id="R7b55aa13f48c477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dac407678348fd" /><Relationship Type="http://schemas.openxmlformats.org/officeDocument/2006/relationships/hyperlink" Target="https://gg90052.github.io/ezpage/" TargetMode="External" Id="R8785c49920bb4afe" /><Relationship Type="http://schemas.openxmlformats.org/officeDocument/2006/relationships/image" Target="/ppt/media/image40.png" Id="Rfb70aa6907e9483e" /><Relationship Type="http://schemas.openxmlformats.org/officeDocument/2006/relationships/notesSlide" Target="/ppt/notesSlides/notesSlide33.xml" Id="Rf0a4b3f83fd44bf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f99b8c026e4464" /><Relationship Type="http://schemas.openxmlformats.org/officeDocument/2006/relationships/hyperlink" Target="https://sites.google.com/new" TargetMode="External" Id="R6b3fa9aa14c64118" /><Relationship Type="http://schemas.openxmlformats.org/officeDocument/2006/relationships/hyperlink" Target="https://pages.github.com/" TargetMode="External" Id="Rafd82f06fa1847cf" /><Relationship Type="http://schemas.openxmlformats.org/officeDocument/2006/relationships/hyperlink" Target="https://gg90052.github.io/ezpage/" TargetMode="External" Id="R72ee36a7a8754bae" /><Relationship Type="http://schemas.openxmlformats.org/officeDocument/2006/relationships/image" Target="/ppt/media/image41.png" Id="R8eba3f09187540dd" /><Relationship Type="http://schemas.openxmlformats.org/officeDocument/2006/relationships/image" Target="/ppt/media/image42.png" Id="R58f45e8adc4c47ee" /><Relationship Type="http://schemas.openxmlformats.org/officeDocument/2006/relationships/image" Target="/ppt/media/image43.png" Id="R86d525d9437d40cb" /><Relationship Type="http://schemas.openxmlformats.org/officeDocument/2006/relationships/notesSlide" Target="/ppt/notesSlides/notesSlide34.xml" Id="Rb165bd52b18d472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3fd31c85574c5c" /><Relationship Type="http://schemas.openxmlformats.org/officeDocument/2006/relationships/hyperlink" Target="../START_HERE_&#30740;&#32722;&#36039;&#28304;&#23566;&#33322;.html" TargetMode="External" Id="R04780d25c5a84747" /><Relationship Type="http://schemas.openxmlformats.org/officeDocument/2006/relationships/image" Target="/ppt/media/image44.png" Id="R15ee12f182c94937" /><Relationship Type="http://schemas.openxmlformats.org/officeDocument/2006/relationships/hyperlink" Target="https://notebook.google.com/" TargetMode="External" Id="Rcc2b29f98f2d4171" /><Relationship Type="http://schemas.openxmlformats.org/officeDocument/2006/relationships/image" Target="/ppt/media/image45.png" Id="Rb2770ae136614a1d" /><Relationship Type="http://schemas.openxmlformats.org/officeDocument/2006/relationships/hyperlink" Target="https://gemini.google.com/gems/create" TargetMode="External" Id="R8d44494dc7e54737" /><Relationship Type="http://schemas.openxmlformats.org/officeDocument/2006/relationships/image" Target="/ppt/media/image46.png" Id="R8621e4c04a2847c2" /><Relationship Type="http://schemas.openxmlformats.org/officeDocument/2006/relationships/hyperlink" Target="https://gemini.google.com/app" TargetMode="External" Id="Raa59810d16a444c3" /><Relationship Type="http://schemas.openxmlformats.org/officeDocument/2006/relationships/image" Target="/ppt/media/image47.png" Id="R5668f77b42514469" /><Relationship Type="http://schemas.openxmlformats.org/officeDocument/2006/relationships/hyperlink" Target="https://sites.google.com/new" TargetMode="External" Id="R3efd545f75434994" /><Relationship Type="http://schemas.openxmlformats.org/officeDocument/2006/relationships/image" Target="/ppt/media/image48.png" Id="Re664b14fb45b48c0" /><Relationship Type="http://schemas.openxmlformats.org/officeDocument/2006/relationships/hyperlink" Target="https://pages.github.com/" TargetMode="External" Id="R490e60f788ae4013" /><Relationship Type="http://schemas.openxmlformats.org/officeDocument/2006/relationships/image" Target="/ppt/media/image49.png" Id="Re9379032d8d44189" /><Relationship Type="http://schemas.openxmlformats.org/officeDocument/2006/relationships/hyperlink" Target="https://gg90052.github.io/ezpage/" TargetMode="External" Id="R58dba2acadec476c" /><Relationship Type="http://schemas.openxmlformats.org/officeDocument/2006/relationships/image" Target="/ppt/media/image50.png" Id="R15497c305119497e" /><Relationship Type="http://schemas.openxmlformats.org/officeDocument/2006/relationships/notesSlide" Target="/ppt/notesSlides/notesSlide35.xml" Id="R48aef2aada56401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24fba63272442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1">
            <a:extLst xmlns:a="http://schemas.openxmlformats.org/drawingml/2006/main">
              <a:ext uri="{FF2B5EF4-FFF2-40B4-BE49-F238E27FC236}">
                <a16:creationId xmlns:a16="http://schemas.microsoft.com/office/drawing/2014/main" id="{44634B15-D2B3-49EC-BB26-3A1AA31D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5640E15F-E628-47D7-A4D6-4035CF3E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E6FC2F16-E90C-47FE-AC78-61E79F6F4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上午場｜09:00–12:00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06384610-5773-4E42-814E-6680D4A5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52959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打造專屬 AI 教學與研究工作室：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Notebook、Gem、Canvas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與網站部署實作</a:t>
            </a:r>
          </a:p>
        </p:txBody>
      </p:sp>
      <p:sp>
        <p:nvSpPr>
          <p:cNvPr id="6" name="shape-5">
            <a:extLst xmlns:a="http://schemas.openxmlformats.org/drawingml/2006/main">
              <a:ext uri="{FF2B5EF4-FFF2-40B4-BE49-F238E27FC236}">
                <a16:creationId xmlns:a16="http://schemas.microsoft.com/office/drawing/2014/main" id="{7020C783-BD4E-4E18-AC7F-FE67C245B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46B7C11F-22C5-4478-9F2E-2AFE89D88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29150"/>
            <a:ext cx="5219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48682AF2-8D42-44C0-BCF0-8D4D9225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6786584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8">
            <a:extLst xmlns:a="http://schemas.openxmlformats.org/drawingml/2006/main">
              <a:ext uri="{FF2B5EF4-FFF2-40B4-BE49-F238E27FC236}">
                <a16:creationId xmlns:a16="http://schemas.microsoft.com/office/drawing/2014/main" id="{A41B1FFC-EFDA-4006-8FB9-920EBC09A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ASSISTANT TO AGENT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580812-E766-4176-BCE9-BF004B4B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今天的學習弧線</a:t>
            </a:r>
          </a:p>
        </p:txBody>
      </p:sp>
      <p:cxnSp>
        <p:nvCxnSpPr>
          <p:cNvPr id="24" name="shape-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0">
            <a:extLst xmlns:a="http://schemas.openxmlformats.org/drawingml/2006/main">
              <a:ext uri="{FF2B5EF4-FFF2-40B4-BE49-F238E27FC236}">
                <a16:creationId xmlns:a16="http://schemas.microsoft.com/office/drawing/2014/main" id="{B8EABD82-FE5F-443E-86DD-4EB68DC9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C7640E0-8C7A-409F-A17A-EC5EC63D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text-11">
            <a:extLst xmlns:a="http://schemas.openxmlformats.org/drawingml/2006/main">
              <a:ext uri="{FF2B5EF4-FFF2-40B4-BE49-F238E27FC236}">
                <a16:creationId xmlns:a16="http://schemas.microsoft.com/office/drawing/2014/main" id="{EBD7BD83-960C-4696-9323-E0903E79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12">
            <a:extLst xmlns:a="http://schemas.openxmlformats.org/drawingml/2006/main">
              <a:ext uri="{FF2B5EF4-FFF2-40B4-BE49-F238E27FC236}">
                <a16:creationId xmlns:a16="http://schemas.microsoft.com/office/drawing/2014/main" id="{9001FC4F-4F28-4BA8-8A97-9D75F8C3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有根據</a:t>
            </a:r>
          </a:p>
        </p:txBody>
      </p:sp>
      <p:sp>
        <p:nvSpPr>
          <p:cNvPr id="8" name="text-13">
            <a:extLst xmlns:a="http://schemas.openxmlformats.org/drawingml/2006/main">
              <a:ext uri="{FF2B5EF4-FFF2-40B4-BE49-F238E27FC236}">
                <a16:creationId xmlns:a16="http://schemas.microsoft.com/office/drawing/2014/main" id="{EEEAAFE3-B78F-4C13-B045-2C78263C5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Gemini Notebook 整理可信來源</a:t>
            </a:r>
          </a:p>
        </p:txBody>
      </p:sp>
      <p:sp>
        <p:nvSpPr>
          <p:cNvPr id="9" name="text-14">
            <a:extLst xmlns:a="http://schemas.openxmlformats.org/drawingml/2006/main">
              <a:ext uri="{FF2B5EF4-FFF2-40B4-BE49-F238E27FC236}">
                <a16:creationId xmlns:a16="http://schemas.microsoft.com/office/drawing/2014/main" id="{8733040B-D393-4E7D-8BFB-021A1B3EE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15">
            <a:extLst xmlns:a="http://schemas.openxmlformats.org/drawingml/2006/main">
              <a:ext uri="{FF2B5EF4-FFF2-40B4-BE49-F238E27FC236}">
                <a16:creationId xmlns:a16="http://schemas.microsoft.com/office/drawing/2014/main" id="{2A089349-B058-4BA2-B8C6-2874D3A7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6">
            <a:extLst xmlns:a="http://schemas.openxmlformats.org/drawingml/2006/main">
              <a:ext uri="{FF2B5EF4-FFF2-40B4-BE49-F238E27FC236}">
                <a16:creationId xmlns:a16="http://schemas.microsoft.com/office/drawing/2014/main" id="{5F2AA2C0-7EEC-4A41-8261-EA022768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有角色</a:t>
            </a:r>
          </a:p>
        </p:txBody>
      </p:sp>
      <p:sp>
        <p:nvSpPr>
          <p:cNvPr id="12" name="text-17">
            <a:extLst xmlns:a="http://schemas.openxmlformats.org/drawingml/2006/main">
              <a:ext uri="{FF2B5EF4-FFF2-40B4-BE49-F238E27FC236}">
                <a16:creationId xmlns:a16="http://schemas.microsoft.com/office/drawing/2014/main" id="{D4817452-EBEC-428D-9CB2-05BFC2C7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 固定教學方法與回覆格式</a:t>
            </a:r>
          </a:p>
        </p:txBody>
      </p:sp>
      <p:sp>
        <p:nvSpPr>
          <p:cNvPr id="13" name="text-18">
            <a:extLst xmlns:a="http://schemas.openxmlformats.org/drawingml/2006/main">
              <a:ext uri="{FF2B5EF4-FFF2-40B4-BE49-F238E27FC236}">
                <a16:creationId xmlns:a16="http://schemas.microsoft.com/office/drawing/2014/main" id="{363E0240-70B7-4F5B-B434-4965EE68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19">
            <a:extLst xmlns:a="http://schemas.openxmlformats.org/drawingml/2006/main">
              <a:ext uri="{FF2B5EF4-FFF2-40B4-BE49-F238E27FC236}">
                <a16:creationId xmlns:a16="http://schemas.microsoft.com/office/drawing/2014/main" id="{293E9408-72C5-48C3-B59A-97388ADEA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20">
            <a:extLst xmlns:a="http://schemas.openxmlformats.org/drawingml/2006/main">
              <a:ext uri="{FF2B5EF4-FFF2-40B4-BE49-F238E27FC236}">
                <a16:creationId xmlns:a16="http://schemas.microsoft.com/office/drawing/2014/main" id="{F6BF25EE-A854-4FC1-AE0C-E23EFE4D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有作品</a:t>
            </a:r>
          </a:p>
        </p:txBody>
      </p:sp>
      <p:sp>
        <p:nvSpPr>
          <p:cNvPr id="16" name="text-21">
            <a:extLst xmlns:a="http://schemas.openxmlformats.org/drawingml/2006/main">
              <a:ext uri="{FF2B5EF4-FFF2-40B4-BE49-F238E27FC236}">
                <a16:creationId xmlns:a16="http://schemas.microsoft.com/office/drawing/2014/main" id="{91668FCE-83CD-4E41-B713-4EA0946D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Canvas 做出互動教學原型</a:t>
            </a:r>
          </a:p>
        </p:txBody>
      </p:sp>
      <p:sp>
        <p:nvSpPr>
          <p:cNvPr id="17" name="text-22">
            <a:extLst xmlns:a="http://schemas.openxmlformats.org/drawingml/2006/main">
              <a:ext uri="{FF2B5EF4-FFF2-40B4-BE49-F238E27FC236}">
                <a16:creationId xmlns:a16="http://schemas.microsoft.com/office/drawing/2014/main" id="{FDA907F6-865F-4BF5-8183-044D3BA7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23">
            <a:extLst xmlns:a="http://schemas.openxmlformats.org/drawingml/2006/main">
              <a:ext uri="{FF2B5EF4-FFF2-40B4-BE49-F238E27FC236}">
                <a16:creationId xmlns:a16="http://schemas.microsoft.com/office/drawing/2014/main" id="{39568021-50FF-4AD9-84F0-7D3860F0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24">
            <a:extLst xmlns:a="http://schemas.openxmlformats.org/drawingml/2006/main">
              <a:ext uri="{FF2B5EF4-FFF2-40B4-BE49-F238E27FC236}">
                <a16:creationId xmlns:a16="http://schemas.microsoft.com/office/drawing/2014/main" id="{73340E5A-4E42-4638-9E4A-1C560D10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能分享</a:t>
            </a:r>
          </a:p>
        </p:txBody>
      </p:sp>
      <p:sp>
        <p:nvSpPr>
          <p:cNvPr id="20" name="text-25">
            <a:extLst xmlns:a="http://schemas.openxmlformats.org/drawingml/2006/main">
              <a:ext uri="{FF2B5EF4-FFF2-40B4-BE49-F238E27FC236}">
                <a16:creationId xmlns:a16="http://schemas.microsoft.com/office/drawing/2014/main" id="{A3522ED8-B9C0-4B14-9A28-C7ED3594D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Sites 或 Pages 發布成果</a:t>
            </a:r>
          </a:p>
        </p:txBody>
      </p:sp>
      <p:sp>
        <p:nvSpPr>
          <p:cNvPr id="21" name="text-26">
            <a:extLst xmlns:a="http://schemas.openxmlformats.org/drawingml/2006/main">
              <a:ext uri="{FF2B5EF4-FFF2-40B4-BE49-F238E27FC236}">
                <a16:creationId xmlns:a16="http://schemas.microsoft.com/office/drawing/2014/main" id="{8B9C89DF-8292-49B1-BA56-CAE8A873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2243809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7">
            <a:extLst xmlns:a="http://schemas.openxmlformats.org/drawingml/2006/main">
              <a:ext uri="{FF2B5EF4-FFF2-40B4-BE49-F238E27FC236}">
                <a16:creationId xmlns:a16="http://schemas.microsoft.com/office/drawing/2014/main" id="{E732F3CB-3FB0-49C5-ACC0-FBFC3D882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0FB936E-72F8-49EC-9894-AA911C15C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 180 分鐘：每一段都有作品</a:t>
            </a:r>
          </a:p>
        </p:txBody>
      </p:sp>
      <p:cxnSp>
        <p:nvCxnSpPr>
          <p:cNvPr id="33" name="shape-2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9">
            <a:extLst xmlns:a="http://schemas.openxmlformats.org/drawingml/2006/main">
              <a:ext uri="{FF2B5EF4-FFF2-40B4-BE49-F238E27FC236}">
                <a16:creationId xmlns:a16="http://schemas.microsoft.com/office/drawing/2014/main" id="{3F9A09D5-697C-4773-B158-55F4E1A9A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FA03327-3F58-4DE9-9A80-F45C565D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36" name="shape-30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shape-31">
            <a:extLst xmlns:a="http://schemas.openxmlformats.org/drawingml/2006/main">
              <a:ext uri="{FF2B5EF4-FFF2-40B4-BE49-F238E27FC236}">
                <a16:creationId xmlns:a16="http://schemas.microsoft.com/office/drawing/2014/main" id="{8599E74A-D5D6-4EE4-98AE-1A7B3CC8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32">
            <a:extLst xmlns:a="http://schemas.openxmlformats.org/drawingml/2006/main">
              <a:ext uri="{FF2B5EF4-FFF2-40B4-BE49-F238E27FC236}">
                <a16:creationId xmlns:a16="http://schemas.microsoft.com/office/drawing/2014/main" id="{76C20948-0C0D-426C-86E9-45A60651E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00–15</a:t>
            </a:r>
          </a:p>
        </p:txBody>
      </p:sp>
      <p:sp>
        <p:nvSpPr>
          <p:cNvPr id="9" name="text-33">
            <a:extLst xmlns:a="http://schemas.openxmlformats.org/drawingml/2006/main">
              <a:ext uri="{FF2B5EF4-FFF2-40B4-BE49-F238E27FC236}">
                <a16:creationId xmlns:a16="http://schemas.microsoft.com/office/drawing/2014/main" id="{FF4327D5-3CE6-42D9-943F-3588433E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定題</a:t>
            </a:r>
          </a:p>
        </p:txBody>
      </p:sp>
      <p:sp>
        <p:nvSpPr>
          <p:cNvPr id="10" name="text-34">
            <a:extLst xmlns:a="http://schemas.openxmlformats.org/drawingml/2006/main">
              <a:ext uri="{FF2B5EF4-FFF2-40B4-BE49-F238E27FC236}">
                <a16:creationId xmlns:a16="http://schemas.microsoft.com/office/drawing/2014/main" id="{C16D279D-4956-4EA7-A95E-EE2331FD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選一門課／一個問題</a:t>
            </a:r>
          </a:p>
        </p:txBody>
      </p:sp>
      <p:sp>
        <p:nvSpPr>
          <p:cNvPr id="11" name="shape-35">
            <a:extLst xmlns:a="http://schemas.openxmlformats.org/drawingml/2006/main">
              <a:ext uri="{FF2B5EF4-FFF2-40B4-BE49-F238E27FC236}">
                <a16:creationId xmlns:a16="http://schemas.microsoft.com/office/drawing/2014/main" id="{B84C41D1-6AE4-493B-842D-EDAE4CCA3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36">
            <a:extLst xmlns:a="http://schemas.openxmlformats.org/drawingml/2006/main">
              <a:ext uri="{FF2B5EF4-FFF2-40B4-BE49-F238E27FC236}">
                <a16:creationId xmlns:a16="http://schemas.microsoft.com/office/drawing/2014/main" id="{987DA7A4-E774-42F8-A89B-97408E73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76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15–55</a:t>
            </a:r>
          </a:p>
        </p:txBody>
      </p:sp>
      <p:sp>
        <p:nvSpPr>
          <p:cNvPr id="13" name="text-37">
            <a:extLst xmlns:a="http://schemas.openxmlformats.org/drawingml/2006/main">
              <a:ext uri="{FF2B5EF4-FFF2-40B4-BE49-F238E27FC236}">
                <a16:creationId xmlns:a16="http://schemas.microsoft.com/office/drawing/2014/main" id="{AC9CD16A-C234-4D63-B203-EC5244E6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6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4" name="text-38">
            <a:extLst xmlns:a="http://schemas.openxmlformats.org/drawingml/2006/main">
              <a:ext uri="{FF2B5EF4-FFF2-40B4-BE49-F238E27FC236}">
                <a16:creationId xmlns:a16="http://schemas.microsoft.com/office/drawing/2014/main" id="{5277679D-1442-4448-B77F-30AAF1705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6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來源與引用</a:t>
            </a:r>
          </a:p>
        </p:txBody>
      </p:sp>
      <p:sp>
        <p:nvSpPr>
          <p:cNvPr id="15" name="shape-39">
            <a:extLst xmlns:a="http://schemas.openxmlformats.org/drawingml/2006/main">
              <a:ext uri="{FF2B5EF4-FFF2-40B4-BE49-F238E27FC236}">
                <a16:creationId xmlns:a16="http://schemas.microsoft.com/office/drawing/2014/main" id="{046959E3-6CF7-4356-B88F-B2A20211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347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0">
            <a:extLst xmlns:a="http://schemas.openxmlformats.org/drawingml/2006/main">
              <a:ext uri="{FF2B5EF4-FFF2-40B4-BE49-F238E27FC236}">
                <a16:creationId xmlns:a16="http://schemas.microsoft.com/office/drawing/2014/main" id="{78E979CB-21DF-494C-AB6C-0BCE4D92E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102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55–80</a:t>
            </a:r>
          </a:p>
        </p:txBody>
      </p:sp>
      <p:sp>
        <p:nvSpPr>
          <p:cNvPr id="17" name="text-41">
            <a:extLst xmlns:a="http://schemas.openxmlformats.org/drawingml/2006/main">
              <a:ext uri="{FF2B5EF4-FFF2-40B4-BE49-F238E27FC236}">
                <a16:creationId xmlns:a16="http://schemas.microsoft.com/office/drawing/2014/main" id="{F1982266-6EE6-4AD5-8970-BB962B6F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242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18" name="text-42">
            <a:extLst xmlns:a="http://schemas.openxmlformats.org/drawingml/2006/main">
              <a:ext uri="{FF2B5EF4-FFF2-40B4-BE49-F238E27FC236}">
                <a16:creationId xmlns:a16="http://schemas.microsoft.com/office/drawing/2014/main" id="{4D88E3C7-BC87-41F0-B512-76BE94DB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242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專屬助理</a:t>
            </a:r>
          </a:p>
        </p:txBody>
      </p:sp>
      <p:sp>
        <p:nvSpPr>
          <p:cNvPr id="19" name="shape-43">
            <a:extLst xmlns:a="http://schemas.openxmlformats.org/drawingml/2006/main">
              <a:ext uri="{FF2B5EF4-FFF2-40B4-BE49-F238E27FC236}">
                <a16:creationId xmlns:a16="http://schemas.microsoft.com/office/drawing/2014/main" id="{2488E875-39A0-43C8-89DE-AC092AE0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373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4">
            <a:extLst xmlns:a="http://schemas.openxmlformats.org/drawingml/2006/main">
              <a:ext uri="{FF2B5EF4-FFF2-40B4-BE49-F238E27FC236}">
                <a16:creationId xmlns:a16="http://schemas.microsoft.com/office/drawing/2014/main" id="{5162214C-588D-4778-A455-6656C655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128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80–90</a:t>
            </a:r>
          </a:p>
        </p:txBody>
      </p:sp>
      <p:sp>
        <p:nvSpPr>
          <p:cNvPr id="21" name="text-45">
            <a:extLst xmlns:a="http://schemas.openxmlformats.org/drawingml/2006/main">
              <a:ext uri="{FF2B5EF4-FFF2-40B4-BE49-F238E27FC236}">
                <a16:creationId xmlns:a16="http://schemas.microsoft.com/office/drawing/2014/main" id="{5FF42E33-9E1B-4E63-A294-4DD845E9E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268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2" name="text-46">
            <a:extLst xmlns:a="http://schemas.openxmlformats.org/drawingml/2006/main">
              <a:ext uri="{FF2B5EF4-FFF2-40B4-BE49-F238E27FC236}">
                <a16:creationId xmlns:a16="http://schemas.microsoft.com/office/drawing/2014/main" id="{32BEE4D1-71F8-4013-AEED-1D53AEAC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268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帳號與檔案整理</a:t>
            </a:r>
          </a:p>
        </p:txBody>
      </p:sp>
      <p:sp>
        <p:nvSpPr>
          <p:cNvPr id="23" name="shape-47">
            <a:extLst xmlns:a="http://schemas.openxmlformats.org/drawingml/2006/main">
              <a:ext uri="{FF2B5EF4-FFF2-40B4-BE49-F238E27FC236}">
                <a16:creationId xmlns:a16="http://schemas.microsoft.com/office/drawing/2014/main" id="{895F1633-C797-44D5-BC23-E171FD5A9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99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48">
            <a:extLst xmlns:a="http://schemas.openxmlformats.org/drawingml/2006/main">
              <a:ext uri="{FF2B5EF4-FFF2-40B4-BE49-F238E27FC236}">
                <a16:creationId xmlns:a16="http://schemas.microsoft.com/office/drawing/2014/main" id="{F564AAD6-46CB-4554-94C1-1BA756E40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154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90–135</a:t>
            </a:r>
          </a:p>
        </p:txBody>
      </p:sp>
      <p:sp>
        <p:nvSpPr>
          <p:cNvPr id="25" name="text-49">
            <a:extLst xmlns:a="http://schemas.openxmlformats.org/drawingml/2006/main">
              <a:ext uri="{FF2B5EF4-FFF2-40B4-BE49-F238E27FC236}">
                <a16:creationId xmlns:a16="http://schemas.microsoft.com/office/drawing/2014/main" id="{D70097DF-D17C-445E-A16F-EDC2B068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4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6" name="text-50">
            <a:extLst xmlns:a="http://schemas.openxmlformats.org/drawingml/2006/main">
              <a:ext uri="{FF2B5EF4-FFF2-40B4-BE49-F238E27FC236}">
                <a16:creationId xmlns:a16="http://schemas.microsoft.com/office/drawing/2014/main" id="{11C2E110-0257-4A4F-A281-84DC48C5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4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互動原型</a:t>
            </a:r>
          </a:p>
        </p:txBody>
      </p:sp>
      <p:sp>
        <p:nvSpPr>
          <p:cNvPr id="27" name="shape-51">
            <a:extLst xmlns:a="http://schemas.openxmlformats.org/drawingml/2006/main">
              <a:ext uri="{FF2B5EF4-FFF2-40B4-BE49-F238E27FC236}">
                <a16:creationId xmlns:a16="http://schemas.microsoft.com/office/drawing/2014/main" id="{01F1D53D-0FDF-43EB-BE88-E122090AF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52">
            <a:extLst xmlns:a="http://schemas.openxmlformats.org/drawingml/2006/main">
              <a:ext uri="{FF2B5EF4-FFF2-40B4-BE49-F238E27FC236}">
                <a16:creationId xmlns:a16="http://schemas.microsoft.com/office/drawing/2014/main" id="{58086844-8550-4524-8097-378F24FE0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135–180</a:t>
            </a:r>
          </a:p>
        </p:txBody>
      </p:sp>
      <p:sp>
        <p:nvSpPr>
          <p:cNvPr id="29" name="text-53">
            <a:extLst xmlns:a="http://schemas.openxmlformats.org/drawingml/2006/main">
              <a:ext uri="{FF2B5EF4-FFF2-40B4-BE49-F238E27FC236}">
                <a16:creationId xmlns:a16="http://schemas.microsoft.com/office/drawing/2014/main" id="{19CE74F4-B350-440E-A9A5-74DB3108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部署分享</a:t>
            </a:r>
          </a:p>
        </p:txBody>
      </p:sp>
      <p:sp>
        <p:nvSpPr>
          <p:cNvPr id="30" name="text-54">
            <a:extLst xmlns:a="http://schemas.openxmlformats.org/drawingml/2006/main">
              <a:ext uri="{FF2B5EF4-FFF2-40B4-BE49-F238E27FC236}">
                <a16:creationId xmlns:a16="http://schemas.microsoft.com/office/drawing/2014/main" id="{1A3C2A3C-9DCB-46D3-9379-C75782BB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公開與回饋</a:t>
            </a:r>
          </a:p>
        </p:txBody>
      </p:sp>
    </p:spTree>
    <p:extLst>
      <p:ext uri="{BB962C8B-B14F-4D97-AF65-F5344CB8AC3E}">
        <p14:creationId xmlns:p14="http://schemas.microsoft.com/office/powerpoint/2010/main" val="18910845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55">
            <a:extLst xmlns:a="http://schemas.openxmlformats.org/drawingml/2006/main">
              <a:ext uri="{FF2B5EF4-FFF2-40B4-BE49-F238E27FC236}">
                <a16:creationId xmlns:a16="http://schemas.microsoft.com/office/drawing/2014/main" id="{FC9F9462-C3FA-474D-A78B-8057A31A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2053745-7B3C-4053-99E2-C6130169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今天離開教室前，你會有四項成果</a:t>
            </a:r>
          </a:p>
        </p:txBody>
      </p:sp>
      <p:cxnSp>
        <p:nvCxnSpPr>
          <p:cNvPr id="24" name="shape-5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7">
            <a:extLst xmlns:a="http://schemas.openxmlformats.org/drawingml/2006/main">
              <a:ext uri="{FF2B5EF4-FFF2-40B4-BE49-F238E27FC236}">
                <a16:creationId xmlns:a16="http://schemas.microsoft.com/office/drawing/2014/main" id="{9F468029-E9B7-4E37-A172-A8BFE1AA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9EA3E08-C88D-4BAA-B9D9-DD041FF4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58">
            <a:extLst xmlns:a="http://schemas.openxmlformats.org/drawingml/2006/main">
              <a:ext uri="{FF2B5EF4-FFF2-40B4-BE49-F238E27FC236}">
                <a16:creationId xmlns:a16="http://schemas.microsoft.com/office/drawing/2014/main" id="{89069F75-F522-4967-889F-DD659F58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9">
            <a:extLst xmlns:a="http://schemas.openxmlformats.org/drawingml/2006/main">
              <a:ext uri="{FF2B5EF4-FFF2-40B4-BE49-F238E27FC236}">
                <a16:creationId xmlns:a16="http://schemas.microsoft.com/office/drawing/2014/main" id="{180A83AA-AC54-4AD6-B984-132D213A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60">
            <a:extLst xmlns:a="http://schemas.openxmlformats.org/drawingml/2006/main">
              <a:ext uri="{FF2B5EF4-FFF2-40B4-BE49-F238E27FC236}">
                <a16:creationId xmlns:a16="http://schemas.microsoft.com/office/drawing/2014/main" id="{E27D3152-C04F-49BC-BCD8-8512E3F5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9" name="text-61">
            <a:extLst xmlns:a="http://schemas.openxmlformats.org/drawingml/2006/main">
              <a:ext uri="{FF2B5EF4-FFF2-40B4-BE49-F238E27FC236}">
                <a16:creationId xmlns:a16="http://schemas.microsoft.com/office/drawing/2014/main" id="{8E4CE6E5-ABB2-4D68-A52D-8CC738D3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 3 份教學或研究來源、3 個有引用的問題、1 個可用輸出。</a:t>
            </a:r>
          </a:p>
        </p:txBody>
      </p:sp>
      <p:sp>
        <p:nvSpPr>
          <p:cNvPr id="10" name="shape-62">
            <a:extLst xmlns:a="http://schemas.openxmlformats.org/drawingml/2006/main">
              <a:ext uri="{FF2B5EF4-FFF2-40B4-BE49-F238E27FC236}">
                <a16:creationId xmlns:a16="http://schemas.microsoft.com/office/drawing/2014/main" id="{87CB575A-E08A-4FD5-BC5A-3E1F66707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3">
            <a:extLst xmlns:a="http://schemas.openxmlformats.org/drawingml/2006/main">
              <a:ext uri="{FF2B5EF4-FFF2-40B4-BE49-F238E27FC236}">
                <a16:creationId xmlns:a16="http://schemas.microsoft.com/office/drawing/2014/main" id="{67AC3782-C256-4118-8EB0-6AABA428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64">
            <a:extLst xmlns:a="http://schemas.openxmlformats.org/drawingml/2006/main">
              <a:ext uri="{FF2B5EF4-FFF2-40B4-BE49-F238E27FC236}">
                <a16:creationId xmlns:a16="http://schemas.microsoft.com/office/drawing/2014/main" id="{9453912B-AA99-49F5-8538-5DBC853DF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3" name="text-65">
            <a:extLst xmlns:a="http://schemas.openxmlformats.org/drawingml/2006/main">
              <a:ext uri="{FF2B5EF4-FFF2-40B4-BE49-F238E27FC236}">
                <a16:creationId xmlns:a16="http://schemas.microsoft.com/office/drawing/2014/main" id="{ED17F30D-FB80-488C-9C84-D18FF6762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明確角色、任務、背景與格式，並完成反例測試。</a:t>
            </a:r>
          </a:p>
        </p:txBody>
      </p:sp>
      <p:sp>
        <p:nvSpPr>
          <p:cNvPr id="14" name="shape-66">
            <a:extLst xmlns:a="http://schemas.openxmlformats.org/drawingml/2006/main">
              <a:ext uri="{FF2B5EF4-FFF2-40B4-BE49-F238E27FC236}">
                <a16:creationId xmlns:a16="http://schemas.microsoft.com/office/drawing/2014/main" id="{15CB1E08-931E-463B-A303-4C4E6827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67">
            <a:extLst xmlns:a="http://schemas.openxmlformats.org/drawingml/2006/main">
              <a:ext uri="{FF2B5EF4-FFF2-40B4-BE49-F238E27FC236}">
                <a16:creationId xmlns:a16="http://schemas.microsoft.com/office/drawing/2014/main" id="{8B561CF2-FAEE-4DDC-B291-41714B90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68">
            <a:extLst xmlns:a="http://schemas.openxmlformats.org/drawingml/2006/main">
              <a:ext uri="{FF2B5EF4-FFF2-40B4-BE49-F238E27FC236}">
                <a16:creationId xmlns:a16="http://schemas.microsoft.com/office/drawing/2014/main" id="{83DB633D-3F60-4A5A-B278-9F45B876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</a:t>
            </a:r>
          </a:p>
        </p:txBody>
      </p:sp>
      <p:sp>
        <p:nvSpPr>
          <p:cNvPr id="17" name="text-69">
            <a:extLst xmlns:a="http://schemas.openxmlformats.org/drawingml/2006/main">
              <a:ext uri="{FF2B5EF4-FFF2-40B4-BE49-F238E27FC236}">
                <a16:creationId xmlns:a16="http://schemas.microsoft.com/office/drawing/2014/main" id="{D17751BC-3C30-4B29-9876-F990C50F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一個可操作的課程活動、評量或學習支架。</a:t>
            </a:r>
          </a:p>
        </p:txBody>
      </p:sp>
      <p:sp>
        <p:nvSpPr>
          <p:cNvPr id="18" name="shape-70">
            <a:extLst xmlns:a="http://schemas.openxmlformats.org/drawingml/2006/main">
              <a:ext uri="{FF2B5EF4-FFF2-40B4-BE49-F238E27FC236}">
                <a16:creationId xmlns:a16="http://schemas.microsoft.com/office/drawing/2014/main" id="{E95B49D6-7278-4EF9-98A2-D55ABA1D7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71">
            <a:extLst xmlns:a="http://schemas.openxmlformats.org/drawingml/2006/main">
              <a:ext uri="{FF2B5EF4-FFF2-40B4-BE49-F238E27FC236}">
                <a16:creationId xmlns:a16="http://schemas.microsoft.com/office/drawing/2014/main" id="{78C6E931-4FDA-4949-9DC7-D66FC16B2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72">
            <a:extLst xmlns:a="http://schemas.openxmlformats.org/drawingml/2006/main">
              <a:ext uri="{FF2B5EF4-FFF2-40B4-BE49-F238E27FC236}">
                <a16:creationId xmlns:a16="http://schemas.microsoft.com/office/drawing/2014/main" id="{CF79B77F-70CF-48F1-B2F2-237E7238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分享方式</a:t>
            </a:r>
          </a:p>
        </p:txBody>
      </p:sp>
      <p:sp>
        <p:nvSpPr>
          <p:cNvPr id="21" name="text-73">
            <a:extLst xmlns:a="http://schemas.openxmlformats.org/drawingml/2006/main">
              <a:ext uri="{FF2B5EF4-FFF2-40B4-BE49-F238E27FC236}">
                <a16:creationId xmlns:a16="http://schemas.microsoft.com/office/drawing/2014/main" id="{24403DCB-339E-4920-A3BA-076D2426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完成分享連結、Google Sites 嵌入，或 GitHub Pages 部署計畫。</a:t>
            </a:r>
          </a:p>
        </p:txBody>
      </p:sp>
    </p:spTree>
    <p:extLst>
      <p:ext uri="{BB962C8B-B14F-4D97-AF65-F5344CB8AC3E}">
        <p14:creationId xmlns:p14="http://schemas.microsoft.com/office/powerpoint/2010/main" val="10240000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74">
            <a:extLst xmlns:a="http://schemas.openxmlformats.org/drawingml/2006/main">
              <a:ext uri="{FF2B5EF4-FFF2-40B4-BE49-F238E27FC236}">
                <a16:creationId xmlns:a16="http://schemas.microsoft.com/office/drawing/2014/main" id="{92DB0363-61CD-4FFD-A358-C2ABA41E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ACCESS &amp; PAIRING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81069A9-CB69-493C-BDA5-A92631A4E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共作規則：沒有相同帳號，也能一起完成</a:t>
            </a:r>
          </a:p>
        </p:txBody>
      </p:sp>
      <p:cxnSp>
        <p:nvCxnSpPr>
          <p:cNvPr id="20" name="shape-7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6">
            <a:extLst xmlns:a="http://schemas.openxmlformats.org/drawingml/2006/main">
              <a:ext uri="{FF2B5EF4-FFF2-40B4-BE49-F238E27FC236}">
                <a16:creationId xmlns:a16="http://schemas.microsoft.com/office/drawing/2014/main" id="{922D378F-0106-4D4A-84D5-5E25B5FA3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0BA41F4-D027-4307-8501-B6AF495C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77">
            <a:extLst xmlns:a="http://schemas.openxmlformats.org/drawingml/2006/main">
              <a:ext uri="{FF2B5EF4-FFF2-40B4-BE49-F238E27FC236}">
                <a16:creationId xmlns:a16="http://schemas.microsoft.com/office/drawing/2014/main" id="{9229E877-BC77-4633-B397-6F684317E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78">
            <a:extLst xmlns:a="http://schemas.openxmlformats.org/drawingml/2006/main">
              <a:ext uri="{FF2B5EF4-FFF2-40B4-BE49-F238E27FC236}">
                <a16:creationId xmlns:a16="http://schemas.microsoft.com/office/drawing/2014/main" id="{89F9FBFF-42DE-40C7-8C86-A22DE6B3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79">
            <a:extLst xmlns:a="http://schemas.openxmlformats.org/drawingml/2006/main">
              <a:ext uri="{FF2B5EF4-FFF2-40B4-BE49-F238E27FC236}">
                <a16:creationId xmlns:a16="http://schemas.microsoft.com/office/drawing/2014/main" id="{5B670BFD-E2CB-411B-AD63-A11B102D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主操作手</a:t>
            </a:r>
          </a:p>
        </p:txBody>
      </p:sp>
      <p:sp>
        <p:nvSpPr>
          <p:cNvPr id="9" name="text-80">
            <a:extLst xmlns:a="http://schemas.openxmlformats.org/drawingml/2006/main">
              <a:ext uri="{FF2B5EF4-FFF2-40B4-BE49-F238E27FC236}">
                <a16:creationId xmlns:a16="http://schemas.microsoft.com/office/drawing/2014/main" id="{D6267633-0ED6-4FAC-B6E6-DCE83468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登入有權限的工具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負責建立、儲存與分享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口述每一步決策</a:t>
            </a:r>
          </a:p>
        </p:txBody>
      </p:sp>
      <p:sp>
        <p:nvSpPr>
          <p:cNvPr id="10" name="text-81">
            <a:extLst xmlns:a="http://schemas.openxmlformats.org/drawingml/2006/main">
              <a:ext uri="{FF2B5EF4-FFF2-40B4-BE49-F238E27FC236}">
                <a16:creationId xmlns:a16="http://schemas.microsoft.com/office/drawing/2014/main" id="{6C7B960C-0FB3-4554-934F-2B26E8C3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測試與教學觀察員</a:t>
            </a:r>
          </a:p>
        </p:txBody>
      </p:sp>
      <p:sp>
        <p:nvSpPr>
          <p:cNvPr id="11" name="text-82">
            <a:extLst xmlns:a="http://schemas.openxmlformats.org/drawingml/2006/main">
              <a:ext uri="{FF2B5EF4-FFF2-40B4-BE49-F238E27FC236}">
                <a16:creationId xmlns:a16="http://schemas.microsoft.com/office/drawing/2014/main" id="{73DAEEF2-FB57-4450-BB12-993CA9FB6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扮演學生或同儕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提出反例與追問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記錄可教、可用、需改善之處</a:t>
            </a:r>
          </a:p>
        </p:txBody>
      </p:sp>
      <p:sp>
        <p:nvSpPr>
          <p:cNvPr id="12" name="text-83">
            <a:extLst xmlns:a="http://schemas.openxmlformats.org/drawingml/2006/main">
              <a:ext uri="{FF2B5EF4-FFF2-40B4-BE49-F238E27FC236}">
                <a16:creationId xmlns:a16="http://schemas.microsoft.com/office/drawing/2014/main" id="{F17A8491-2B8A-4545-822C-9C2B4BD8E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登入與建立</a:t>
            </a:r>
          </a:p>
        </p:txBody>
      </p:sp>
      <p:sp>
        <p:nvSpPr>
          <p:cNvPr id="13" name="text-84">
            <a:extLst xmlns:a="http://schemas.openxmlformats.org/drawingml/2006/main">
              <a:ext uri="{FF2B5EF4-FFF2-40B4-BE49-F238E27FC236}">
                <a16:creationId xmlns:a16="http://schemas.microsoft.com/office/drawing/2014/main" id="{FA762463-0685-4CC8-BB11-124BEAF5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93395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共同工作區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成果與檢核</a:t>
            </a:r>
          </a:p>
        </p:txBody>
      </p:sp>
      <p:sp>
        <p:nvSpPr>
          <p:cNvPr id="14" name="text-85">
            <a:extLst xmlns:a="http://schemas.openxmlformats.org/drawingml/2006/main">
              <a:ext uri="{FF2B5EF4-FFF2-40B4-BE49-F238E27FC236}">
                <a16:creationId xmlns:a16="http://schemas.microsoft.com/office/drawing/2014/main" id="{7F6FC3A0-1D5D-4FA5-A707-DAFFF953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觀察員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測試與提問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438400" y="5210175"/>
            <a:ext cx="2876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91350" y="5210175"/>
            <a:ext cx="2705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86">
            <a:extLst xmlns:a="http://schemas.openxmlformats.org/drawingml/2006/main">
              <a:ext uri="{FF2B5EF4-FFF2-40B4-BE49-F238E27FC236}">
                <a16:creationId xmlns:a16="http://schemas.microsoft.com/office/drawing/2014/main" id="{BDAA67CF-B2E1-456F-9F7F-4966B4EC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197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一人操作、一人驗證；成果放在同一個工作區</a:t>
            </a:r>
          </a:p>
        </p:txBody>
      </p:sp>
    </p:spTree>
    <p:extLst>
      <p:ext uri="{BB962C8B-B14F-4D97-AF65-F5344CB8AC3E}">
        <p14:creationId xmlns:p14="http://schemas.microsoft.com/office/powerpoint/2010/main" val="2283592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87">
            <a:extLst xmlns:a="http://schemas.openxmlformats.org/drawingml/2006/main">
              <a:ext uri="{FF2B5EF4-FFF2-40B4-BE49-F238E27FC236}">
                <a16:creationId xmlns:a16="http://schemas.microsoft.com/office/drawing/2014/main" id="{43211FE2-B729-4E3F-9B19-0600AE8C6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START WITH A PROBLEM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3B6CCA1-54B5-4081-B8AE-7706A68D0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先選一個真實教學或研究問題</a:t>
            </a:r>
          </a:p>
        </p:txBody>
      </p:sp>
      <p:cxnSp>
        <p:nvCxnSpPr>
          <p:cNvPr id="24" name="shape-8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9">
            <a:extLst xmlns:a="http://schemas.openxmlformats.org/drawingml/2006/main">
              <a:ext uri="{FF2B5EF4-FFF2-40B4-BE49-F238E27FC236}">
                <a16:creationId xmlns:a16="http://schemas.microsoft.com/office/drawing/2014/main" id="{7D4DB324-938C-4B47-BC08-000A08356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A4ABA91-AC7E-42C5-A147-E08129EC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90">
            <a:extLst xmlns:a="http://schemas.openxmlformats.org/drawingml/2006/main">
              <a:ext uri="{FF2B5EF4-FFF2-40B4-BE49-F238E27FC236}">
                <a16:creationId xmlns:a16="http://schemas.microsoft.com/office/drawing/2014/main" id="{72B2D074-77D7-4B3F-9A0A-631B112F4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91">
            <a:extLst xmlns:a="http://schemas.openxmlformats.org/drawingml/2006/main">
              <a:ext uri="{FF2B5EF4-FFF2-40B4-BE49-F238E27FC236}">
                <a16:creationId xmlns:a16="http://schemas.microsoft.com/office/drawing/2014/main" id="{433DFA74-0FA1-4593-84C6-D4D1112B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92">
            <a:extLst xmlns:a="http://schemas.openxmlformats.org/drawingml/2006/main">
              <a:ext uri="{FF2B5EF4-FFF2-40B4-BE49-F238E27FC236}">
                <a16:creationId xmlns:a16="http://schemas.microsoft.com/office/drawing/2014/main" id="{699D941C-BE8A-47FF-8172-2D4D2C9C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內容太多</a:t>
            </a:r>
          </a:p>
        </p:txBody>
      </p:sp>
      <p:sp>
        <p:nvSpPr>
          <p:cNvPr id="9" name="text-93">
            <a:extLst xmlns:a="http://schemas.openxmlformats.org/drawingml/2006/main">
              <a:ext uri="{FF2B5EF4-FFF2-40B4-BE49-F238E27FC236}">
                <a16:creationId xmlns:a16="http://schemas.microsoft.com/office/drawing/2014/main" id="{11C35C72-9D4A-4A7A-97E7-C7FE985A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學生抓不到核心概念，研究者也難快速梳理多份來源。</a:t>
            </a:r>
          </a:p>
        </p:txBody>
      </p:sp>
      <p:sp>
        <p:nvSpPr>
          <p:cNvPr id="10" name="shape-94">
            <a:extLst xmlns:a="http://schemas.openxmlformats.org/drawingml/2006/main">
              <a:ext uri="{FF2B5EF4-FFF2-40B4-BE49-F238E27FC236}">
                <a16:creationId xmlns:a16="http://schemas.microsoft.com/office/drawing/2014/main" id="{006D86B1-5640-4568-AB89-5379F5906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95">
            <a:extLst xmlns:a="http://schemas.openxmlformats.org/drawingml/2006/main">
              <a:ext uri="{FF2B5EF4-FFF2-40B4-BE49-F238E27FC236}">
                <a16:creationId xmlns:a16="http://schemas.microsoft.com/office/drawing/2014/main" id="{B39CBEC6-2F9F-4EDF-98A9-AFCCB0D5F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96">
            <a:extLst xmlns:a="http://schemas.openxmlformats.org/drawingml/2006/main">
              <a:ext uri="{FF2B5EF4-FFF2-40B4-BE49-F238E27FC236}">
                <a16:creationId xmlns:a16="http://schemas.microsoft.com/office/drawing/2014/main" id="{D0F218F6-10DF-4F2A-9361-A4E276AE3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資料難分析</a:t>
            </a:r>
          </a:p>
        </p:txBody>
      </p:sp>
      <p:sp>
        <p:nvSpPr>
          <p:cNvPr id="13" name="text-97">
            <a:extLst xmlns:a="http://schemas.openxmlformats.org/drawingml/2006/main">
              <a:ext uri="{FF2B5EF4-FFF2-40B4-BE49-F238E27FC236}">
                <a16:creationId xmlns:a16="http://schemas.microsoft.com/office/drawing/2014/main" id="{AE1EFBD4-71A2-43D0-B13D-8BB8096F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大量選擇題與簡答題需要整理、編碼、比對與人工複核。</a:t>
            </a:r>
          </a:p>
        </p:txBody>
      </p:sp>
      <p:sp>
        <p:nvSpPr>
          <p:cNvPr id="14" name="shape-98">
            <a:extLst xmlns:a="http://schemas.openxmlformats.org/drawingml/2006/main">
              <a:ext uri="{FF2B5EF4-FFF2-40B4-BE49-F238E27FC236}">
                <a16:creationId xmlns:a16="http://schemas.microsoft.com/office/drawing/2014/main" id="{470DA7D9-90F1-48FF-A794-30B05D82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99">
            <a:extLst xmlns:a="http://schemas.openxmlformats.org/drawingml/2006/main">
              <a:ext uri="{FF2B5EF4-FFF2-40B4-BE49-F238E27FC236}">
                <a16:creationId xmlns:a16="http://schemas.microsoft.com/office/drawing/2014/main" id="{4D3B948F-8045-4AF8-9BE6-6F4D68EDA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100">
            <a:extLst xmlns:a="http://schemas.openxmlformats.org/drawingml/2006/main">
              <a:ext uri="{FF2B5EF4-FFF2-40B4-BE49-F238E27FC236}">
                <a16:creationId xmlns:a16="http://schemas.microsoft.com/office/drawing/2014/main" id="{9C806C61-C53C-4E06-93FF-5F5425ADB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活動太平</a:t>
            </a:r>
          </a:p>
        </p:txBody>
      </p:sp>
      <p:sp>
        <p:nvSpPr>
          <p:cNvPr id="17" name="text-101">
            <a:extLst xmlns:a="http://schemas.openxmlformats.org/drawingml/2006/main">
              <a:ext uri="{FF2B5EF4-FFF2-40B4-BE49-F238E27FC236}">
                <a16:creationId xmlns:a16="http://schemas.microsoft.com/office/drawing/2014/main" id="{B113C616-194A-48A9-880D-5BF17FA8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希望把講述內容轉成可操作、可探索的互動任務。</a:t>
            </a:r>
          </a:p>
        </p:txBody>
      </p:sp>
      <p:sp>
        <p:nvSpPr>
          <p:cNvPr id="18" name="shape-102">
            <a:extLst xmlns:a="http://schemas.openxmlformats.org/drawingml/2006/main">
              <a:ext uri="{FF2B5EF4-FFF2-40B4-BE49-F238E27FC236}">
                <a16:creationId xmlns:a16="http://schemas.microsoft.com/office/drawing/2014/main" id="{F38202B3-6E24-4AE7-A721-9F550D0BD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03">
            <a:extLst xmlns:a="http://schemas.openxmlformats.org/drawingml/2006/main">
              <a:ext uri="{FF2B5EF4-FFF2-40B4-BE49-F238E27FC236}">
                <a16:creationId xmlns:a16="http://schemas.microsoft.com/office/drawing/2014/main" id="{C4F34442-7991-49E6-AFB6-EC4E1F45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</a:t>
            </a:r>
          </a:p>
        </p:txBody>
      </p:sp>
      <p:sp>
        <p:nvSpPr>
          <p:cNvPr id="20" name="text-104">
            <a:extLst xmlns:a="http://schemas.openxmlformats.org/drawingml/2006/main">
              <a:ext uri="{FF2B5EF4-FFF2-40B4-BE49-F238E27FC236}">
                <a16:creationId xmlns:a16="http://schemas.microsoft.com/office/drawing/2014/main" id="{0605C43D-AE1C-4B74-B56D-8D36C1FFA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研究難累積</a:t>
            </a:r>
          </a:p>
        </p:txBody>
      </p:sp>
      <p:sp>
        <p:nvSpPr>
          <p:cNvPr id="21" name="text-105">
            <a:extLst xmlns:a="http://schemas.openxmlformats.org/drawingml/2006/main">
              <a:ext uri="{FF2B5EF4-FFF2-40B4-BE49-F238E27FC236}">
                <a16:creationId xmlns:a16="http://schemas.microsoft.com/office/drawing/2014/main" id="{6076BA85-9510-45C6-985D-D991245A9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想把文獻、資料、方法與成果整理成可持續更新的工作區。</a:t>
            </a:r>
          </a:p>
        </p:txBody>
      </p:sp>
    </p:spTree>
    <p:extLst>
      <p:ext uri="{BB962C8B-B14F-4D97-AF65-F5344CB8AC3E}">
        <p14:creationId xmlns:p14="http://schemas.microsoft.com/office/powerpoint/2010/main" val="9378232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06">
            <a:extLst xmlns:a="http://schemas.openxmlformats.org/drawingml/2006/main">
              <a:ext uri="{FF2B5EF4-FFF2-40B4-BE49-F238E27FC236}">
                <a16:creationId xmlns:a16="http://schemas.microsoft.com/office/drawing/2014/main" id="{5487460D-F011-4962-8AC7-3CE39380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REAL EXAMPLES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B89EA99-182C-4456-9E3C-A741EAAB6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123 個案例，不是作品櫃：是教學與研究需求資料庫</a:t>
            </a:r>
          </a:p>
        </p:txBody>
      </p:sp>
      <p:cxnSp>
        <p:nvCxnSpPr>
          <p:cNvPr id="15" name="shape-10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08">
            <a:extLst xmlns:a="http://schemas.openxmlformats.org/drawingml/2006/main">
              <a:ext uri="{FF2B5EF4-FFF2-40B4-BE49-F238E27FC236}">
                <a16:creationId xmlns:a16="http://schemas.microsoft.com/office/drawing/2014/main" id="{8751786D-90C7-4A8B-A40C-E8FD6E18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33822FB-B397-47CA-A33B-FE0B591B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9d0a7b12fa425b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09">
            <a:extLst xmlns:a="http://schemas.openxmlformats.org/drawingml/2006/main">
              <a:ext uri="{FF2B5EF4-FFF2-40B4-BE49-F238E27FC236}">
                <a16:creationId xmlns:a16="http://schemas.microsoft.com/office/drawing/2014/main" id="{F465C5EF-602D-4854-9208-2F8DE54B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阿凱老師的教育科技創新專區</a:t>
            </a:r>
          </a:p>
        </p:txBody>
      </p:sp>
      <p:sp>
        <p:nvSpPr>
          <p:cNvPr id="8" name="text-110">
            <a:extLst xmlns:a="http://schemas.openxmlformats.org/drawingml/2006/main">
              <a:ext uri="{FF2B5EF4-FFF2-40B4-BE49-F238E27FC236}">
                <a16:creationId xmlns:a16="http://schemas.microsoft.com/office/drawing/2014/main" id="{19F1FF79-C40A-4375-9E30-BCC6FB38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123 個老師做的免費工具卡片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從課堂互動、評語優化到行政自動化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每張卡片與部落格都可作為提示詞、介面與部署案例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網址：cagoooo.github.io/Akai/</a:t>
            </a:r>
          </a:p>
        </p:txBody>
      </p:sp>
      <p:sp>
        <p:nvSpPr>
          <p:cNvPr id="9" name="text-576">
            <a:extLst xmlns:a="http://schemas.openxmlformats.org/drawingml/2006/main">
              <a:ext uri="{FF2B5EF4-FFF2-40B4-BE49-F238E27FC236}">
                <a16:creationId xmlns:a16="http://schemas.microsoft.com/office/drawing/2014/main" id="{2C3D7E44-833C-4561-B480-81E1D326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72933b14de14e6f"/>
              </a:rPr>
              <a:t>開啟教育科技創新專區 ↗</a:t>
            </a:r>
          </a:p>
        </p:txBody>
      </p:sp>
      <p:sp>
        <p:nvSpPr>
          <p:cNvPr id="10" name="shape-601">
            <a:extLst xmlns:a="http://schemas.openxmlformats.org/drawingml/2006/main">
              <a:ext uri="{FF2B5EF4-FFF2-40B4-BE49-F238E27FC236}">
                <a16:creationId xmlns:a16="http://schemas.microsoft.com/office/drawing/2014/main" id="{39CD32D6-E5B2-4F30-812E-AC1B9DE7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f7f444824e4dc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02">
            <a:extLst xmlns:a="http://schemas.openxmlformats.org/drawingml/2006/main">
              <a:ext uri="{FF2B5EF4-FFF2-40B4-BE49-F238E27FC236}">
                <a16:creationId xmlns:a16="http://schemas.microsoft.com/office/drawing/2014/main" id="{37AE4BF0-DB41-4E0A-98EC-91D623634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</p:spTree>
    <p:extLst>
      <p:ext uri="{BB962C8B-B14F-4D97-AF65-F5344CB8AC3E}">
        <p14:creationId xmlns:p14="http://schemas.microsoft.com/office/powerpoint/2010/main" val="8647372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11">
            <a:extLst xmlns:a="http://schemas.openxmlformats.org/drawingml/2006/main">
              <a:ext uri="{FF2B5EF4-FFF2-40B4-BE49-F238E27FC236}">
                <a16:creationId xmlns:a16="http://schemas.microsoft.com/office/drawing/2014/main" id="{A00EC2AA-7B7E-4500-8418-7774375D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796B44A-5FE2-4C72-93BC-5CD5223F3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阿凱老師實戰案例導航｜語文、設計、互動</a:t>
            </a:r>
          </a:p>
        </p:txBody>
      </p:sp>
      <p:cxnSp>
        <p:nvCxnSpPr>
          <p:cNvPr id="33" name="shape-11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13">
            <a:extLst xmlns:a="http://schemas.openxmlformats.org/drawingml/2006/main">
              <a:ext uri="{FF2B5EF4-FFF2-40B4-BE49-F238E27FC236}">
                <a16:creationId xmlns:a16="http://schemas.microsoft.com/office/drawing/2014/main" id="{3D56DE91-EF50-489D-9F99-91F38F37B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9B4BFE3-822C-422E-BAB2-A87AED69B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114">
            <a:extLst xmlns:a="http://schemas.openxmlformats.org/drawingml/2006/main">
              <a:ext uri="{FF2B5EF4-FFF2-40B4-BE49-F238E27FC236}">
                <a16:creationId xmlns:a16="http://schemas.microsoft.com/office/drawing/2014/main" id="{7C3983CD-4BC4-4BB1-9908-7EBA084B3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先讀工具卡片理解設計脈絡，再直接開啟應用觀察輸入、輸出與操作流程。</a:t>
            </a:r>
          </a:p>
        </p:txBody>
      </p:sp>
      <p:sp>
        <p:nvSpPr>
          <p:cNvPr id="7" name="shape-115">
            <a:extLst xmlns:a="http://schemas.openxmlformats.org/drawingml/2006/main">
              <a:ext uri="{FF2B5EF4-FFF2-40B4-BE49-F238E27FC236}">
                <a16:creationId xmlns:a16="http://schemas.microsoft.com/office/drawing/2014/main" id="{C4458122-5728-43F0-A51B-47D72640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16">
            <a:extLst xmlns:a="http://schemas.openxmlformats.org/drawingml/2006/main">
              <a:ext uri="{FF2B5EF4-FFF2-40B4-BE49-F238E27FC236}">
                <a16:creationId xmlns:a16="http://schemas.microsoft.com/office/drawing/2014/main" id="{E9219D36-543D-45E5-827D-0E0F69BDF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#91 · 語文創作</a:t>
            </a:r>
          </a:p>
        </p:txBody>
      </p:sp>
      <p:sp>
        <p:nvSpPr>
          <p:cNvPr id="9" name="text-117">
            <a:extLst xmlns:a="http://schemas.openxmlformats.org/drawingml/2006/main">
              <a:ext uri="{FF2B5EF4-FFF2-40B4-BE49-F238E27FC236}">
                <a16:creationId xmlns:a16="http://schemas.microsoft.com/office/drawing/2014/main" id="{E0D27701-3028-4A68-8617-5D6844C50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✨ 點亮詩意 Pro ✨早安長輩圖</a:t>
            </a:r>
          </a:p>
        </p:txBody>
      </p:sp>
      <p:sp>
        <p:nvSpPr>
          <p:cNvPr id="10" name="text-118">
            <a:extLst xmlns:a="http://schemas.openxmlformats.org/drawingml/2006/main">
              <a:ext uri="{FF2B5EF4-FFF2-40B4-BE49-F238E27FC236}">
                <a16:creationId xmlns:a16="http://schemas.microsoft.com/office/drawing/2014/main" id="{AFBFEB22-882E-4893-A38B-F6BC70C97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上傳照片產出繁體詩詞與圖文作品，適合看圖寫詩、意境討論與數位創作。</a:t>
            </a:r>
          </a:p>
        </p:txBody>
      </p:sp>
      <p:sp>
        <p:nvSpPr>
          <p:cNvPr id="11" name="text-119">
            <a:extLst xmlns:a="http://schemas.openxmlformats.org/drawingml/2006/main">
              <a:ext uri="{FF2B5EF4-FFF2-40B4-BE49-F238E27FC236}">
                <a16:creationId xmlns:a16="http://schemas.microsoft.com/office/drawing/2014/main" id="{679099AE-FE12-47E0-94AE-E8E20D43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c1493cb997c4140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05a1b833474066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20">
            <a:extLst xmlns:a="http://schemas.openxmlformats.org/drawingml/2006/main">
              <a:ext uri="{FF2B5EF4-FFF2-40B4-BE49-F238E27FC236}">
                <a16:creationId xmlns:a16="http://schemas.microsoft.com/office/drawing/2014/main" id="{5729120B-249A-496B-8CD1-06560F9D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4d3a373531b4b71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e0fadf90ac4098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21">
            <a:extLst xmlns:a="http://schemas.openxmlformats.org/drawingml/2006/main">
              <a:ext uri="{FF2B5EF4-FFF2-40B4-BE49-F238E27FC236}">
                <a16:creationId xmlns:a16="http://schemas.microsoft.com/office/drawing/2014/main" id="{47E8B35E-C02A-496B-8618-270A1D112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122">
            <a:extLst xmlns:a="http://schemas.openxmlformats.org/drawingml/2006/main">
              <a:ext uri="{FF2B5EF4-FFF2-40B4-BE49-F238E27FC236}">
                <a16:creationId xmlns:a16="http://schemas.microsoft.com/office/drawing/2014/main" id="{132498AD-16AA-44C8-A28C-BCB7D516F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#58 · 教學設計</a:t>
            </a:r>
          </a:p>
        </p:txBody>
      </p:sp>
      <p:sp>
        <p:nvSpPr>
          <p:cNvPr id="17" name="text-123">
            <a:extLst xmlns:a="http://schemas.openxmlformats.org/drawingml/2006/main">
              <a:ext uri="{FF2B5EF4-FFF2-40B4-BE49-F238E27FC236}">
                <a16:creationId xmlns:a16="http://schemas.microsoft.com/office/drawing/2014/main" id="{07A98496-98CC-406C-943F-7E31A21C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教師數位備課教案小幫手</a:t>
            </a:r>
          </a:p>
        </p:txBody>
      </p:sp>
      <p:sp>
        <p:nvSpPr>
          <p:cNvPr id="18" name="text-124">
            <a:extLst xmlns:a="http://schemas.openxmlformats.org/drawingml/2006/main">
              <a:ext uri="{FF2B5EF4-FFF2-40B4-BE49-F238E27FC236}">
                <a16:creationId xmlns:a16="http://schemas.microsoft.com/office/drawing/2014/main" id="{3FD4E7D0-474A-482C-A589-5E45E69F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AI 產出教案與活動設計，示範從教學需求走到可使用的成果。</a:t>
            </a:r>
          </a:p>
        </p:txBody>
      </p:sp>
      <p:sp>
        <p:nvSpPr>
          <p:cNvPr id="19" name="text-125">
            <a:extLst xmlns:a="http://schemas.openxmlformats.org/drawingml/2006/main">
              <a:ext uri="{FF2B5EF4-FFF2-40B4-BE49-F238E27FC236}">
                <a16:creationId xmlns:a16="http://schemas.microsoft.com/office/drawing/2014/main" id="{897057DC-80A2-49BF-AD6D-5E1DBED5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34eb64270f14090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92f2dfd21a4a4e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26">
            <a:extLst xmlns:a="http://schemas.openxmlformats.org/drawingml/2006/main">
              <a:ext uri="{FF2B5EF4-FFF2-40B4-BE49-F238E27FC236}">
                <a16:creationId xmlns:a16="http://schemas.microsoft.com/office/drawing/2014/main" id="{1FCDC23C-9AD3-4EA7-A32E-8390E61D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3735650c0dd42c7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9113163f18411f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27">
            <a:extLst xmlns:a="http://schemas.openxmlformats.org/drawingml/2006/main">
              <a:ext uri="{FF2B5EF4-FFF2-40B4-BE49-F238E27FC236}">
                <a16:creationId xmlns:a16="http://schemas.microsoft.com/office/drawing/2014/main" id="{9A47ADAD-2B2C-4CE1-AB3B-BC8796A4B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128">
            <a:extLst xmlns:a="http://schemas.openxmlformats.org/drawingml/2006/main">
              <a:ext uri="{FF2B5EF4-FFF2-40B4-BE49-F238E27FC236}">
                <a16:creationId xmlns:a16="http://schemas.microsoft.com/office/drawing/2014/main" id="{1BCE0093-0E91-40C0-9DA9-1051A22C8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#11 · 互動網站</a:t>
            </a:r>
          </a:p>
        </p:txBody>
      </p:sp>
      <p:sp>
        <p:nvSpPr>
          <p:cNvPr id="25" name="text-129">
            <a:extLst xmlns:a="http://schemas.openxmlformats.org/drawingml/2006/main">
              <a:ext uri="{FF2B5EF4-FFF2-40B4-BE49-F238E27FC236}">
                <a16:creationId xmlns:a16="http://schemas.microsoft.com/office/drawing/2014/main" id="{EEB1989F-F037-4B38-AD3B-D65BF40FC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剛好學：課堂互動 so easy</a:t>
            </a:r>
          </a:p>
        </p:txBody>
      </p:sp>
      <p:sp>
        <p:nvSpPr>
          <p:cNvPr id="26" name="text-130">
            <a:extLst xmlns:a="http://schemas.openxmlformats.org/drawingml/2006/main">
              <a:ext uri="{FF2B5EF4-FFF2-40B4-BE49-F238E27FC236}">
                <a16:creationId xmlns:a16="http://schemas.microsoft.com/office/drawing/2014/main" id="{6AA11EEC-DB4A-4BBA-A0CF-8E45E2C6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 種互動模式涵蓋投票、閱讀測驗、文字雲、繪圖題與作品牆。</a:t>
            </a:r>
          </a:p>
        </p:txBody>
      </p:sp>
      <p:sp>
        <p:nvSpPr>
          <p:cNvPr id="27" name="text-131">
            <a:extLst xmlns:a="http://schemas.openxmlformats.org/drawingml/2006/main">
              <a:ext uri="{FF2B5EF4-FFF2-40B4-BE49-F238E27FC236}">
                <a16:creationId xmlns:a16="http://schemas.microsoft.com/office/drawing/2014/main" id="{31C0D8DB-6183-41B5-BCD0-09D51DF90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0b287769d5e46a5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1866a65d854b66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32">
            <a:extLst xmlns:a="http://schemas.openxmlformats.org/drawingml/2006/main">
              <a:ext uri="{FF2B5EF4-FFF2-40B4-BE49-F238E27FC236}">
                <a16:creationId xmlns:a16="http://schemas.microsoft.com/office/drawing/2014/main" id="{97CAF1C9-4B67-48AD-AB43-E6CAA80A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b897b00e91d403b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36d5f7a4de4105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4669398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33">
            <a:extLst xmlns:a="http://schemas.openxmlformats.org/drawingml/2006/main">
              <a:ext uri="{FF2B5EF4-FFF2-40B4-BE49-F238E27FC236}">
                <a16:creationId xmlns:a16="http://schemas.microsoft.com/office/drawing/2014/main" id="{BF7BF3A7-83D1-4FB8-A9AC-ABC52864F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AA16E72-9874-49B7-BEC5-83020DCAA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阿凱老師實戰案例導航｜評量與部署</a:t>
            </a:r>
          </a:p>
        </p:txBody>
      </p:sp>
      <p:cxnSp>
        <p:nvCxnSpPr>
          <p:cNvPr id="33" name="shape-13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35">
            <a:extLst xmlns:a="http://schemas.openxmlformats.org/drawingml/2006/main">
              <a:ext uri="{FF2B5EF4-FFF2-40B4-BE49-F238E27FC236}">
                <a16:creationId xmlns:a16="http://schemas.microsoft.com/office/drawing/2014/main" id="{F5CAB8E2-BC5E-48A1-880D-E0ECE5CC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E901B06-0D75-4D99-849A-860AB2D0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136">
            <a:extLst xmlns:a="http://schemas.openxmlformats.org/drawingml/2006/main">
              <a:ext uri="{FF2B5EF4-FFF2-40B4-BE49-F238E27FC236}">
                <a16:creationId xmlns:a16="http://schemas.microsoft.com/office/drawing/2014/main" id="{AE3A97C4-C965-41B2-B7FF-205F0793F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比較同一個教學構想如何透過即時回饋、Google Sites 與 GitHub Pages 落地。</a:t>
            </a:r>
          </a:p>
        </p:txBody>
      </p:sp>
      <p:sp>
        <p:nvSpPr>
          <p:cNvPr id="7" name="shape-137">
            <a:extLst xmlns:a="http://schemas.openxmlformats.org/drawingml/2006/main">
              <a:ext uri="{FF2B5EF4-FFF2-40B4-BE49-F238E27FC236}">
                <a16:creationId xmlns:a16="http://schemas.microsoft.com/office/drawing/2014/main" id="{32CD998F-7962-44AB-AF2C-2926937B7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38">
            <a:extLst xmlns:a="http://schemas.openxmlformats.org/drawingml/2006/main">
              <a:ext uri="{FF2B5EF4-FFF2-40B4-BE49-F238E27FC236}">
                <a16:creationId xmlns:a16="http://schemas.microsoft.com/office/drawing/2014/main" id="{4578BE61-0AE1-4B98-B0CC-97449C093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#3 · 形成性評量</a:t>
            </a:r>
          </a:p>
        </p:txBody>
      </p:sp>
      <p:sp>
        <p:nvSpPr>
          <p:cNvPr id="9" name="text-139">
            <a:extLst xmlns:a="http://schemas.openxmlformats.org/drawingml/2006/main">
              <a:ext uri="{FF2B5EF4-FFF2-40B4-BE49-F238E27FC236}">
                <a16:creationId xmlns:a16="http://schemas.microsoft.com/office/drawing/2014/main" id="{527D1541-2AA3-4ED7-A55C-9F6CCE51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學生即時投票系統</a:t>
            </a:r>
          </a:p>
        </p:txBody>
      </p:sp>
      <p:sp>
        <p:nvSpPr>
          <p:cNvPr id="10" name="text-140">
            <a:extLst xmlns:a="http://schemas.openxmlformats.org/drawingml/2006/main">
              <a:ext uri="{FF2B5EF4-FFF2-40B4-BE49-F238E27FC236}">
                <a16:creationId xmlns:a16="http://schemas.microsoft.com/office/drawing/2014/main" id="{CA8017CE-7C2D-447F-BBF6-1634F694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掃 QR Code 即時作答；連投影片上的題目也能快速轉成互動活動。</a:t>
            </a:r>
          </a:p>
        </p:txBody>
      </p:sp>
      <p:sp>
        <p:nvSpPr>
          <p:cNvPr id="11" name="text-141">
            <a:extLst xmlns:a="http://schemas.openxmlformats.org/drawingml/2006/main">
              <a:ext uri="{FF2B5EF4-FFF2-40B4-BE49-F238E27FC236}">
                <a16:creationId xmlns:a16="http://schemas.microsoft.com/office/drawing/2014/main" id="{D770059B-0A3F-4393-927D-9EFFF48DA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7d0818cf9f645e6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8838e80e8a47bf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42">
            <a:extLst xmlns:a="http://schemas.openxmlformats.org/drawingml/2006/main">
              <a:ext uri="{FF2B5EF4-FFF2-40B4-BE49-F238E27FC236}">
                <a16:creationId xmlns:a16="http://schemas.microsoft.com/office/drawing/2014/main" id="{007980EE-094D-4217-9E7B-A7C14145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18cdc28caf044a3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c6e0bb195e4a2a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43">
            <a:extLst xmlns:a="http://schemas.openxmlformats.org/drawingml/2006/main">
              <a:ext uri="{FF2B5EF4-FFF2-40B4-BE49-F238E27FC236}">
                <a16:creationId xmlns:a16="http://schemas.microsoft.com/office/drawing/2014/main" id="{F2C5DC68-4DE1-4742-B173-2732FD84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144">
            <a:extLst xmlns:a="http://schemas.openxmlformats.org/drawingml/2006/main">
              <a:ext uri="{FF2B5EF4-FFF2-40B4-BE49-F238E27FC236}">
                <a16:creationId xmlns:a16="http://schemas.microsoft.com/office/drawing/2014/main" id="{B469CF10-17D2-4077-A4C5-11F86A86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#24 · Google Sites</a:t>
            </a:r>
          </a:p>
        </p:txBody>
      </p:sp>
      <p:sp>
        <p:nvSpPr>
          <p:cNvPr id="17" name="text-145">
            <a:extLst xmlns:a="http://schemas.openxmlformats.org/drawingml/2006/main">
              <a:ext uri="{FF2B5EF4-FFF2-40B4-BE49-F238E27FC236}">
                <a16:creationId xmlns:a16="http://schemas.microsoft.com/office/drawing/2014/main" id="{5E132928-C66E-4E41-85D7-9C2FBE96E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教師午會記錄報告站</a:t>
            </a:r>
          </a:p>
        </p:txBody>
      </p:sp>
      <p:sp>
        <p:nvSpPr>
          <p:cNvPr id="18" name="text-146">
            <a:extLst xmlns:a="http://schemas.openxmlformats.org/drawingml/2006/main">
              <a:ext uri="{FF2B5EF4-FFF2-40B4-BE49-F238E27FC236}">
                <a16:creationId xmlns:a16="http://schemas.microsoft.com/office/drawing/2014/main" id="{6A833EFA-7F32-4FB2-8348-B2FF2827C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 Google Sites 承載會議紀錄與互動式報告，示範嵌入與分享。</a:t>
            </a:r>
          </a:p>
        </p:txBody>
      </p:sp>
      <p:sp>
        <p:nvSpPr>
          <p:cNvPr id="19" name="text-147">
            <a:extLst xmlns:a="http://schemas.openxmlformats.org/drawingml/2006/main">
              <a:ext uri="{FF2B5EF4-FFF2-40B4-BE49-F238E27FC236}">
                <a16:creationId xmlns:a16="http://schemas.microsoft.com/office/drawing/2014/main" id="{8CB227BC-61E6-4E47-96DA-58C303AAA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e2530afc5cb4b81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ed4438e32d4561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48">
            <a:extLst xmlns:a="http://schemas.openxmlformats.org/drawingml/2006/main">
              <a:ext uri="{FF2B5EF4-FFF2-40B4-BE49-F238E27FC236}">
                <a16:creationId xmlns:a16="http://schemas.microsoft.com/office/drawing/2014/main" id="{F2BD5D13-C693-47AD-AB86-F9247C95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9148f104a3741d5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7aa492d404db4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49">
            <a:extLst xmlns:a="http://schemas.openxmlformats.org/drawingml/2006/main">
              <a:ext uri="{FF2B5EF4-FFF2-40B4-BE49-F238E27FC236}">
                <a16:creationId xmlns:a16="http://schemas.microsoft.com/office/drawing/2014/main" id="{0D1F1AF8-AB4B-459F-9364-9CABCE7F8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150">
            <a:extLst xmlns:a="http://schemas.openxmlformats.org/drawingml/2006/main">
              <a:ext uri="{FF2B5EF4-FFF2-40B4-BE49-F238E27FC236}">
                <a16:creationId xmlns:a16="http://schemas.microsoft.com/office/drawing/2014/main" id="{4D8A5D32-9A9A-459B-A67D-08129602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#81 · GitHub Pages</a:t>
            </a:r>
          </a:p>
        </p:txBody>
      </p:sp>
      <p:sp>
        <p:nvSpPr>
          <p:cNvPr id="25" name="text-151">
            <a:extLst xmlns:a="http://schemas.openxmlformats.org/drawingml/2006/main">
              <a:ext uri="{FF2B5EF4-FFF2-40B4-BE49-F238E27FC236}">
                <a16:creationId xmlns:a16="http://schemas.microsoft.com/office/drawing/2014/main" id="{BC9C311F-B292-4F09-A5D7-3A4C46D4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國小資訊科技教學駕駛艙</a:t>
            </a:r>
          </a:p>
        </p:txBody>
      </p:sp>
      <p:sp>
        <p:nvSpPr>
          <p:cNvPr id="26" name="text-152">
            <a:extLst xmlns:a="http://schemas.openxmlformats.org/drawingml/2006/main">
              <a:ext uri="{FF2B5EF4-FFF2-40B4-BE49-F238E27FC236}">
                <a16:creationId xmlns:a16="http://schemas.microsoft.com/office/drawing/2014/main" id="{9A12241C-E4AD-4EA1-AA7E-1EEEE7C38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整合全學期課程、影片、Canvas 關卡與評量入口的一站式教學網站。</a:t>
            </a:r>
          </a:p>
        </p:txBody>
      </p:sp>
      <p:sp>
        <p:nvSpPr>
          <p:cNvPr id="27" name="text-153">
            <a:extLst xmlns:a="http://schemas.openxmlformats.org/drawingml/2006/main">
              <a:ext uri="{FF2B5EF4-FFF2-40B4-BE49-F238E27FC236}">
                <a16:creationId xmlns:a16="http://schemas.microsoft.com/office/drawing/2014/main" id="{EF361ECD-825E-4948-B09C-8E7E59D0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21ff682052d47ac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7fe032fb1649e2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54">
            <a:extLst xmlns:a="http://schemas.openxmlformats.org/drawingml/2006/main">
              <a:ext uri="{FF2B5EF4-FFF2-40B4-BE49-F238E27FC236}">
                <a16:creationId xmlns:a16="http://schemas.microsoft.com/office/drawing/2014/main" id="{F4304DE2-5029-4057-A2B2-7234754A2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f3f1de96db84c8c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8a63fb3ab64d8f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40059710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55">
            <a:extLst xmlns:a="http://schemas.openxmlformats.org/drawingml/2006/main">
              <a:ext uri="{FF2B5EF4-FFF2-40B4-BE49-F238E27FC236}">
                <a16:creationId xmlns:a16="http://schemas.microsoft.com/office/drawing/2014/main" id="{A0ABE843-03CE-44D7-9608-9E19D922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THE TEACHING STUDIO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ED335D2-6A94-4903-8C3C-B4ADCE99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一條完整產線，四個工具各司其職</a:t>
            </a:r>
          </a:p>
        </p:txBody>
      </p:sp>
      <p:cxnSp>
        <p:nvCxnSpPr>
          <p:cNvPr id="28" name="shape-15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57">
            <a:extLst xmlns:a="http://schemas.openxmlformats.org/drawingml/2006/main">
              <a:ext uri="{FF2B5EF4-FFF2-40B4-BE49-F238E27FC236}">
                <a16:creationId xmlns:a16="http://schemas.microsoft.com/office/drawing/2014/main" id="{E19063F7-6C40-456D-B2E8-FFFF47EA0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212D27C-730B-4F8C-893E-C74C8A62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text-158">
            <a:extLst xmlns:a="http://schemas.openxmlformats.org/drawingml/2006/main">
              <a:ext uri="{FF2B5EF4-FFF2-40B4-BE49-F238E27FC236}">
                <a16:creationId xmlns:a16="http://schemas.microsoft.com/office/drawing/2014/main" id="{047FB2AF-9017-4439-9CAB-0E230822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159">
            <a:extLst xmlns:a="http://schemas.openxmlformats.org/drawingml/2006/main">
              <a:ext uri="{FF2B5EF4-FFF2-40B4-BE49-F238E27FC236}">
                <a16:creationId xmlns:a16="http://schemas.microsoft.com/office/drawing/2014/main" id="{B07C3A44-0860-4990-AEF0-ADD68E594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8" name="text-160">
            <a:extLst xmlns:a="http://schemas.openxmlformats.org/drawingml/2006/main">
              <a:ext uri="{FF2B5EF4-FFF2-40B4-BE49-F238E27FC236}">
                <a16:creationId xmlns:a16="http://schemas.microsoft.com/office/drawing/2014/main" id="{31C51FDF-0547-48E5-B524-430DAD71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課綱、論文、講義、網站</a:t>
            </a:r>
          </a:p>
        </p:txBody>
      </p:sp>
      <p:sp>
        <p:nvSpPr>
          <p:cNvPr id="9" name="text-161">
            <a:extLst xmlns:a="http://schemas.openxmlformats.org/drawingml/2006/main">
              <a:ext uri="{FF2B5EF4-FFF2-40B4-BE49-F238E27FC236}">
                <a16:creationId xmlns:a16="http://schemas.microsoft.com/office/drawing/2014/main" id="{2985DD67-5B24-420C-A198-CE12EE003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162">
            <a:extLst xmlns:a="http://schemas.openxmlformats.org/drawingml/2006/main">
              <a:ext uri="{FF2B5EF4-FFF2-40B4-BE49-F238E27FC236}">
                <a16:creationId xmlns:a16="http://schemas.microsoft.com/office/drawing/2014/main" id="{251954DF-F5B5-42FF-A334-028591B71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63">
            <a:extLst xmlns:a="http://schemas.openxmlformats.org/drawingml/2006/main">
              <a:ext uri="{FF2B5EF4-FFF2-40B4-BE49-F238E27FC236}">
                <a16:creationId xmlns:a16="http://schemas.microsoft.com/office/drawing/2014/main" id="{AF49A57E-FB7A-40F5-ADBD-C99170BE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2" name="text-164">
            <a:extLst xmlns:a="http://schemas.openxmlformats.org/drawingml/2006/main">
              <a:ext uri="{FF2B5EF4-FFF2-40B4-BE49-F238E27FC236}">
                <a16:creationId xmlns:a16="http://schemas.microsoft.com/office/drawing/2014/main" id="{5418257E-1B19-4812-83BD-4A0DA5B8C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查證、整理、轉化</a:t>
            </a:r>
          </a:p>
        </p:txBody>
      </p:sp>
      <p:sp>
        <p:nvSpPr>
          <p:cNvPr id="13" name="text-165">
            <a:extLst xmlns:a="http://schemas.openxmlformats.org/drawingml/2006/main">
              <a:ext uri="{FF2B5EF4-FFF2-40B4-BE49-F238E27FC236}">
                <a16:creationId xmlns:a16="http://schemas.microsoft.com/office/drawing/2014/main" id="{DE910C5E-2840-400B-8EA1-CE6A40A76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166">
            <a:extLst xmlns:a="http://schemas.openxmlformats.org/drawingml/2006/main">
              <a:ext uri="{FF2B5EF4-FFF2-40B4-BE49-F238E27FC236}">
                <a16:creationId xmlns:a16="http://schemas.microsoft.com/office/drawing/2014/main" id="{DBD316FE-22C0-49DC-B993-E13ECCC7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167">
            <a:extLst xmlns:a="http://schemas.openxmlformats.org/drawingml/2006/main">
              <a:ext uri="{FF2B5EF4-FFF2-40B4-BE49-F238E27FC236}">
                <a16:creationId xmlns:a16="http://schemas.microsoft.com/office/drawing/2014/main" id="{C5D1C782-47EC-447C-A007-23DEC574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16" name="text-168">
            <a:extLst xmlns:a="http://schemas.openxmlformats.org/drawingml/2006/main">
              <a:ext uri="{FF2B5EF4-FFF2-40B4-BE49-F238E27FC236}">
                <a16:creationId xmlns:a16="http://schemas.microsoft.com/office/drawing/2014/main" id="{2F5DED6B-529E-47D8-8D35-AB53B554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固定角色與方法</a:t>
            </a:r>
          </a:p>
        </p:txBody>
      </p:sp>
      <p:sp>
        <p:nvSpPr>
          <p:cNvPr id="17" name="text-169">
            <a:extLst xmlns:a="http://schemas.openxmlformats.org/drawingml/2006/main">
              <a:ext uri="{FF2B5EF4-FFF2-40B4-BE49-F238E27FC236}">
                <a16:creationId xmlns:a16="http://schemas.microsoft.com/office/drawing/2014/main" id="{9D138766-F9A0-41A4-A095-70A8486F3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170">
            <a:extLst xmlns:a="http://schemas.openxmlformats.org/drawingml/2006/main">
              <a:ext uri="{FF2B5EF4-FFF2-40B4-BE49-F238E27FC236}">
                <a16:creationId xmlns:a16="http://schemas.microsoft.com/office/drawing/2014/main" id="{2F95CFEF-DF32-47C8-9FB9-86E53D28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171">
            <a:extLst xmlns:a="http://schemas.openxmlformats.org/drawingml/2006/main">
              <a:ext uri="{FF2B5EF4-FFF2-40B4-BE49-F238E27FC236}">
                <a16:creationId xmlns:a16="http://schemas.microsoft.com/office/drawing/2014/main" id="{B79D1BE5-9EC4-4BF7-BE6E-CD19D99B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0" name="text-172">
            <a:extLst xmlns:a="http://schemas.openxmlformats.org/drawingml/2006/main">
              <a:ext uri="{FF2B5EF4-FFF2-40B4-BE49-F238E27FC236}">
                <a16:creationId xmlns:a16="http://schemas.microsoft.com/office/drawing/2014/main" id="{37595AF7-9074-40BA-9B74-1B6F56123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做出互動作品</a:t>
            </a:r>
          </a:p>
        </p:txBody>
      </p:sp>
      <p:sp>
        <p:nvSpPr>
          <p:cNvPr id="21" name="text-173">
            <a:extLst xmlns:a="http://schemas.openxmlformats.org/drawingml/2006/main">
              <a:ext uri="{FF2B5EF4-FFF2-40B4-BE49-F238E27FC236}">
                <a16:creationId xmlns:a16="http://schemas.microsoft.com/office/drawing/2014/main" id="{8EECCD69-3B43-443C-8B68-FAFD5F3E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2" name="text-174">
            <a:extLst xmlns:a="http://schemas.openxmlformats.org/drawingml/2006/main">
              <a:ext uri="{FF2B5EF4-FFF2-40B4-BE49-F238E27FC236}">
                <a16:creationId xmlns:a16="http://schemas.microsoft.com/office/drawing/2014/main" id="{275047DB-6805-488B-AFC3-320082E7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3" name="text-175">
            <a:extLst xmlns:a="http://schemas.openxmlformats.org/drawingml/2006/main">
              <a:ext uri="{FF2B5EF4-FFF2-40B4-BE49-F238E27FC236}">
                <a16:creationId xmlns:a16="http://schemas.microsoft.com/office/drawing/2014/main" id="{0A4691A1-C8F4-4408-88F7-0A40AA38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</a:t>
            </a:r>
          </a:p>
        </p:txBody>
      </p:sp>
      <p:sp>
        <p:nvSpPr>
          <p:cNvPr id="24" name="text-176">
            <a:extLst xmlns:a="http://schemas.openxmlformats.org/drawingml/2006/main">
              <a:ext uri="{FF2B5EF4-FFF2-40B4-BE49-F238E27FC236}">
                <a16:creationId xmlns:a16="http://schemas.microsoft.com/office/drawing/2014/main" id="{D1853673-8708-4043-A859-BD61A1D4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分享、收集回饋</a:t>
            </a:r>
          </a:p>
        </p:txBody>
      </p:sp>
      <p:sp>
        <p:nvSpPr>
          <p:cNvPr id="25" name="text-177">
            <a:extLst xmlns:a="http://schemas.openxmlformats.org/drawingml/2006/main">
              <a:ext uri="{FF2B5EF4-FFF2-40B4-BE49-F238E27FC236}">
                <a16:creationId xmlns:a16="http://schemas.microsoft.com/office/drawing/2014/main" id="{CEF7BD08-892A-41E6-8E5E-468F11606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6481836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78">
            <a:extLst xmlns:a="http://schemas.openxmlformats.org/drawingml/2006/main">
              <a:ext uri="{FF2B5EF4-FFF2-40B4-BE49-F238E27FC236}">
                <a16:creationId xmlns:a16="http://schemas.microsoft.com/office/drawing/2014/main" id="{FCFF2101-295B-4EB0-B41C-4AEFA0BD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179">
            <a:extLst xmlns:a="http://schemas.openxmlformats.org/drawingml/2006/main">
              <a:ext uri="{FF2B5EF4-FFF2-40B4-BE49-F238E27FC236}">
                <a16:creationId xmlns:a16="http://schemas.microsoft.com/office/drawing/2014/main" id="{80F094BF-A61E-417D-B71C-0FF1BEBD9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3" name="text-180">
            <a:extLst xmlns:a="http://schemas.openxmlformats.org/drawingml/2006/main">
              <a:ext uri="{FF2B5EF4-FFF2-40B4-BE49-F238E27FC236}">
                <a16:creationId xmlns:a16="http://schemas.microsoft.com/office/drawing/2014/main" id="{8316ADF4-2A35-4B93-8446-BA7351EB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AI 的回答綁在你選定的來源上，讓文獻整理、觀點比較與教學轉化都有跡可循。</a:t>
            </a:r>
          </a:p>
        </p:txBody>
      </p:sp>
      <p:sp>
        <p:nvSpPr>
          <p:cNvPr id="4" name="shape-181">
            <a:extLst xmlns:a="http://schemas.openxmlformats.org/drawingml/2006/main">
              <a:ext uri="{FF2B5EF4-FFF2-40B4-BE49-F238E27FC236}">
                <a16:creationId xmlns:a16="http://schemas.microsoft.com/office/drawing/2014/main" id="{FB46FB69-D4FB-4896-B8F5-772B971BB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82">
            <a:extLst xmlns:a="http://schemas.openxmlformats.org/drawingml/2006/main">
              <a:ext uri="{FF2B5EF4-FFF2-40B4-BE49-F238E27FC236}">
                <a16:creationId xmlns:a16="http://schemas.microsoft.com/office/drawing/2014/main" id="{BA088D25-1164-46FB-AD42-B4060D3B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1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184">
            <a:extLst xmlns:a="http://schemas.openxmlformats.org/drawingml/2006/main">
              <a:ext uri="{FF2B5EF4-FFF2-40B4-BE49-F238E27FC236}">
                <a16:creationId xmlns:a16="http://schemas.microsoft.com/office/drawing/2014/main" id="{5598ABFC-11FE-450D-8268-F147DA1B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3B5746A-4B94-4A26-9F09-5895A2A0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9" name="text-577">
            <a:extLst xmlns:a="http://schemas.openxmlformats.org/drawingml/2006/main">
              <a:ext uri="{FF2B5EF4-FFF2-40B4-BE49-F238E27FC236}">
                <a16:creationId xmlns:a16="http://schemas.microsoft.com/office/drawing/2014/main" id="{68FA3C5F-05DF-453E-82DC-5C4DB501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e2438b0651f47b2"/>
              </a:rPr>
              <a:t>開啟 Gemini Notebook ↗</a:t>
            </a:r>
          </a:p>
        </p:txBody>
      </p:sp>
      <p:sp>
        <p:nvSpPr>
          <p:cNvPr id="10" name="shape-603">
            <a:extLst xmlns:a="http://schemas.openxmlformats.org/drawingml/2006/main">
              <a:ext uri="{FF2B5EF4-FFF2-40B4-BE49-F238E27FC236}">
                <a16:creationId xmlns:a16="http://schemas.microsoft.com/office/drawing/2014/main" id="{54C01ACF-B612-4859-9879-A342B7BB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4f08728b6c4e3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04">
            <a:extLst xmlns:a="http://schemas.openxmlformats.org/drawingml/2006/main">
              <a:ext uri="{FF2B5EF4-FFF2-40B4-BE49-F238E27FC236}">
                <a16:creationId xmlns:a16="http://schemas.microsoft.com/office/drawing/2014/main" id="{BF61082D-DC79-4C84-91E6-F8A36DECC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47539937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85">
            <a:extLst xmlns:a="http://schemas.openxmlformats.org/drawingml/2006/main">
              <a:ext uri="{FF2B5EF4-FFF2-40B4-BE49-F238E27FC236}">
                <a16:creationId xmlns:a16="http://schemas.microsoft.com/office/drawing/2014/main" id="{33778178-FE1E-4A76-B9E3-3D73D92E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SOURCE-GROUNDED WORKSPACE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BF1E679-1B68-49D0-9A30-D7E9972B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Notebook：先管理證據，再生成內容</a:t>
            </a:r>
          </a:p>
        </p:txBody>
      </p:sp>
      <p:cxnSp>
        <p:nvCxnSpPr>
          <p:cNvPr id="24" name="shape-18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87">
            <a:extLst xmlns:a="http://schemas.openxmlformats.org/drawingml/2006/main">
              <a:ext uri="{FF2B5EF4-FFF2-40B4-BE49-F238E27FC236}">
                <a16:creationId xmlns:a16="http://schemas.microsoft.com/office/drawing/2014/main" id="{7032AF43-3D87-4DE4-8E6E-FE9AAE390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CF2228D-14C6-4F7A-9752-CE4817C8C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188">
            <a:extLst xmlns:a="http://schemas.openxmlformats.org/drawingml/2006/main">
              <a:ext uri="{FF2B5EF4-FFF2-40B4-BE49-F238E27FC236}">
                <a16:creationId xmlns:a16="http://schemas.microsoft.com/office/drawing/2014/main" id="{87FD1535-C4CA-4BC6-9449-8BF0C2D26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89">
            <a:extLst xmlns:a="http://schemas.openxmlformats.org/drawingml/2006/main">
              <a:ext uri="{FF2B5EF4-FFF2-40B4-BE49-F238E27FC236}">
                <a16:creationId xmlns:a16="http://schemas.microsoft.com/office/drawing/2014/main" id="{82A609E7-3947-4C76-980B-DDBFE90D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90">
            <a:extLst xmlns:a="http://schemas.openxmlformats.org/drawingml/2006/main">
              <a:ext uri="{FF2B5EF4-FFF2-40B4-BE49-F238E27FC236}">
                <a16:creationId xmlns:a16="http://schemas.microsoft.com/office/drawing/2014/main" id="{4F25085C-A8F6-48B4-A2DC-6D1B2E275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一般聊天</a:t>
            </a:r>
          </a:p>
        </p:txBody>
      </p:sp>
      <p:sp>
        <p:nvSpPr>
          <p:cNvPr id="9" name="text-191">
            <a:extLst xmlns:a="http://schemas.openxmlformats.org/drawingml/2006/main">
              <a:ext uri="{FF2B5EF4-FFF2-40B4-BE49-F238E27FC236}">
                <a16:creationId xmlns:a16="http://schemas.microsoft.com/office/drawing/2014/main" id="{8EF6D559-76C0-4BA6-8EA7-815977F75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問題先出現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來源可能來自模型既有知識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需要自行追查依據</a:t>
            </a:r>
          </a:p>
        </p:txBody>
      </p:sp>
      <p:sp>
        <p:nvSpPr>
          <p:cNvPr id="10" name="text-192">
            <a:extLst xmlns:a="http://schemas.openxmlformats.org/drawingml/2006/main">
              <a:ext uri="{FF2B5EF4-FFF2-40B4-BE49-F238E27FC236}">
                <a16:creationId xmlns:a16="http://schemas.microsoft.com/office/drawing/2014/main" id="{787D365D-A09A-40F9-9058-42A143F3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11" name="text-193">
            <a:extLst xmlns:a="http://schemas.openxmlformats.org/drawingml/2006/main">
              <a:ext uri="{FF2B5EF4-FFF2-40B4-BE49-F238E27FC236}">
                <a16:creationId xmlns:a16="http://schemas.microsoft.com/office/drawing/2014/main" id="{A4601AA1-E64E-487B-98BA-A3CB9C472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來源先進入筆記本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依使用者提供的來源回答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可回到引用位置檢查</a:t>
            </a:r>
          </a:p>
        </p:txBody>
      </p:sp>
      <p:sp>
        <p:nvSpPr>
          <p:cNvPr id="12" name="text-194">
            <a:extLst xmlns:a="http://schemas.openxmlformats.org/drawingml/2006/main">
              <a:ext uri="{FF2B5EF4-FFF2-40B4-BE49-F238E27FC236}">
                <a16:creationId xmlns:a16="http://schemas.microsoft.com/office/drawing/2014/main" id="{526CEEB2-BB7A-4FD4-9C4D-CA1267768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13" name="text-195">
            <a:extLst xmlns:a="http://schemas.openxmlformats.org/drawingml/2006/main">
              <a:ext uri="{FF2B5EF4-FFF2-40B4-BE49-F238E27FC236}">
                <a16:creationId xmlns:a16="http://schemas.microsoft.com/office/drawing/2014/main" id="{031BA5B9-3054-456D-B1B4-3376298A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4" name="text-196">
            <a:extLst xmlns:a="http://schemas.openxmlformats.org/drawingml/2006/main">
              <a:ext uri="{FF2B5EF4-FFF2-40B4-BE49-F238E27FC236}">
                <a16:creationId xmlns:a16="http://schemas.microsoft.com/office/drawing/2014/main" id="{B9238CE2-1E57-4244-A56A-9A825D5D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原文</a:t>
            </a:r>
          </a:p>
        </p:txBody>
      </p:sp>
      <p:cxnSp>
        <p:nvCxnSpPr>
          <p:cNvPr id="36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5247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7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1249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sp>
        <p:nvSpPr>
          <p:cNvPr id="17" name="text-197">
            <a:extLst xmlns:a="http://schemas.openxmlformats.org/drawingml/2006/main">
              <a:ext uri="{FF2B5EF4-FFF2-40B4-BE49-F238E27FC236}">
                <a16:creationId xmlns:a16="http://schemas.microsoft.com/office/drawing/2014/main" id="{5E02F546-982B-4002-A67D-F22123A9B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435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可追查鏈：回答 → 引用位置 → 原始段落</a:t>
            </a:r>
          </a:p>
        </p:txBody>
      </p:sp>
      <p:sp>
        <p:nvSpPr>
          <p:cNvPr id="18" name="text-578">
            <a:extLst xmlns:a="http://schemas.openxmlformats.org/drawingml/2006/main">
              <a:ext uri="{FF2B5EF4-FFF2-40B4-BE49-F238E27FC236}">
                <a16:creationId xmlns:a16="http://schemas.microsoft.com/office/drawing/2014/main" id="{47B38600-C3A0-4681-BAB9-7B4EE1CD4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9d4e3554cd544d9"/>
              </a:rPr>
              <a:t>開啟 Gemini Notebook ↗</a:t>
            </a:r>
          </a:p>
        </p:txBody>
      </p:sp>
      <p:sp>
        <p:nvSpPr>
          <p:cNvPr id="19" name="shape-605">
            <a:extLst xmlns:a="http://schemas.openxmlformats.org/drawingml/2006/main">
              <a:ext uri="{FF2B5EF4-FFF2-40B4-BE49-F238E27FC236}">
                <a16:creationId xmlns:a16="http://schemas.microsoft.com/office/drawing/2014/main" id="{B1E352E9-0D1A-461D-A362-B33A1E4D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214f741d6a49c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606">
            <a:extLst xmlns:a="http://schemas.openxmlformats.org/drawingml/2006/main">
              <a:ext uri="{FF2B5EF4-FFF2-40B4-BE49-F238E27FC236}">
                <a16:creationId xmlns:a16="http://schemas.microsoft.com/office/drawing/2014/main" id="{97994D67-BFE2-459F-ABBF-04B441D3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79852164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98">
            <a:extLst xmlns:a="http://schemas.openxmlformats.org/drawingml/2006/main">
              <a:ext uri="{FF2B5EF4-FFF2-40B4-BE49-F238E27FC236}">
                <a16:creationId xmlns:a16="http://schemas.microsoft.com/office/drawing/2014/main" id="{E93E974C-2952-4574-9D3C-F0E9FD65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 KIT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368B589-BFF4-4644-808C-EFB0078B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來源包 3–2–1：小而精，先求可用</a:t>
            </a:r>
          </a:p>
        </p:txBody>
      </p:sp>
      <p:cxnSp>
        <p:nvCxnSpPr>
          <p:cNvPr id="24" name="shape-19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00">
            <a:extLst xmlns:a="http://schemas.openxmlformats.org/drawingml/2006/main">
              <a:ext uri="{FF2B5EF4-FFF2-40B4-BE49-F238E27FC236}">
                <a16:creationId xmlns:a16="http://schemas.microsoft.com/office/drawing/2014/main" id="{88575C1E-3093-4EBA-896F-4324E40F2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5AFC76D-0D30-4D6E-9C45-86900B81A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201">
            <a:extLst xmlns:a="http://schemas.openxmlformats.org/drawingml/2006/main">
              <a:ext uri="{FF2B5EF4-FFF2-40B4-BE49-F238E27FC236}">
                <a16:creationId xmlns:a16="http://schemas.microsoft.com/office/drawing/2014/main" id="{F8C0197C-10AD-4762-825E-943D9ED68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02">
            <a:extLst xmlns:a="http://schemas.openxmlformats.org/drawingml/2006/main">
              <a:ext uri="{FF2B5EF4-FFF2-40B4-BE49-F238E27FC236}">
                <a16:creationId xmlns:a16="http://schemas.microsoft.com/office/drawing/2014/main" id="{1E45B785-D6CA-4529-8EDE-942DA3E8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8" name="text-203">
            <a:extLst xmlns:a="http://schemas.openxmlformats.org/drawingml/2006/main">
              <a:ext uri="{FF2B5EF4-FFF2-40B4-BE49-F238E27FC236}">
                <a16:creationId xmlns:a16="http://schemas.microsoft.com/office/drawing/2014/main" id="{6675F873-7588-410A-A8BC-5816FEFE2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3 份核心來源</a:t>
            </a:r>
          </a:p>
        </p:txBody>
      </p:sp>
      <p:sp>
        <p:nvSpPr>
          <p:cNvPr id="9" name="text-204">
            <a:extLst xmlns:a="http://schemas.openxmlformats.org/drawingml/2006/main">
              <a:ext uri="{FF2B5EF4-FFF2-40B4-BE49-F238E27FC236}">
                <a16:creationId xmlns:a16="http://schemas.microsoft.com/office/drawing/2014/main" id="{46AF166D-A70C-4264-8643-3E0D5E1FF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課程大綱／授課講義／一篇可信研究或政策文件。</a:t>
            </a:r>
          </a:p>
        </p:txBody>
      </p:sp>
      <p:sp>
        <p:nvSpPr>
          <p:cNvPr id="10" name="shape-205">
            <a:extLst xmlns:a="http://schemas.openxmlformats.org/drawingml/2006/main">
              <a:ext uri="{FF2B5EF4-FFF2-40B4-BE49-F238E27FC236}">
                <a16:creationId xmlns:a16="http://schemas.microsoft.com/office/drawing/2014/main" id="{AC5ED208-2C5E-46D7-8F46-FAA45FAE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06">
            <a:extLst xmlns:a="http://schemas.openxmlformats.org/drawingml/2006/main">
              <a:ext uri="{FF2B5EF4-FFF2-40B4-BE49-F238E27FC236}">
                <a16:creationId xmlns:a16="http://schemas.microsoft.com/office/drawing/2014/main" id="{26C63BF3-18A3-4FE4-B320-0DC44BB8C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207">
            <a:extLst xmlns:a="http://schemas.openxmlformats.org/drawingml/2006/main">
              <a:ext uri="{FF2B5EF4-FFF2-40B4-BE49-F238E27FC236}">
                <a16:creationId xmlns:a16="http://schemas.microsoft.com/office/drawing/2014/main" id="{22E8B80A-735E-4D6F-94A5-DC087267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2 種觀點</a:t>
            </a:r>
          </a:p>
        </p:txBody>
      </p:sp>
      <p:sp>
        <p:nvSpPr>
          <p:cNvPr id="13" name="text-208">
            <a:extLst xmlns:a="http://schemas.openxmlformats.org/drawingml/2006/main">
              <a:ext uri="{FF2B5EF4-FFF2-40B4-BE49-F238E27FC236}">
                <a16:creationId xmlns:a16="http://schemas.microsoft.com/office/drawing/2014/main" id="{831241C6-E035-4F13-9E51-88C0C5D0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至少納入互補或相反觀點，避免只有單一聲音。</a:t>
            </a:r>
          </a:p>
        </p:txBody>
      </p:sp>
      <p:sp>
        <p:nvSpPr>
          <p:cNvPr id="14" name="shape-209">
            <a:extLst xmlns:a="http://schemas.openxmlformats.org/drawingml/2006/main">
              <a:ext uri="{FF2B5EF4-FFF2-40B4-BE49-F238E27FC236}">
                <a16:creationId xmlns:a16="http://schemas.microsoft.com/office/drawing/2014/main" id="{A6A08B12-4341-496C-A6DB-E8F3364C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10">
            <a:extLst xmlns:a="http://schemas.openxmlformats.org/drawingml/2006/main">
              <a:ext uri="{FF2B5EF4-FFF2-40B4-BE49-F238E27FC236}">
                <a16:creationId xmlns:a16="http://schemas.microsoft.com/office/drawing/2014/main" id="{682B2EDD-EF85-4E24-8E48-562B1422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text-211">
            <a:extLst xmlns:a="http://schemas.openxmlformats.org/drawingml/2006/main">
              <a:ext uri="{FF2B5EF4-FFF2-40B4-BE49-F238E27FC236}">
                <a16:creationId xmlns:a16="http://schemas.microsoft.com/office/drawing/2014/main" id="{A00432FA-8616-45A8-A068-F04781ED1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 個教學目的</a:t>
            </a:r>
          </a:p>
        </p:txBody>
      </p:sp>
      <p:sp>
        <p:nvSpPr>
          <p:cNvPr id="17" name="text-212">
            <a:extLst xmlns:a="http://schemas.openxmlformats.org/drawingml/2006/main">
              <a:ext uri="{FF2B5EF4-FFF2-40B4-BE49-F238E27FC236}">
                <a16:creationId xmlns:a16="http://schemas.microsoft.com/office/drawing/2014/main" id="{5900EC7C-C785-4A48-BFF4-BE8DF4E8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明確指定要產出導讀、活動、評量或回饋。</a:t>
            </a:r>
          </a:p>
        </p:txBody>
      </p:sp>
      <p:sp>
        <p:nvSpPr>
          <p:cNvPr id="18" name="text-579">
            <a:extLst xmlns:a="http://schemas.openxmlformats.org/drawingml/2006/main">
              <a:ext uri="{FF2B5EF4-FFF2-40B4-BE49-F238E27FC236}">
                <a16:creationId xmlns:a16="http://schemas.microsoft.com/office/drawing/2014/main" id="{25811336-20D4-44FB-B505-23A142297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203f1bc36604d42"/>
              </a:rPr>
              <a:t>開啟 Gemini Notebook ↗</a:t>
            </a:r>
          </a:p>
        </p:txBody>
      </p:sp>
      <p:sp>
        <p:nvSpPr>
          <p:cNvPr id="19" name="shape-607">
            <a:extLst xmlns:a="http://schemas.openxmlformats.org/drawingml/2006/main">
              <a:ext uri="{FF2B5EF4-FFF2-40B4-BE49-F238E27FC236}">
                <a16:creationId xmlns:a16="http://schemas.microsoft.com/office/drawing/2014/main" id="{39F0F766-4F75-4325-93EC-BA09886B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d95ae7e98c426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608">
            <a:extLst xmlns:a="http://schemas.openxmlformats.org/drawingml/2006/main">
              <a:ext uri="{FF2B5EF4-FFF2-40B4-BE49-F238E27FC236}">
                <a16:creationId xmlns:a16="http://schemas.microsoft.com/office/drawing/2014/main" id="{28C5409D-D8A2-4FC8-89F9-B4804D72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73405661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213">
            <a:extLst xmlns:a="http://schemas.openxmlformats.org/drawingml/2006/main">
              <a:ext uri="{FF2B5EF4-FFF2-40B4-BE49-F238E27FC236}">
                <a16:creationId xmlns:a16="http://schemas.microsoft.com/office/drawing/2014/main" id="{2D2C139E-7053-42CF-8F97-91ED7A0F7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EFBEF8C-C521-4285-8E6F-B70DF3053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示範：四步建立第一個筆記本</a:t>
            </a:r>
          </a:p>
        </p:txBody>
      </p:sp>
      <p:cxnSp>
        <p:nvCxnSpPr>
          <p:cNvPr id="28" name="shape-21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15">
            <a:extLst xmlns:a="http://schemas.openxmlformats.org/drawingml/2006/main">
              <a:ext uri="{FF2B5EF4-FFF2-40B4-BE49-F238E27FC236}">
                <a16:creationId xmlns:a16="http://schemas.microsoft.com/office/drawing/2014/main" id="{755E040B-9BF8-48C8-BFF7-7E812176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8660656-6BE2-42A5-9F6A-68D2E8D4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text-216">
            <a:extLst xmlns:a="http://schemas.openxmlformats.org/drawingml/2006/main">
              <a:ext uri="{FF2B5EF4-FFF2-40B4-BE49-F238E27FC236}">
                <a16:creationId xmlns:a16="http://schemas.microsoft.com/office/drawing/2014/main" id="{9E271D54-71BD-431B-81F0-A27AEFAA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217">
            <a:extLst xmlns:a="http://schemas.openxmlformats.org/drawingml/2006/main">
              <a:ext uri="{FF2B5EF4-FFF2-40B4-BE49-F238E27FC236}">
                <a16:creationId xmlns:a16="http://schemas.microsoft.com/office/drawing/2014/main" id="{088BEBE7-CCCB-4BBF-9771-0B5E16AD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</a:t>
            </a:r>
          </a:p>
        </p:txBody>
      </p:sp>
      <p:sp>
        <p:nvSpPr>
          <p:cNvPr id="8" name="text-218">
            <a:extLst xmlns:a="http://schemas.openxmlformats.org/drawingml/2006/main">
              <a:ext uri="{FF2B5EF4-FFF2-40B4-BE49-F238E27FC236}">
                <a16:creationId xmlns:a16="http://schemas.microsoft.com/office/drawing/2014/main" id="{84EBCCA3-17B2-468B-BD40-0847C055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以課程＋任務命名</a:t>
            </a:r>
          </a:p>
        </p:txBody>
      </p:sp>
      <p:sp>
        <p:nvSpPr>
          <p:cNvPr id="9" name="text-219">
            <a:extLst xmlns:a="http://schemas.openxmlformats.org/drawingml/2006/main">
              <a:ext uri="{FF2B5EF4-FFF2-40B4-BE49-F238E27FC236}">
                <a16:creationId xmlns:a16="http://schemas.microsoft.com/office/drawing/2014/main" id="{E7486417-C5E8-4BAC-A17E-59DF89E14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220">
            <a:extLst xmlns:a="http://schemas.openxmlformats.org/drawingml/2006/main">
              <a:ext uri="{FF2B5EF4-FFF2-40B4-BE49-F238E27FC236}">
                <a16:creationId xmlns:a16="http://schemas.microsoft.com/office/drawing/2014/main" id="{2ACC394F-43DC-4551-9803-65C9AD92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221">
            <a:extLst xmlns:a="http://schemas.openxmlformats.org/drawingml/2006/main">
              <a:ext uri="{FF2B5EF4-FFF2-40B4-BE49-F238E27FC236}">
                <a16:creationId xmlns:a16="http://schemas.microsoft.com/office/drawing/2014/main" id="{74EBEB66-4A45-44D1-A57B-7D1FA92AA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</a:t>
            </a:r>
          </a:p>
        </p:txBody>
      </p:sp>
      <p:sp>
        <p:nvSpPr>
          <p:cNvPr id="12" name="text-222">
            <a:extLst xmlns:a="http://schemas.openxmlformats.org/drawingml/2006/main">
              <a:ext uri="{FF2B5EF4-FFF2-40B4-BE49-F238E27FC236}">
                <a16:creationId xmlns:a16="http://schemas.microsoft.com/office/drawing/2014/main" id="{CC047E1D-CDC6-4AA7-811E-3BC288E11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上傳檔案或貼入網址</a:t>
            </a:r>
          </a:p>
        </p:txBody>
      </p:sp>
      <p:sp>
        <p:nvSpPr>
          <p:cNvPr id="13" name="text-223">
            <a:extLst xmlns:a="http://schemas.openxmlformats.org/drawingml/2006/main">
              <a:ext uri="{FF2B5EF4-FFF2-40B4-BE49-F238E27FC236}">
                <a16:creationId xmlns:a16="http://schemas.microsoft.com/office/drawing/2014/main" id="{F4447105-7D14-4B65-9B0C-9853EBDA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224">
            <a:extLst xmlns:a="http://schemas.openxmlformats.org/drawingml/2006/main">
              <a:ext uri="{FF2B5EF4-FFF2-40B4-BE49-F238E27FC236}">
                <a16:creationId xmlns:a16="http://schemas.microsoft.com/office/drawing/2014/main" id="{227F63F9-0632-4591-B1C8-2CB00F1F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225">
            <a:extLst xmlns:a="http://schemas.openxmlformats.org/drawingml/2006/main">
              <a:ext uri="{FF2B5EF4-FFF2-40B4-BE49-F238E27FC236}">
                <a16:creationId xmlns:a16="http://schemas.microsoft.com/office/drawing/2014/main" id="{298DE0E7-7A08-4F0C-A175-A78354CD1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16" name="text-226">
            <a:extLst xmlns:a="http://schemas.openxmlformats.org/drawingml/2006/main">
              <a:ext uri="{FF2B5EF4-FFF2-40B4-BE49-F238E27FC236}">
                <a16:creationId xmlns:a16="http://schemas.microsoft.com/office/drawing/2014/main" id="{86997639-94C5-42E5-AA3A-586DEE93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限定對象、目的與格式</a:t>
            </a:r>
          </a:p>
        </p:txBody>
      </p:sp>
      <p:sp>
        <p:nvSpPr>
          <p:cNvPr id="17" name="text-227">
            <a:extLst xmlns:a="http://schemas.openxmlformats.org/drawingml/2006/main">
              <a:ext uri="{FF2B5EF4-FFF2-40B4-BE49-F238E27FC236}">
                <a16:creationId xmlns:a16="http://schemas.microsoft.com/office/drawing/2014/main" id="{EC8D1B1B-82A8-4C9D-B924-1C30CEF5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228">
            <a:extLst xmlns:a="http://schemas.openxmlformats.org/drawingml/2006/main">
              <a:ext uri="{FF2B5EF4-FFF2-40B4-BE49-F238E27FC236}">
                <a16:creationId xmlns:a16="http://schemas.microsoft.com/office/drawing/2014/main" id="{5B11713A-61F7-47C0-BA4C-87E0F3E5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229">
            <a:extLst xmlns:a="http://schemas.openxmlformats.org/drawingml/2006/main">
              <a:ext uri="{FF2B5EF4-FFF2-40B4-BE49-F238E27FC236}">
                <a16:creationId xmlns:a16="http://schemas.microsoft.com/office/drawing/2014/main" id="{712A36C3-E736-4194-9490-16A25C12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查證</a:t>
            </a:r>
          </a:p>
        </p:txBody>
      </p:sp>
      <p:sp>
        <p:nvSpPr>
          <p:cNvPr id="20" name="text-230">
            <a:extLst xmlns:a="http://schemas.openxmlformats.org/drawingml/2006/main">
              <a:ext uri="{FF2B5EF4-FFF2-40B4-BE49-F238E27FC236}">
                <a16:creationId xmlns:a16="http://schemas.microsoft.com/office/drawing/2014/main" id="{BD4EABCB-943F-4A5B-B99C-53193E6FD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點引用回到原始段落</a:t>
            </a:r>
          </a:p>
        </p:txBody>
      </p:sp>
      <p:sp>
        <p:nvSpPr>
          <p:cNvPr id="21" name="text-231">
            <a:extLst xmlns:a="http://schemas.openxmlformats.org/drawingml/2006/main">
              <a:ext uri="{FF2B5EF4-FFF2-40B4-BE49-F238E27FC236}">
                <a16:creationId xmlns:a16="http://schemas.microsoft.com/office/drawing/2014/main" id="{6F9B8D11-67D1-4F39-A69F-5D8F8E24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22" name="text-580">
            <a:extLst xmlns:a="http://schemas.openxmlformats.org/drawingml/2006/main">
              <a:ext uri="{FF2B5EF4-FFF2-40B4-BE49-F238E27FC236}">
                <a16:creationId xmlns:a16="http://schemas.microsoft.com/office/drawing/2014/main" id="{3638D19A-9FAF-44BC-8143-175B3102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f993ad46e8b4da6"/>
              </a:rPr>
              <a:t>開啟 Gemini Notebook ↗</a:t>
            </a:r>
          </a:p>
        </p:txBody>
      </p:sp>
      <p:sp>
        <p:nvSpPr>
          <p:cNvPr id="23" name="shape-609">
            <a:extLst xmlns:a="http://schemas.openxmlformats.org/drawingml/2006/main">
              <a:ext uri="{FF2B5EF4-FFF2-40B4-BE49-F238E27FC236}">
                <a16:creationId xmlns:a16="http://schemas.microsoft.com/office/drawing/2014/main" id="{BEC79EF9-34B0-46EC-9237-2788FD11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97f2261245486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10">
            <a:extLst xmlns:a="http://schemas.openxmlformats.org/drawingml/2006/main">
              <a:ext uri="{FF2B5EF4-FFF2-40B4-BE49-F238E27FC236}">
                <a16:creationId xmlns:a16="http://schemas.microsoft.com/office/drawing/2014/main" id="{0389A9BC-1245-4460-9F82-3E8C9D6A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50490601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32">
            <a:extLst xmlns:a="http://schemas.openxmlformats.org/drawingml/2006/main">
              <a:ext uri="{FF2B5EF4-FFF2-40B4-BE49-F238E27FC236}">
                <a16:creationId xmlns:a16="http://schemas.microsoft.com/office/drawing/2014/main" id="{6C8060F9-DEF6-469B-BBC8-C8DF7C3B8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F2A9B7F-401D-4E6A-895E-F8081CDE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實作一｜建立課程 Gemini Notebook</a:t>
            </a:r>
          </a:p>
        </p:txBody>
      </p:sp>
      <p:cxnSp>
        <p:nvCxnSpPr>
          <p:cNvPr id="25" name="shape-23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34">
            <a:extLst xmlns:a="http://schemas.openxmlformats.org/drawingml/2006/main">
              <a:ext uri="{FF2B5EF4-FFF2-40B4-BE49-F238E27FC236}">
                <a16:creationId xmlns:a16="http://schemas.microsoft.com/office/drawing/2014/main" id="{093D9292-7A5A-48A2-B2D8-2FA29601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2FAE6ED-97CA-4507-A820-7EE777B8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text-235">
            <a:extLst xmlns:a="http://schemas.openxmlformats.org/drawingml/2006/main">
              <a:ext uri="{FF2B5EF4-FFF2-40B4-BE49-F238E27FC236}">
                <a16:creationId xmlns:a16="http://schemas.microsoft.com/office/drawing/2014/main" id="{6C4F000A-1099-487F-A1AA-0BB25003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236">
            <a:extLst xmlns:a="http://schemas.openxmlformats.org/drawingml/2006/main">
              <a:ext uri="{FF2B5EF4-FFF2-40B4-BE49-F238E27FC236}">
                <a16:creationId xmlns:a16="http://schemas.microsoft.com/office/drawing/2014/main" id="{51BF638B-C5A4-4625-BD5C-EB2EA0C3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237">
            <a:extLst xmlns:a="http://schemas.openxmlformats.org/drawingml/2006/main">
              <a:ext uri="{FF2B5EF4-FFF2-40B4-BE49-F238E27FC236}">
                <a16:creationId xmlns:a16="http://schemas.microsoft.com/office/drawing/2014/main" id="{3B2A0AA6-9F4C-4864-87CA-11EC0A21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38">
            <a:extLst xmlns:a="http://schemas.openxmlformats.org/drawingml/2006/main">
              <a:ext uri="{FF2B5EF4-FFF2-40B4-BE49-F238E27FC236}">
                <a16:creationId xmlns:a16="http://schemas.microsoft.com/office/drawing/2014/main" id="{416E183A-7AAF-4B2F-9AC7-1332518DB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建立以課程與任務命名的筆記本</a:t>
            </a:r>
          </a:p>
        </p:txBody>
      </p:sp>
      <p:sp>
        <p:nvSpPr>
          <p:cNvPr id="10" name="text-239">
            <a:extLst xmlns:a="http://schemas.openxmlformats.org/drawingml/2006/main">
              <a:ext uri="{FF2B5EF4-FFF2-40B4-BE49-F238E27FC236}">
                <a16:creationId xmlns:a16="http://schemas.microsoft.com/office/drawing/2014/main" id="{A4ED5D73-503F-428C-B990-27D3ADBF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240">
            <a:extLst xmlns:a="http://schemas.openxmlformats.org/drawingml/2006/main">
              <a:ext uri="{FF2B5EF4-FFF2-40B4-BE49-F238E27FC236}">
                <a16:creationId xmlns:a16="http://schemas.microsoft.com/office/drawing/2014/main" id="{82716C79-7A15-46C4-A728-E3E0E478B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加入至少 3 份來源</a:t>
            </a:r>
          </a:p>
        </p:txBody>
      </p:sp>
      <p:sp>
        <p:nvSpPr>
          <p:cNvPr id="12" name="text-241">
            <a:extLst xmlns:a="http://schemas.openxmlformats.org/drawingml/2006/main">
              <a:ext uri="{FF2B5EF4-FFF2-40B4-BE49-F238E27FC236}">
                <a16:creationId xmlns:a16="http://schemas.microsoft.com/office/drawing/2014/main" id="{272C0760-A516-4F48-99D1-F47584236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242">
            <a:extLst xmlns:a="http://schemas.openxmlformats.org/drawingml/2006/main">
              <a:ext uri="{FF2B5EF4-FFF2-40B4-BE49-F238E27FC236}">
                <a16:creationId xmlns:a16="http://schemas.microsoft.com/office/drawing/2014/main" id="{73B17B51-A13B-4F91-877D-4A5606CE7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 1 個理解題與 1 個比較題</a:t>
            </a:r>
          </a:p>
        </p:txBody>
      </p:sp>
      <p:sp>
        <p:nvSpPr>
          <p:cNvPr id="14" name="text-243">
            <a:extLst xmlns:a="http://schemas.openxmlformats.org/drawingml/2006/main">
              <a:ext uri="{FF2B5EF4-FFF2-40B4-BE49-F238E27FC236}">
                <a16:creationId xmlns:a16="http://schemas.microsoft.com/office/drawing/2014/main" id="{F9C866AB-B8D7-4C01-9B3C-CF0BF2C08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244">
            <a:extLst xmlns:a="http://schemas.openxmlformats.org/drawingml/2006/main">
              <a:ext uri="{FF2B5EF4-FFF2-40B4-BE49-F238E27FC236}">
                <a16:creationId xmlns:a16="http://schemas.microsoft.com/office/drawing/2014/main" id="{1BCFC6C3-7CFF-484C-A998-C68469444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點開引用，核對原文</a:t>
            </a:r>
          </a:p>
        </p:txBody>
      </p:sp>
      <p:sp>
        <p:nvSpPr>
          <p:cNvPr id="16" name="shape-245">
            <a:extLst xmlns:a="http://schemas.openxmlformats.org/drawingml/2006/main">
              <a:ext uri="{FF2B5EF4-FFF2-40B4-BE49-F238E27FC236}">
                <a16:creationId xmlns:a16="http://schemas.microsoft.com/office/drawing/2014/main" id="{2ECF6415-45A6-4440-A828-009F1435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246">
            <a:extLst xmlns:a="http://schemas.openxmlformats.org/drawingml/2006/main">
              <a:ext uri="{FF2B5EF4-FFF2-40B4-BE49-F238E27FC236}">
                <a16:creationId xmlns:a16="http://schemas.microsoft.com/office/drawing/2014/main" id="{7648C25D-3455-4E6F-BA48-536C35F99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247">
            <a:extLst xmlns:a="http://schemas.openxmlformats.org/drawingml/2006/main">
              <a:ext uri="{FF2B5EF4-FFF2-40B4-BE49-F238E27FC236}">
                <a16:creationId xmlns:a16="http://schemas.microsoft.com/office/drawing/2014/main" id="{13C29020-1C1C-4EFF-8563-FE22DA0E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筆記本名稱可辨識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來源至少 3 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 1 個引用正確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記下一個需修正的問題</a:t>
            </a:r>
          </a:p>
        </p:txBody>
      </p:sp>
      <p:sp>
        <p:nvSpPr>
          <p:cNvPr id="19" name="text-581">
            <a:extLst xmlns:a="http://schemas.openxmlformats.org/drawingml/2006/main">
              <a:ext uri="{FF2B5EF4-FFF2-40B4-BE49-F238E27FC236}">
                <a16:creationId xmlns:a16="http://schemas.microsoft.com/office/drawing/2014/main" id="{62995BF8-DD17-4169-9E1B-C2B78BE54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432471aba5b40fa"/>
              </a:rPr>
              <a:t>開啟 Gemini Notebook ↗</a:t>
            </a:r>
          </a:p>
        </p:txBody>
      </p:sp>
      <p:sp>
        <p:nvSpPr>
          <p:cNvPr id="20" name="shape-611">
            <a:extLst xmlns:a="http://schemas.openxmlformats.org/drawingml/2006/main">
              <a:ext uri="{FF2B5EF4-FFF2-40B4-BE49-F238E27FC236}">
                <a16:creationId xmlns:a16="http://schemas.microsoft.com/office/drawing/2014/main" id="{814EF9AB-17A9-436B-AA8A-538BEB625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66f6013c11413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612">
            <a:extLst xmlns:a="http://schemas.openxmlformats.org/drawingml/2006/main">
              <a:ext uri="{FF2B5EF4-FFF2-40B4-BE49-F238E27FC236}">
                <a16:creationId xmlns:a16="http://schemas.microsoft.com/office/drawing/2014/main" id="{E60295E8-AC17-4506-B1F5-14FD292DB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98831502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48">
            <a:extLst xmlns:a="http://schemas.openxmlformats.org/drawingml/2006/main">
              <a:ext uri="{FF2B5EF4-FFF2-40B4-BE49-F238E27FC236}">
                <a16:creationId xmlns:a16="http://schemas.microsoft.com/office/drawing/2014/main" id="{E0ADE1A7-7218-4C74-ADE7-B89551A8B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PROMPT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77149D-1967-43F5-A907-39666064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三層提問法：從讀懂到能教</a:t>
            </a:r>
          </a:p>
        </p:txBody>
      </p:sp>
      <p:cxnSp>
        <p:nvCxnSpPr>
          <p:cNvPr id="24" name="shape-24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50">
            <a:extLst xmlns:a="http://schemas.openxmlformats.org/drawingml/2006/main">
              <a:ext uri="{FF2B5EF4-FFF2-40B4-BE49-F238E27FC236}">
                <a16:creationId xmlns:a16="http://schemas.microsoft.com/office/drawing/2014/main" id="{63519004-FC4E-47AD-A70B-963DE8B4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4B0D827-6BA8-4460-9B99-185AB97C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shape-251">
            <a:extLst xmlns:a="http://schemas.openxmlformats.org/drawingml/2006/main">
              <a:ext uri="{FF2B5EF4-FFF2-40B4-BE49-F238E27FC236}">
                <a16:creationId xmlns:a16="http://schemas.microsoft.com/office/drawing/2014/main" id="{15CD9548-215D-4B7B-809A-A99659367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52">
            <a:extLst xmlns:a="http://schemas.openxmlformats.org/drawingml/2006/main">
              <a:ext uri="{FF2B5EF4-FFF2-40B4-BE49-F238E27FC236}">
                <a16:creationId xmlns:a16="http://schemas.microsoft.com/office/drawing/2014/main" id="{92D899FE-63E0-48E8-88FB-85493A05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253">
            <a:extLst xmlns:a="http://schemas.openxmlformats.org/drawingml/2006/main">
              <a:ext uri="{FF2B5EF4-FFF2-40B4-BE49-F238E27FC236}">
                <a16:creationId xmlns:a16="http://schemas.microsoft.com/office/drawing/2014/main" id="{A310A7CC-0543-43D0-947E-F87F37D89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9" name="text-254">
            <a:extLst xmlns:a="http://schemas.openxmlformats.org/drawingml/2006/main">
              <a:ext uri="{FF2B5EF4-FFF2-40B4-BE49-F238E27FC236}">
                <a16:creationId xmlns:a16="http://schemas.microsoft.com/office/drawing/2014/main" id="{40F6FDD6-65BB-465B-B8D7-F041A112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只依來源，用 150 字解釋核心概念；列出 3 個關鍵詞與引用。</a:t>
            </a:r>
          </a:p>
        </p:txBody>
      </p:sp>
      <p:sp>
        <p:nvSpPr>
          <p:cNvPr id="10" name="shape-255">
            <a:extLst xmlns:a="http://schemas.openxmlformats.org/drawingml/2006/main">
              <a:ext uri="{FF2B5EF4-FFF2-40B4-BE49-F238E27FC236}">
                <a16:creationId xmlns:a16="http://schemas.microsoft.com/office/drawing/2014/main" id="{080771FE-9843-48CA-B106-3616F94C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56">
            <a:extLst xmlns:a="http://schemas.openxmlformats.org/drawingml/2006/main">
              <a:ext uri="{FF2B5EF4-FFF2-40B4-BE49-F238E27FC236}">
                <a16:creationId xmlns:a16="http://schemas.microsoft.com/office/drawing/2014/main" id="{207A8613-23E7-41A6-B5A9-9E9E5CB30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257">
            <a:extLst xmlns:a="http://schemas.openxmlformats.org/drawingml/2006/main">
              <a:ext uri="{FF2B5EF4-FFF2-40B4-BE49-F238E27FC236}">
                <a16:creationId xmlns:a16="http://schemas.microsoft.com/office/drawing/2014/main" id="{EFF98895-5BB6-4C75-A9C7-BBCBA8BD2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</a:t>
            </a:r>
          </a:p>
        </p:txBody>
      </p:sp>
      <p:sp>
        <p:nvSpPr>
          <p:cNvPr id="13" name="text-258">
            <a:extLst xmlns:a="http://schemas.openxmlformats.org/drawingml/2006/main">
              <a:ext uri="{FF2B5EF4-FFF2-40B4-BE49-F238E27FC236}">
                <a16:creationId xmlns:a16="http://schemas.microsoft.com/office/drawing/2014/main" id="{3847AE46-7DFD-457E-8D89-3E78788C4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比較來源 A、B 的主張、證據與限制；用表格呈現。</a:t>
            </a:r>
          </a:p>
        </p:txBody>
      </p:sp>
      <p:sp>
        <p:nvSpPr>
          <p:cNvPr id="14" name="shape-259">
            <a:extLst xmlns:a="http://schemas.openxmlformats.org/drawingml/2006/main">
              <a:ext uri="{FF2B5EF4-FFF2-40B4-BE49-F238E27FC236}">
                <a16:creationId xmlns:a16="http://schemas.microsoft.com/office/drawing/2014/main" id="{4655C3FD-7C17-4639-BBAA-64EF36895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60">
            <a:extLst xmlns:a="http://schemas.openxmlformats.org/drawingml/2006/main">
              <a:ext uri="{FF2B5EF4-FFF2-40B4-BE49-F238E27FC236}">
                <a16:creationId xmlns:a16="http://schemas.microsoft.com/office/drawing/2014/main" id="{F9C4395E-1DA8-4894-BFC9-5EE4CDDA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261">
            <a:extLst xmlns:a="http://schemas.openxmlformats.org/drawingml/2006/main">
              <a:ext uri="{FF2B5EF4-FFF2-40B4-BE49-F238E27FC236}">
                <a16:creationId xmlns:a16="http://schemas.microsoft.com/office/drawing/2014/main" id="{C81B4175-7808-4FE7-9F90-EA81E3B3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轉化</a:t>
            </a:r>
          </a:p>
        </p:txBody>
      </p:sp>
      <p:sp>
        <p:nvSpPr>
          <p:cNvPr id="17" name="text-262">
            <a:extLst xmlns:a="http://schemas.openxmlformats.org/drawingml/2006/main">
              <a:ext uri="{FF2B5EF4-FFF2-40B4-BE49-F238E27FC236}">
                <a16:creationId xmlns:a16="http://schemas.microsoft.com/office/drawing/2014/main" id="{2D20C478-A090-40BA-B93D-20DCE9E3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依來源設計 20 分鐘活動；包含目標、步驟、提問與檢核。</a:t>
            </a:r>
          </a:p>
        </p:txBody>
      </p:sp>
      <p:sp>
        <p:nvSpPr>
          <p:cNvPr id="18" name="text-582">
            <a:extLst xmlns:a="http://schemas.openxmlformats.org/drawingml/2006/main">
              <a:ext uri="{FF2B5EF4-FFF2-40B4-BE49-F238E27FC236}">
                <a16:creationId xmlns:a16="http://schemas.microsoft.com/office/drawing/2014/main" id="{D9A89A41-3B09-40D5-A2D7-247A84DD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b7c9680f30948ec"/>
              </a:rPr>
              <a:t>開啟 Gemini Notebook ↗</a:t>
            </a:r>
          </a:p>
        </p:txBody>
      </p:sp>
      <p:sp>
        <p:nvSpPr>
          <p:cNvPr id="19" name="shape-613">
            <a:extLst xmlns:a="http://schemas.openxmlformats.org/drawingml/2006/main">
              <a:ext uri="{FF2B5EF4-FFF2-40B4-BE49-F238E27FC236}">
                <a16:creationId xmlns:a16="http://schemas.microsoft.com/office/drawing/2014/main" id="{CC0765C4-8EA6-488E-8A52-EBFA76C5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8c3d89e1134d0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614">
            <a:extLst xmlns:a="http://schemas.openxmlformats.org/drawingml/2006/main">
              <a:ext uri="{FF2B5EF4-FFF2-40B4-BE49-F238E27FC236}">
                <a16:creationId xmlns:a16="http://schemas.microsoft.com/office/drawing/2014/main" id="{4A2684CA-90E7-4017-82E7-23368C692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20830491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263">
            <a:extLst xmlns:a="http://schemas.openxmlformats.org/drawingml/2006/main">
              <a:ext uri="{FF2B5EF4-FFF2-40B4-BE49-F238E27FC236}">
                <a16:creationId xmlns:a16="http://schemas.microsoft.com/office/drawing/2014/main" id="{44D3EC03-C6CD-4C64-BDC3-89E0BA865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TEACHING OUTPUTS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0720E51-0857-40A3-9E20-ECF5E94A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把來源轉成可直接使用的教學成品</a:t>
            </a:r>
          </a:p>
        </p:txBody>
      </p:sp>
      <p:cxnSp>
        <p:nvCxnSpPr>
          <p:cNvPr id="28" name="shape-2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65">
            <a:extLst xmlns:a="http://schemas.openxmlformats.org/drawingml/2006/main">
              <a:ext uri="{FF2B5EF4-FFF2-40B4-BE49-F238E27FC236}">
                <a16:creationId xmlns:a16="http://schemas.microsoft.com/office/drawing/2014/main" id="{41F99CC7-0B7F-4755-8F26-AD6EB198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660E10F-F7C3-4FBF-89DD-DA3C364B6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6" name="shape-266">
            <a:extLst xmlns:a="http://schemas.openxmlformats.org/drawingml/2006/main">
              <a:ext uri="{FF2B5EF4-FFF2-40B4-BE49-F238E27FC236}">
                <a16:creationId xmlns:a16="http://schemas.microsoft.com/office/drawing/2014/main" id="{B702423F-4D1A-4095-AA99-D8B081D2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67">
            <a:extLst xmlns:a="http://schemas.openxmlformats.org/drawingml/2006/main">
              <a:ext uri="{FF2B5EF4-FFF2-40B4-BE49-F238E27FC236}">
                <a16:creationId xmlns:a16="http://schemas.microsoft.com/office/drawing/2014/main" id="{8670B6CE-75B7-4787-9741-8B8A0E51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68">
            <a:extLst xmlns:a="http://schemas.openxmlformats.org/drawingml/2006/main">
              <a:ext uri="{FF2B5EF4-FFF2-40B4-BE49-F238E27FC236}">
                <a16:creationId xmlns:a16="http://schemas.microsoft.com/office/drawing/2014/main" id="{288F7529-DEAB-417A-9503-A500F041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課前</a:t>
            </a:r>
          </a:p>
        </p:txBody>
      </p:sp>
      <p:sp>
        <p:nvSpPr>
          <p:cNvPr id="9" name="text-269">
            <a:extLst xmlns:a="http://schemas.openxmlformats.org/drawingml/2006/main">
              <a:ext uri="{FF2B5EF4-FFF2-40B4-BE49-F238E27FC236}">
                <a16:creationId xmlns:a16="http://schemas.microsoft.com/office/drawing/2014/main" id="{367C8358-63A0-4E90-81A1-A32DB7AE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導讀問題、概念地圖、術語表、預習任務。</a:t>
            </a:r>
          </a:p>
        </p:txBody>
      </p:sp>
      <p:sp>
        <p:nvSpPr>
          <p:cNvPr id="10" name="shape-270">
            <a:extLst xmlns:a="http://schemas.openxmlformats.org/drawingml/2006/main">
              <a:ext uri="{FF2B5EF4-FFF2-40B4-BE49-F238E27FC236}">
                <a16:creationId xmlns:a16="http://schemas.microsoft.com/office/drawing/2014/main" id="{81EEA4AF-14AB-4430-9238-3E83458A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71">
            <a:extLst xmlns:a="http://schemas.openxmlformats.org/drawingml/2006/main">
              <a:ext uri="{FF2B5EF4-FFF2-40B4-BE49-F238E27FC236}">
                <a16:creationId xmlns:a16="http://schemas.microsoft.com/office/drawing/2014/main" id="{612AA937-BAFF-48CF-9AAB-D421BD202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72">
            <a:extLst xmlns:a="http://schemas.openxmlformats.org/drawingml/2006/main">
              <a:ext uri="{FF2B5EF4-FFF2-40B4-BE49-F238E27FC236}">
                <a16:creationId xmlns:a16="http://schemas.microsoft.com/office/drawing/2014/main" id="{D0070A92-0C89-4434-AAE9-DE7CCCAE4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課中</a:t>
            </a:r>
          </a:p>
        </p:txBody>
      </p:sp>
      <p:sp>
        <p:nvSpPr>
          <p:cNvPr id="13" name="text-273">
            <a:extLst xmlns:a="http://schemas.openxmlformats.org/drawingml/2006/main">
              <a:ext uri="{FF2B5EF4-FFF2-40B4-BE49-F238E27FC236}">
                <a16:creationId xmlns:a16="http://schemas.microsoft.com/office/drawing/2014/main" id="{82117FFD-11B3-41DA-910E-49BB028B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案例比較、討論角色卡、分組任務、即時測驗。</a:t>
            </a:r>
          </a:p>
        </p:txBody>
      </p:sp>
      <p:sp>
        <p:nvSpPr>
          <p:cNvPr id="14" name="shape-274">
            <a:extLst xmlns:a="http://schemas.openxmlformats.org/drawingml/2006/main">
              <a:ext uri="{FF2B5EF4-FFF2-40B4-BE49-F238E27FC236}">
                <a16:creationId xmlns:a16="http://schemas.microsoft.com/office/drawing/2014/main" id="{E4A40C0A-01AC-4F0E-8B97-60DBE64F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75">
            <a:extLst xmlns:a="http://schemas.openxmlformats.org/drawingml/2006/main">
              <a:ext uri="{FF2B5EF4-FFF2-40B4-BE49-F238E27FC236}">
                <a16:creationId xmlns:a16="http://schemas.microsoft.com/office/drawing/2014/main" id="{DF634500-90CC-441B-90A9-AE8819EF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76">
            <a:extLst xmlns:a="http://schemas.openxmlformats.org/drawingml/2006/main">
              <a:ext uri="{FF2B5EF4-FFF2-40B4-BE49-F238E27FC236}">
                <a16:creationId xmlns:a16="http://schemas.microsoft.com/office/drawing/2014/main" id="{C90BB396-008A-419D-9C1E-687BA51E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課後</a:t>
            </a:r>
          </a:p>
        </p:txBody>
      </p:sp>
      <p:sp>
        <p:nvSpPr>
          <p:cNvPr id="17" name="text-277">
            <a:extLst xmlns:a="http://schemas.openxmlformats.org/drawingml/2006/main">
              <a:ext uri="{FF2B5EF4-FFF2-40B4-BE49-F238E27FC236}">
                <a16:creationId xmlns:a16="http://schemas.microsoft.com/office/drawing/2014/main" id="{9447F007-9268-40CF-85D2-B5D4E15B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學習指南、形成性回饋、反思題、延伸閱讀。</a:t>
            </a:r>
          </a:p>
        </p:txBody>
      </p:sp>
      <p:sp>
        <p:nvSpPr>
          <p:cNvPr id="18" name="shape-278">
            <a:extLst xmlns:a="http://schemas.openxmlformats.org/drawingml/2006/main">
              <a:ext uri="{FF2B5EF4-FFF2-40B4-BE49-F238E27FC236}">
                <a16:creationId xmlns:a16="http://schemas.microsoft.com/office/drawing/2014/main" id="{391B679D-DDFB-4AFE-ADF1-4F8F0958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279">
            <a:extLst xmlns:a="http://schemas.openxmlformats.org/drawingml/2006/main">
              <a:ext uri="{FF2B5EF4-FFF2-40B4-BE49-F238E27FC236}">
                <a16:creationId xmlns:a16="http://schemas.microsoft.com/office/drawing/2014/main" id="{94D0D7E5-A43F-45EB-8812-9C1938AE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80">
            <a:extLst xmlns:a="http://schemas.openxmlformats.org/drawingml/2006/main">
              <a:ext uri="{FF2B5EF4-FFF2-40B4-BE49-F238E27FC236}">
                <a16:creationId xmlns:a16="http://schemas.microsoft.com/office/drawing/2014/main" id="{11500630-099D-46D8-AE11-C4510067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研究／共備</a:t>
            </a:r>
          </a:p>
        </p:txBody>
      </p:sp>
      <p:sp>
        <p:nvSpPr>
          <p:cNvPr id="21" name="text-281">
            <a:extLst xmlns:a="http://schemas.openxmlformats.org/drawingml/2006/main">
              <a:ext uri="{FF2B5EF4-FFF2-40B4-BE49-F238E27FC236}">
                <a16:creationId xmlns:a16="http://schemas.microsoft.com/office/drawing/2014/main" id="{6B68C0B2-6407-4323-83FC-8478AC6F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文獻觀點矩陣、研究缺口、共同備課摘要。</a:t>
            </a:r>
          </a:p>
        </p:txBody>
      </p:sp>
      <p:sp>
        <p:nvSpPr>
          <p:cNvPr id="22" name="text-583">
            <a:extLst xmlns:a="http://schemas.openxmlformats.org/drawingml/2006/main">
              <a:ext uri="{FF2B5EF4-FFF2-40B4-BE49-F238E27FC236}">
                <a16:creationId xmlns:a16="http://schemas.microsoft.com/office/drawing/2014/main" id="{3D6C274B-834E-4ECF-8E05-670000C5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6410f67042747c6"/>
              </a:rPr>
              <a:t>開啟 Gemini Notebook ↗</a:t>
            </a:r>
          </a:p>
        </p:txBody>
      </p:sp>
      <p:sp>
        <p:nvSpPr>
          <p:cNvPr id="23" name="shape-615">
            <a:extLst xmlns:a="http://schemas.openxmlformats.org/drawingml/2006/main">
              <a:ext uri="{FF2B5EF4-FFF2-40B4-BE49-F238E27FC236}">
                <a16:creationId xmlns:a16="http://schemas.microsoft.com/office/drawing/2014/main" id="{CCF27655-9F17-4E70-AA65-812338E0E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baaf09caa34bf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16">
            <a:extLst xmlns:a="http://schemas.openxmlformats.org/drawingml/2006/main">
              <a:ext uri="{FF2B5EF4-FFF2-40B4-BE49-F238E27FC236}">
                <a16:creationId xmlns:a16="http://schemas.microsoft.com/office/drawing/2014/main" id="{9188FCC8-0706-4D1C-BF0C-5820E7D9A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62619252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282">
            <a:extLst xmlns:a="http://schemas.openxmlformats.org/drawingml/2006/main">
              <a:ext uri="{FF2B5EF4-FFF2-40B4-BE49-F238E27FC236}">
                <a16:creationId xmlns:a16="http://schemas.microsoft.com/office/drawing/2014/main" id="{910E2736-7E64-4636-BDDE-24870045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70B11A8-70DA-4A7F-B274-096EC6C2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Checkpoint｜Notebook 合格了嗎？</a:t>
            </a:r>
          </a:p>
        </p:txBody>
      </p:sp>
      <p:cxnSp>
        <p:nvCxnSpPr>
          <p:cNvPr id="28" name="shape-2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84">
            <a:extLst xmlns:a="http://schemas.openxmlformats.org/drawingml/2006/main">
              <a:ext uri="{FF2B5EF4-FFF2-40B4-BE49-F238E27FC236}">
                <a16:creationId xmlns:a16="http://schemas.microsoft.com/office/drawing/2014/main" id="{765FE156-96BC-419F-BC32-E451CD5B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14563F8-8BCA-41BC-9882-C21D0CF9A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285">
            <a:extLst xmlns:a="http://schemas.openxmlformats.org/drawingml/2006/main">
              <a:ext uri="{FF2B5EF4-FFF2-40B4-BE49-F238E27FC236}">
                <a16:creationId xmlns:a16="http://schemas.microsoft.com/office/drawing/2014/main" id="{DCF854A0-CDF6-4BBC-9368-07EE8F85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86">
            <a:extLst xmlns:a="http://schemas.openxmlformats.org/drawingml/2006/main">
              <a:ext uri="{FF2B5EF4-FFF2-40B4-BE49-F238E27FC236}">
                <a16:creationId xmlns:a16="http://schemas.microsoft.com/office/drawing/2014/main" id="{42FF611E-42F4-4F03-AD0B-A12DE596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87">
            <a:extLst xmlns:a="http://schemas.openxmlformats.org/drawingml/2006/main">
              <a:ext uri="{FF2B5EF4-FFF2-40B4-BE49-F238E27FC236}">
                <a16:creationId xmlns:a16="http://schemas.microsoft.com/office/drawing/2014/main" id="{0D260802-ABA0-48FE-9820-9293C5C2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9" name="text-288">
            <a:extLst xmlns:a="http://schemas.openxmlformats.org/drawingml/2006/main">
              <a:ext uri="{FF2B5EF4-FFF2-40B4-BE49-F238E27FC236}">
                <a16:creationId xmlns:a16="http://schemas.microsoft.com/office/drawing/2014/main" id="{99A5DBBB-BC14-4306-AE2F-1EB07E24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資料可信、可授權使用，且與教學目的直接相關。</a:t>
            </a:r>
          </a:p>
        </p:txBody>
      </p:sp>
      <p:sp>
        <p:nvSpPr>
          <p:cNvPr id="10" name="shape-289">
            <a:extLst xmlns:a="http://schemas.openxmlformats.org/drawingml/2006/main">
              <a:ext uri="{FF2B5EF4-FFF2-40B4-BE49-F238E27FC236}">
                <a16:creationId xmlns:a16="http://schemas.microsoft.com/office/drawing/2014/main" id="{215C03A0-15B8-49F5-9A6A-FD788BEC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90">
            <a:extLst xmlns:a="http://schemas.openxmlformats.org/drawingml/2006/main">
              <a:ext uri="{FF2B5EF4-FFF2-40B4-BE49-F238E27FC236}">
                <a16:creationId xmlns:a16="http://schemas.microsoft.com/office/drawing/2014/main" id="{B704E378-A61D-43B3-8A9B-987707FB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91">
            <a:extLst xmlns:a="http://schemas.openxmlformats.org/drawingml/2006/main">
              <a:ext uri="{FF2B5EF4-FFF2-40B4-BE49-F238E27FC236}">
                <a16:creationId xmlns:a16="http://schemas.microsoft.com/office/drawing/2014/main" id="{42DD2C2F-2EBA-4CEB-8B52-C80393C4E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3" name="text-292">
            <a:extLst xmlns:a="http://schemas.openxmlformats.org/drawingml/2006/main">
              <a:ext uri="{FF2B5EF4-FFF2-40B4-BE49-F238E27FC236}">
                <a16:creationId xmlns:a16="http://schemas.microsoft.com/office/drawing/2014/main" id="{5457A779-18B6-42DA-89E1-09545A4B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至少抽查一個引用，原文確實支持回答。</a:t>
            </a:r>
          </a:p>
        </p:txBody>
      </p:sp>
      <p:sp>
        <p:nvSpPr>
          <p:cNvPr id="14" name="shape-293">
            <a:extLst xmlns:a="http://schemas.openxmlformats.org/drawingml/2006/main">
              <a:ext uri="{FF2B5EF4-FFF2-40B4-BE49-F238E27FC236}">
                <a16:creationId xmlns:a16="http://schemas.microsoft.com/office/drawing/2014/main" id="{59C3707B-575C-4744-BB86-E77CC459E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94">
            <a:extLst xmlns:a="http://schemas.openxmlformats.org/drawingml/2006/main">
              <a:ext uri="{FF2B5EF4-FFF2-40B4-BE49-F238E27FC236}">
                <a16:creationId xmlns:a16="http://schemas.microsoft.com/office/drawing/2014/main" id="{79E87652-35CB-40F6-846B-A011BA794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95">
            <a:extLst xmlns:a="http://schemas.openxmlformats.org/drawingml/2006/main">
              <a:ext uri="{FF2B5EF4-FFF2-40B4-BE49-F238E27FC236}">
                <a16:creationId xmlns:a16="http://schemas.microsoft.com/office/drawing/2014/main" id="{99EBB031-C51C-474C-A436-522CA3F1A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17" name="text-296">
            <a:extLst xmlns:a="http://schemas.openxmlformats.org/drawingml/2006/main">
              <a:ext uri="{FF2B5EF4-FFF2-40B4-BE49-F238E27FC236}">
                <a16:creationId xmlns:a16="http://schemas.microsoft.com/office/drawing/2014/main" id="{9970F623-F55D-4471-8677-FDE25061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知道哪些問題來源回答不了，不把推測當事實。</a:t>
            </a:r>
          </a:p>
        </p:txBody>
      </p:sp>
      <p:sp>
        <p:nvSpPr>
          <p:cNvPr id="18" name="shape-297">
            <a:extLst xmlns:a="http://schemas.openxmlformats.org/drawingml/2006/main">
              <a:ext uri="{FF2B5EF4-FFF2-40B4-BE49-F238E27FC236}">
                <a16:creationId xmlns:a16="http://schemas.microsoft.com/office/drawing/2014/main" id="{7540445F-55AE-4569-967C-3335174DC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298">
            <a:extLst xmlns:a="http://schemas.openxmlformats.org/drawingml/2006/main">
              <a:ext uri="{FF2B5EF4-FFF2-40B4-BE49-F238E27FC236}">
                <a16:creationId xmlns:a16="http://schemas.microsoft.com/office/drawing/2014/main" id="{FCB798BF-BDC6-4392-B58E-799603464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99">
            <a:extLst xmlns:a="http://schemas.openxmlformats.org/drawingml/2006/main">
              <a:ext uri="{FF2B5EF4-FFF2-40B4-BE49-F238E27FC236}">
                <a16:creationId xmlns:a16="http://schemas.microsoft.com/office/drawing/2014/main" id="{FD645A6E-9E0B-458B-834C-5DDD1D2A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產出</a:t>
            </a:r>
          </a:p>
        </p:txBody>
      </p:sp>
      <p:sp>
        <p:nvSpPr>
          <p:cNvPr id="21" name="text-300">
            <a:extLst xmlns:a="http://schemas.openxmlformats.org/drawingml/2006/main">
              <a:ext uri="{FF2B5EF4-FFF2-40B4-BE49-F238E27FC236}">
                <a16:creationId xmlns:a16="http://schemas.microsoft.com/office/drawing/2014/main" id="{031C12DE-54DE-401D-BAE7-1F5E999D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結果已能進入下一步 Gem 或 Canvas。</a:t>
            </a:r>
          </a:p>
        </p:txBody>
      </p:sp>
      <p:sp>
        <p:nvSpPr>
          <p:cNvPr id="22" name="text-584">
            <a:extLst xmlns:a="http://schemas.openxmlformats.org/drawingml/2006/main">
              <a:ext uri="{FF2B5EF4-FFF2-40B4-BE49-F238E27FC236}">
                <a16:creationId xmlns:a16="http://schemas.microsoft.com/office/drawing/2014/main" id="{0654DC33-986A-403D-ABAB-F2856DA0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832e13a2a204e8e"/>
              </a:rPr>
              <a:t>開啟 Gemini Notebook ↗</a:t>
            </a:r>
          </a:p>
        </p:txBody>
      </p:sp>
      <p:sp>
        <p:nvSpPr>
          <p:cNvPr id="23" name="shape-617">
            <a:extLst xmlns:a="http://schemas.openxmlformats.org/drawingml/2006/main">
              <a:ext uri="{FF2B5EF4-FFF2-40B4-BE49-F238E27FC236}">
                <a16:creationId xmlns:a16="http://schemas.microsoft.com/office/drawing/2014/main" id="{BEAD6AD5-6C2E-4632-AB17-81D5CCE6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12ec30a14f4bb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18">
            <a:extLst xmlns:a="http://schemas.openxmlformats.org/drawingml/2006/main">
              <a:ext uri="{FF2B5EF4-FFF2-40B4-BE49-F238E27FC236}">
                <a16:creationId xmlns:a16="http://schemas.microsoft.com/office/drawing/2014/main" id="{538A0ADE-ACB7-4DB4-AB2B-E68C1A7C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20555451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301">
            <a:extLst xmlns:a="http://schemas.openxmlformats.org/drawingml/2006/main">
              <a:ext uri="{FF2B5EF4-FFF2-40B4-BE49-F238E27FC236}">
                <a16:creationId xmlns:a16="http://schemas.microsoft.com/office/drawing/2014/main" id="{7698AC56-653D-427F-BAB9-8DC49F8C1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302">
            <a:extLst xmlns:a="http://schemas.openxmlformats.org/drawingml/2006/main">
              <a:ext uri="{FF2B5EF4-FFF2-40B4-BE49-F238E27FC236}">
                <a16:creationId xmlns:a16="http://schemas.microsoft.com/office/drawing/2014/main" id="{F927561B-C278-4219-90C0-8BDC81F3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3" name="text-303">
            <a:extLst xmlns:a="http://schemas.openxmlformats.org/drawingml/2006/main">
              <a:ext uri="{FF2B5EF4-FFF2-40B4-BE49-F238E27FC236}">
                <a16:creationId xmlns:a16="http://schemas.microsoft.com/office/drawing/2014/main" id="{98DFFCF8-17F8-40BB-8C17-F862CA18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把一套教學角色、方法、語氣與輸出格式固定下來，成為可重複使用的專屬助理。</a:t>
            </a:r>
          </a:p>
        </p:txBody>
      </p:sp>
      <p:sp>
        <p:nvSpPr>
          <p:cNvPr id="4" name="shape-304">
            <a:extLst xmlns:a="http://schemas.openxmlformats.org/drawingml/2006/main">
              <a:ext uri="{FF2B5EF4-FFF2-40B4-BE49-F238E27FC236}">
                <a16:creationId xmlns:a16="http://schemas.microsoft.com/office/drawing/2014/main" id="{6ED1A451-C721-4663-AAD2-123F5AEA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305">
            <a:extLst xmlns:a="http://schemas.openxmlformats.org/drawingml/2006/main">
              <a:ext uri="{FF2B5EF4-FFF2-40B4-BE49-F238E27FC236}">
                <a16:creationId xmlns:a16="http://schemas.microsoft.com/office/drawing/2014/main" id="{D787BDBA-191F-49BC-A94D-7E0514E7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30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307">
            <a:extLst xmlns:a="http://schemas.openxmlformats.org/drawingml/2006/main">
              <a:ext uri="{FF2B5EF4-FFF2-40B4-BE49-F238E27FC236}">
                <a16:creationId xmlns:a16="http://schemas.microsoft.com/office/drawing/2014/main" id="{E35B88D6-0CE2-4876-B0E0-E2231F0F2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EBFE244-74D4-4027-A8F3-B89D886A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9" name="text-585">
            <a:extLst xmlns:a="http://schemas.openxmlformats.org/drawingml/2006/main">
              <a:ext uri="{FF2B5EF4-FFF2-40B4-BE49-F238E27FC236}">
                <a16:creationId xmlns:a16="http://schemas.microsoft.com/office/drawing/2014/main" id="{5B8AF59C-8E04-475B-9194-E76101BE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236ecd47bd247f7"/>
              </a:rPr>
              <a:t>建立自訂 Gem ↗</a:t>
            </a:r>
          </a:p>
        </p:txBody>
      </p:sp>
      <p:sp>
        <p:nvSpPr>
          <p:cNvPr id="10" name="shape-619">
            <a:extLst xmlns:a="http://schemas.openxmlformats.org/drawingml/2006/main">
              <a:ext uri="{FF2B5EF4-FFF2-40B4-BE49-F238E27FC236}">
                <a16:creationId xmlns:a16="http://schemas.microsoft.com/office/drawing/2014/main" id="{A03FC1C3-6E3E-4B3F-AB15-C9D6B3A6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6ff069b900465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20">
            <a:extLst xmlns:a="http://schemas.openxmlformats.org/drawingml/2006/main">
              <a:ext uri="{FF2B5EF4-FFF2-40B4-BE49-F238E27FC236}">
                <a16:creationId xmlns:a16="http://schemas.microsoft.com/office/drawing/2014/main" id="{C9F1786F-8DA7-4B02-A4C1-9B7B54D1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50617944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308">
            <a:extLst xmlns:a="http://schemas.openxmlformats.org/drawingml/2006/main">
              <a:ext uri="{FF2B5EF4-FFF2-40B4-BE49-F238E27FC236}">
                <a16:creationId xmlns:a16="http://schemas.microsoft.com/office/drawing/2014/main" id="{41687E10-A872-45E5-840E-4A9081EC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PERSISTENT ASSISTANT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61237AC-DFC0-4D6E-BF1C-FCAE919A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不是更長的提示詞，而是可持續使用的工作設定</a:t>
            </a:r>
          </a:p>
        </p:txBody>
      </p:sp>
      <p:cxnSp>
        <p:nvCxnSpPr>
          <p:cNvPr id="18" name="shape-30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10">
            <a:extLst xmlns:a="http://schemas.openxmlformats.org/drawingml/2006/main">
              <a:ext uri="{FF2B5EF4-FFF2-40B4-BE49-F238E27FC236}">
                <a16:creationId xmlns:a16="http://schemas.microsoft.com/office/drawing/2014/main" id="{867455FF-31B5-4999-9D17-2BC6A6C20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558DEAA-622E-4C0C-A6F1-08F582EC3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311">
            <a:extLst xmlns:a="http://schemas.openxmlformats.org/drawingml/2006/main">
              <a:ext uri="{FF2B5EF4-FFF2-40B4-BE49-F238E27FC236}">
                <a16:creationId xmlns:a16="http://schemas.microsoft.com/office/drawing/2014/main" id="{0DEE9628-9649-43BA-859F-C18DFA07E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12">
            <a:extLst xmlns:a="http://schemas.openxmlformats.org/drawingml/2006/main">
              <a:ext uri="{FF2B5EF4-FFF2-40B4-BE49-F238E27FC236}">
                <a16:creationId xmlns:a16="http://schemas.microsoft.com/office/drawing/2014/main" id="{F6E8490F-6FD4-42BD-85DE-90801C77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313">
            <a:extLst xmlns:a="http://schemas.openxmlformats.org/drawingml/2006/main">
              <a:ext uri="{FF2B5EF4-FFF2-40B4-BE49-F238E27FC236}">
                <a16:creationId xmlns:a16="http://schemas.microsoft.com/office/drawing/2014/main" id="{58F3A799-E056-4A47-B12B-26B3F4C3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單次對話</a:t>
            </a:r>
          </a:p>
        </p:txBody>
      </p:sp>
      <p:sp>
        <p:nvSpPr>
          <p:cNvPr id="9" name="text-314">
            <a:extLst xmlns:a="http://schemas.openxmlformats.org/drawingml/2006/main">
              <a:ext uri="{FF2B5EF4-FFF2-40B4-BE49-F238E27FC236}">
                <a16:creationId xmlns:a16="http://schemas.microsoft.com/office/drawing/2014/main" id="{6ACA3AB2-344C-44D2-B4C8-0A4323599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每次重新交代角色與格式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容易隨對話漂移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適合一次性探索</a:t>
            </a:r>
          </a:p>
        </p:txBody>
      </p:sp>
      <p:sp>
        <p:nvSpPr>
          <p:cNvPr id="10" name="text-315">
            <a:extLst xmlns:a="http://schemas.openxmlformats.org/drawingml/2006/main">
              <a:ext uri="{FF2B5EF4-FFF2-40B4-BE49-F238E27FC236}">
                <a16:creationId xmlns:a16="http://schemas.microsoft.com/office/drawing/2014/main" id="{0664B90E-C3FD-4F8D-B299-CB6C7836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1" name="text-316">
            <a:extLst xmlns:a="http://schemas.openxmlformats.org/drawingml/2006/main">
              <a:ext uri="{FF2B5EF4-FFF2-40B4-BE49-F238E27FC236}">
                <a16:creationId xmlns:a16="http://schemas.microsoft.com/office/drawing/2014/main" id="{0B3BC082-7581-48C1-B479-97601647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保存名稱與指令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可加入背景檔案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適合重複的教學任務</a:t>
            </a:r>
          </a:p>
        </p:txBody>
      </p:sp>
      <p:sp>
        <p:nvSpPr>
          <p:cNvPr id="12" name="text-586">
            <a:extLst xmlns:a="http://schemas.openxmlformats.org/drawingml/2006/main">
              <a:ext uri="{FF2B5EF4-FFF2-40B4-BE49-F238E27FC236}">
                <a16:creationId xmlns:a16="http://schemas.microsoft.com/office/drawing/2014/main" id="{806B8FF5-854E-40A3-8B1B-88C62CD4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68a60661dc04981"/>
              </a:rPr>
              <a:t>建立自訂 Gem ↗</a:t>
            </a:r>
          </a:p>
        </p:txBody>
      </p:sp>
      <p:sp>
        <p:nvSpPr>
          <p:cNvPr id="13" name="shape-621">
            <a:extLst xmlns:a="http://schemas.openxmlformats.org/drawingml/2006/main">
              <a:ext uri="{FF2B5EF4-FFF2-40B4-BE49-F238E27FC236}">
                <a16:creationId xmlns:a16="http://schemas.microsoft.com/office/drawing/2014/main" id="{10755BA1-4F64-48BF-9E07-2BC03357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5ab87a9c85486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622">
            <a:extLst xmlns:a="http://schemas.openxmlformats.org/drawingml/2006/main">
              <a:ext uri="{FF2B5EF4-FFF2-40B4-BE49-F238E27FC236}">
                <a16:creationId xmlns:a16="http://schemas.microsoft.com/office/drawing/2014/main" id="{F758EFAF-29F1-45D0-995B-DC8DE7A9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98447011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17">
            <a:extLst xmlns:a="http://schemas.openxmlformats.org/drawingml/2006/main">
              <a:ext uri="{FF2B5EF4-FFF2-40B4-BE49-F238E27FC236}">
                <a16:creationId xmlns:a16="http://schemas.microsoft.com/office/drawing/2014/main" id="{D2858BC8-9FCF-4AFA-98F2-0E21C89A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INSTRUCTION CANVAS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537E3C0-D3E3-4A2D-BB81-E4F1C802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指令四格：角色、任務、背景、格式</a:t>
            </a:r>
          </a:p>
        </p:txBody>
      </p:sp>
      <p:cxnSp>
        <p:nvCxnSpPr>
          <p:cNvPr id="28" name="shape-31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19">
            <a:extLst xmlns:a="http://schemas.openxmlformats.org/drawingml/2006/main">
              <a:ext uri="{FF2B5EF4-FFF2-40B4-BE49-F238E27FC236}">
                <a16:creationId xmlns:a16="http://schemas.microsoft.com/office/drawing/2014/main" id="{BDD0DF1E-BB7C-4260-BABB-7515B735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880A3B6-05F2-43EF-A398-9167F8B0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320">
            <a:extLst xmlns:a="http://schemas.openxmlformats.org/drawingml/2006/main">
              <a:ext uri="{FF2B5EF4-FFF2-40B4-BE49-F238E27FC236}">
                <a16:creationId xmlns:a16="http://schemas.microsoft.com/office/drawing/2014/main" id="{483E47C7-F9B2-4736-83A2-2436367C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21">
            <a:extLst xmlns:a="http://schemas.openxmlformats.org/drawingml/2006/main">
              <a:ext uri="{FF2B5EF4-FFF2-40B4-BE49-F238E27FC236}">
                <a16:creationId xmlns:a16="http://schemas.microsoft.com/office/drawing/2014/main" id="{8E5E0A18-5C38-4EBE-9A7E-9ECF9E2A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</a:t>
            </a:r>
          </a:p>
        </p:txBody>
      </p:sp>
      <p:sp>
        <p:nvSpPr>
          <p:cNvPr id="8" name="text-322">
            <a:extLst xmlns:a="http://schemas.openxmlformats.org/drawingml/2006/main">
              <a:ext uri="{FF2B5EF4-FFF2-40B4-BE49-F238E27FC236}">
                <a16:creationId xmlns:a16="http://schemas.microsoft.com/office/drawing/2014/main" id="{EF4848FD-ADE7-44A2-940A-4524C83D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角色 Persona</a:t>
            </a:r>
          </a:p>
        </p:txBody>
      </p:sp>
      <p:sp>
        <p:nvSpPr>
          <p:cNvPr id="9" name="text-323">
            <a:extLst xmlns:a="http://schemas.openxmlformats.org/drawingml/2006/main">
              <a:ext uri="{FF2B5EF4-FFF2-40B4-BE49-F238E27FC236}">
                <a16:creationId xmlns:a16="http://schemas.microsoft.com/office/drawing/2014/main" id="{BC1AE32C-C394-4985-BD9E-32C97383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你是誰？面對哪一類教師或學生？專業邊界是什麼？</a:t>
            </a:r>
          </a:p>
        </p:txBody>
      </p:sp>
      <p:sp>
        <p:nvSpPr>
          <p:cNvPr id="10" name="shape-324">
            <a:extLst xmlns:a="http://schemas.openxmlformats.org/drawingml/2006/main">
              <a:ext uri="{FF2B5EF4-FFF2-40B4-BE49-F238E27FC236}">
                <a16:creationId xmlns:a16="http://schemas.microsoft.com/office/drawing/2014/main" id="{96000BC7-E543-48DB-BDF0-138E4241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25">
            <a:extLst xmlns:a="http://schemas.openxmlformats.org/drawingml/2006/main">
              <a:ext uri="{FF2B5EF4-FFF2-40B4-BE49-F238E27FC236}">
                <a16:creationId xmlns:a16="http://schemas.microsoft.com/office/drawing/2014/main" id="{4C1B7A63-5A84-445A-B09F-5AB13D19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T</a:t>
            </a:r>
          </a:p>
        </p:txBody>
      </p:sp>
      <p:sp>
        <p:nvSpPr>
          <p:cNvPr id="12" name="text-326">
            <a:extLst xmlns:a="http://schemas.openxmlformats.org/drawingml/2006/main">
              <a:ext uri="{FF2B5EF4-FFF2-40B4-BE49-F238E27FC236}">
                <a16:creationId xmlns:a16="http://schemas.microsoft.com/office/drawing/2014/main" id="{880765DD-7BA1-469C-8EE1-BD2EE195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任務 Task</a:t>
            </a:r>
          </a:p>
        </p:txBody>
      </p:sp>
      <p:sp>
        <p:nvSpPr>
          <p:cNvPr id="13" name="text-327">
            <a:extLst xmlns:a="http://schemas.openxmlformats.org/drawingml/2006/main">
              <a:ext uri="{FF2B5EF4-FFF2-40B4-BE49-F238E27FC236}">
                <a16:creationId xmlns:a16="http://schemas.microsoft.com/office/drawing/2014/main" id="{6FB61BF5-AD8A-40FB-8556-71E41353B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需要做哪些動作？先問什麼？什麼情況要停止？</a:t>
            </a:r>
          </a:p>
        </p:txBody>
      </p:sp>
      <p:sp>
        <p:nvSpPr>
          <p:cNvPr id="14" name="shape-328">
            <a:extLst xmlns:a="http://schemas.openxmlformats.org/drawingml/2006/main">
              <a:ext uri="{FF2B5EF4-FFF2-40B4-BE49-F238E27FC236}">
                <a16:creationId xmlns:a16="http://schemas.microsoft.com/office/drawing/2014/main" id="{397C91C2-C149-418C-A8D5-0AB89936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29">
            <a:extLst xmlns:a="http://schemas.openxmlformats.org/drawingml/2006/main">
              <a:ext uri="{FF2B5EF4-FFF2-40B4-BE49-F238E27FC236}">
                <a16:creationId xmlns:a16="http://schemas.microsoft.com/office/drawing/2014/main" id="{B500A65C-46EF-4D94-94AF-B69987CC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330">
            <a:extLst xmlns:a="http://schemas.openxmlformats.org/drawingml/2006/main">
              <a:ext uri="{FF2B5EF4-FFF2-40B4-BE49-F238E27FC236}">
                <a16:creationId xmlns:a16="http://schemas.microsoft.com/office/drawing/2014/main" id="{1B1F8E2D-ABEC-48B7-A0B8-778495CC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背景 Context</a:t>
            </a:r>
          </a:p>
        </p:txBody>
      </p:sp>
      <p:sp>
        <p:nvSpPr>
          <p:cNvPr id="17" name="text-331">
            <a:extLst xmlns:a="http://schemas.openxmlformats.org/drawingml/2006/main">
              <a:ext uri="{FF2B5EF4-FFF2-40B4-BE49-F238E27FC236}">
                <a16:creationId xmlns:a16="http://schemas.microsoft.com/office/drawing/2014/main" id="{782C89A6-B26C-4B16-A18A-C31CA22B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課程、學生、評量、時間與資料限制。</a:t>
            </a:r>
          </a:p>
        </p:txBody>
      </p:sp>
      <p:sp>
        <p:nvSpPr>
          <p:cNvPr id="18" name="shape-332">
            <a:extLst xmlns:a="http://schemas.openxmlformats.org/drawingml/2006/main">
              <a:ext uri="{FF2B5EF4-FFF2-40B4-BE49-F238E27FC236}">
                <a16:creationId xmlns:a16="http://schemas.microsoft.com/office/drawing/2014/main" id="{2638DC34-41D5-4478-A6D5-F412DBB6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33">
            <a:extLst xmlns:a="http://schemas.openxmlformats.org/drawingml/2006/main">
              <a:ext uri="{FF2B5EF4-FFF2-40B4-BE49-F238E27FC236}">
                <a16:creationId xmlns:a16="http://schemas.microsoft.com/office/drawing/2014/main" id="{B7DADA37-9801-4627-AD7A-508CB96E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F</a:t>
            </a:r>
          </a:p>
        </p:txBody>
      </p:sp>
      <p:sp>
        <p:nvSpPr>
          <p:cNvPr id="20" name="text-334">
            <a:extLst xmlns:a="http://schemas.openxmlformats.org/drawingml/2006/main">
              <a:ext uri="{FF2B5EF4-FFF2-40B4-BE49-F238E27FC236}">
                <a16:creationId xmlns:a16="http://schemas.microsoft.com/office/drawing/2014/main" id="{8415CE2B-A111-4471-BDDD-A6F8EE4E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格式 Format</a:t>
            </a:r>
          </a:p>
        </p:txBody>
      </p:sp>
      <p:sp>
        <p:nvSpPr>
          <p:cNvPr id="21" name="text-335">
            <a:extLst xmlns:a="http://schemas.openxmlformats.org/drawingml/2006/main">
              <a:ext uri="{FF2B5EF4-FFF2-40B4-BE49-F238E27FC236}">
                <a16:creationId xmlns:a16="http://schemas.microsoft.com/office/drawing/2014/main" id="{E2D6D972-8AB0-4E01-9417-79F41946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輸出欄位、長度、語氣、表格與檢核清單。</a:t>
            </a:r>
          </a:p>
        </p:txBody>
      </p:sp>
      <p:sp>
        <p:nvSpPr>
          <p:cNvPr id="22" name="text-587">
            <a:extLst xmlns:a="http://schemas.openxmlformats.org/drawingml/2006/main">
              <a:ext uri="{FF2B5EF4-FFF2-40B4-BE49-F238E27FC236}">
                <a16:creationId xmlns:a16="http://schemas.microsoft.com/office/drawing/2014/main" id="{B64B45EB-C336-41CD-9778-4589E907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87ea6bbaab34520"/>
              </a:rPr>
              <a:t>建立自訂 Gem ↗</a:t>
            </a:r>
          </a:p>
        </p:txBody>
      </p:sp>
      <p:sp>
        <p:nvSpPr>
          <p:cNvPr id="23" name="shape-623">
            <a:extLst xmlns:a="http://schemas.openxmlformats.org/drawingml/2006/main">
              <a:ext uri="{FF2B5EF4-FFF2-40B4-BE49-F238E27FC236}">
                <a16:creationId xmlns:a16="http://schemas.microsoft.com/office/drawing/2014/main" id="{4B835FFB-5363-41E3-A5F9-C034362F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4f1ebdd08f444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24">
            <a:extLst xmlns:a="http://schemas.openxmlformats.org/drawingml/2006/main">
              <a:ext uri="{FF2B5EF4-FFF2-40B4-BE49-F238E27FC236}">
                <a16:creationId xmlns:a16="http://schemas.microsoft.com/office/drawing/2014/main" id="{A3108E50-7EA1-4EF8-9D37-A291CC12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44549823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336">
            <a:extLst xmlns:a="http://schemas.openxmlformats.org/drawingml/2006/main">
              <a:ext uri="{FF2B5EF4-FFF2-40B4-BE49-F238E27FC236}">
                <a16:creationId xmlns:a16="http://schemas.microsoft.com/office/drawing/2014/main" id="{F7B44E6D-326C-4EEA-9D16-60F7E3F7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5EA6F52-4F26-4464-AF87-4C89B898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範例｜課程與研究設計教練 Gem</a:t>
            </a:r>
          </a:p>
        </p:txBody>
      </p:sp>
      <p:cxnSp>
        <p:nvCxnSpPr>
          <p:cNvPr id="19" name="shape-33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38">
            <a:extLst xmlns:a="http://schemas.openxmlformats.org/drawingml/2006/main">
              <a:ext uri="{FF2B5EF4-FFF2-40B4-BE49-F238E27FC236}">
                <a16:creationId xmlns:a16="http://schemas.microsoft.com/office/drawing/2014/main" id="{41BC5689-557F-4287-A31D-AD70F3F40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0E846C8-1AA1-401B-A238-9E4C8431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text-339">
            <a:extLst xmlns:a="http://schemas.openxmlformats.org/drawingml/2006/main">
              <a:ext uri="{FF2B5EF4-FFF2-40B4-BE49-F238E27FC236}">
                <a16:creationId xmlns:a16="http://schemas.microsoft.com/office/drawing/2014/main" id="{84F982A7-DDAD-4349-9A90-5B5C3FD6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你是一位大學教學與研究設計教練。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任務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先詢問課程／研究目標、對象、資料與目前困難。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提出 3 個可實作方案，不替教師或研究者做最終決定。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每個方案列出流程、時間、證據與驗證方式。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背景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以上傳的課程或研究資料為優先；資料不足時明確指出。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先給一頁摘要，再給可直接使用的工作表格，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最後列出風險與需要人工確認的事項。</a:t>
            </a:r>
          </a:p>
        </p:txBody>
      </p:sp>
      <p:sp>
        <p:nvSpPr>
          <p:cNvPr id="7" name="text-340">
            <a:extLst xmlns:a="http://schemas.openxmlformats.org/drawingml/2006/main">
              <a:ext uri="{FF2B5EF4-FFF2-40B4-BE49-F238E27FC236}">
                <a16:creationId xmlns:a16="http://schemas.microsoft.com/office/drawing/2014/main" id="{DB85A372-F3E8-41F7-B3C7-AE565C55C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先問再做</a:t>
            </a:r>
          </a:p>
        </p:txBody>
      </p:sp>
      <p:sp>
        <p:nvSpPr>
          <p:cNvPr id="8" name="text-341">
            <a:extLst xmlns:a="http://schemas.openxmlformats.org/drawingml/2006/main">
              <a:ext uri="{FF2B5EF4-FFF2-40B4-BE49-F238E27FC236}">
                <a16:creationId xmlns:a16="http://schemas.microsoft.com/office/drawing/2014/main" id="{DB3C8FE5-97D5-4893-BF8F-BE600BA5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避免資訊不足時直接產生看似完整的答案。</a:t>
            </a:r>
          </a:p>
        </p:txBody>
      </p:sp>
      <p:sp>
        <p:nvSpPr>
          <p:cNvPr id="9" name="text-342">
            <a:extLst xmlns:a="http://schemas.openxmlformats.org/drawingml/2006/main">
              <a:ext uri="{FF2B5EF4-FFF2-40B4-BE49-F238E27FC236}">
                <a16:creationId xmlns:a16="http://schemas.microsoft.com/office/drawing/2014/main" id="{945D26AE-009F-463D-A4A5-70B310916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rPr>
              <a:t>保留教師判斷</a:t>
            </a:r>
          </a:p>
        </p:txBody>
      </p:sp>
      <p:sp>
        <p:nvSpPr>
          <p:cNvPr id="10" name="text-343">
            <a:extLst xmlns:a="http://schemas.openxmlformats.org/drawingml/2006/main">
              <a:ext uri="{FF2B5EF4-FFF2-40B4-BE49-F238E27FC236}">
                <a16:creationId xmlns:a16="http://schemas.microsoft.com/office/drawing/2014/main" id="{3CB41624-70A2-479A-BB2F-8D7D51789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提供選項與證據，不替教師作高風險決定。</a:t>
            </a:r>
          </a:p>
        </p:txBody>
      </p:sp>
      <p:sp>
        <p:nvSpPr>
          <p:cNvPr id="11" name="text-344">
            <a:extLst xmlns:a="http://schemas.openxmlformats.org/drawingml/2006/main">
              <a:ext uri="{FF2B5EF4-FFF2-40B4-BE49-F238E27FC236}">
                <a16:creationId xmlns:a16="http://schemas.microsoft.com/office/drawing/2014/main" id="{FF53C0BB-0515-4C6B-AA04-01D95E7AF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固定交付格式</a:t>
            </a:r>
          </a:p>
        </p:txBody>
      </p:sp>
      <p:sp>
        <p:nvSpPr>
          <p:cNvPr id="12" name="text-345">
            <a:extLst xmlns:a="http://schemas.openxmlformats.org/drawingml/2006/main">
              <a:ext uri="{FF2B5EF4-FFF2-40B4-BE49-F238E27FC236}">
                <a16:creationId xmlns:a16="http://schemas.microsoft.com/office/drawing/2014/main" id="{7024DCD1-ED42-4226-B88B-4D2B0AF8C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讓每次輸出都容易比較、修改與共備。</a:t>
            </a:r>
          </a:p>
        </p:txBody>
      </p:sp>
      <p:sp>
        <p:nvSpPr>
          <p:cNvPr id="13" name="text-588">
            <a:extLst xmlns:a="http://schemas.openxmlformats.org/drawingml/2006/main">
              <a:ext uri="{FF2B5EF4-FFF2-40B4-BE49-F238E27FC236}">
                <a16:creationId xmlns:a16="http://schemas.microsoft.com/office/drawing/2014/main" id="{7710DD43-ADAF-444A-AB98-F053FCD8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1a4f483c2ed4e4b"/>
              </a:rPr>
              <a:t>建立自訂 Gem ↗</a:t>
            </a:r>
          </a:p>
        </p:txBody>
      </p:sp>
      <p:sp>
        <p:nvSpPr>
          <p:cNvPr id="14" name="shape-625">
            <a:extLst xmlns:a="http://schemas.openxmlformats.org/drawingml/2006/main">
              <a:ext uri="{FF2B5EF4-FFF2-40B4-BE49-F238E27FC236}">
                <a16:creationId xmlns:a16="http://schemas.microsoft.com/office/drawing/2014/main" id="{042EB7B3-5E47-4E78-BCF5-1C9162344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66d4fdbcb146b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626">
            <a:extLst xmlns:a="http://schemas.openxmlformats.org/drawingml/2006/main">
              <a:ext uri="{FF2B5EF4-FFF2-40B4-BE49-F238E27FC236}">
                <a16:creationId xmlns:a16="http://schemas.microsoft.com/office/drawing/2014/main" id="{A88355B5-632C-43E7-B879-683287EC8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17158138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346">
            <a:extLst xmlns:a="http://schemas.openxmlformats.org/drawingml/2006/main">
              <a:ext uri="{FF2B5EF4-FFF2-40B4-BE49-F238E27FC236}">
                <a16:creationId xmlns:a16="http://schemas.microsoft.com/office/drawing/2014/main" id="{B253D9C1-C660-4E00-8B48-5E4A159D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1A69BEA-97EE-4824-A0DE-6D348A59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實作二｜建立並壓力測試專屬 Gem</a:t>
            </a:r>
          </a:p>
        </p:txBody>
      </p:sp>
      <p:cxnSp>
        <p:nvCxnSpPr>
          <p:cNvPr id="25" name="shape-34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48">
            <a:extLst xmlns:a="http://schemas.openxmlformats.org/drawingml/2006/main">
              <a:ext uri="{FF2B5EF4-FFF2-40B4-BE49-F238E27FC236}">
                <a16:creationId xmlns:a16="http://schemas.microsoft.com/office/drawing/2014/main" id="{DF3E4B8D-9ACA-42B2-BBF6-072686F6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63B137C-F610-4EE7-9391-485846BC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6" name="text-349">
            <a:extLst xmlns:a="http://schemas.openxmlformats.org/drawingml/2006/main">
              <a:ext uri="{FF2B5EF4-FFF2-40B4-BE49-F238E27FC236}">
                <a16:creationId xmlns:a16="http://schemas.microsoft.com/office/drawing/2014/main" id="{A5BC9D31-4C4C-4D93-A96D-22AA7724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350">
            <a:extLst xmlns:a="http://schemas.openxmlformats.org/drawingml/2006/main">
              <a:ext uri="{FF2B5EF4-FFF2-40B4-BE49-F238E27FC236}">
                <a16:creationId xmlns:a16="http://schemas.microsoft.com/office/drawing/2014/main" id="{55777D8D-BC1A-44E5-A9B6-64FE0B4B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351">
            <a:extLst xmlns:a="http://schemas.openxmlformats.org/drawingml/2006/main">
              <a:ext uri="{FF2B5EF4-FFF2-40B4-BE49-F238E27FC236}">
                <a16:creationId xmlns:a16="http://schemas.microsoft.com/office/drawing/2014/main" id="{861ED084-705C-4203-AA18-E4FE16800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52">
            <a:extLst xmlns:a="http://schemas.openxmlformats.org/drawingml/2006/main">
              <a:ext uri="{FF2B5EF4-FFF2-40B4-BE49-F238E27FC236}">
                <a16:creationId xmlns:a16="http://schemas.microsoft.com/office/drawing/2014/main" id="{42204A21-89FE-451A-A2C4-4B650978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用四格完成 Gem 指令</a:t>
            </a:r>
          </a:p>
        </p:txBody>
      </p:sp>
      <p:sp>
        <p:nvSpPr>
          <p:cNvPr id="10" name="text-353">
            <a:extLst xmlns:a="http://schemas.openxmlformats.org/drawingml/2006/main">
              <a:ext uri="{FF2B5EF4-FFF2-40B4-BE49-F238E27FC236}">
                <a16:creationId xmlns:a16="http://schemas.microsoft.com/office/drawing/2014/main" id="{0DF2A9F2-CDE0-4E39-BBEF-E9DE98E8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354">
            <a:extLst xmlns:a="http://schemas.openxmlformats.org/drawingml/2006/main">
              <a:ext uri="{FF2B5EF4-FFF2-40B4-BE49-F238E27FC236}">
                <a16:creationId xmlns:a16="http://schemas.microsoft.com/office/drawing/2014/main" id="{581D104F-2E87-4DA2-AF2C-ED985FE6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加入必要的課程背景檔案</a:t>
            </a:r>
          </a:p>
        </p:txBody>
      </p:sp>
      <p:sp>
        <p:nvSpPr>
          <p:cNvPr id="12" name="text-355">
            <a:extLst xmlns:a="http://schemas.openxmlformats.org/drawingml/2006/main">
              <a:ext uri="{FF2B5EF4-FFF2-40B4-BE49-F238E27FC236}">
                <a16:creationId xmlns:a16="http://schemas.microsoft.com/office/drawing/2014/main" id="{618CA6EF-7F22-4FBB-9C67-5D440C29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356">
            <a:extLst xmlns:a="http://schemas.openxmlformats.org/drawingml/2006/main">
              <a:ext uri="{FF2B5EF4-FFF2-40B4-BE49-F238E27FC236}">
                <a16:creationId xmlns:a16="http://schemas.microsoft.com/office/drawing/2014/main" id="{501CFBB1-92C4-45FD-9C33-A76884B66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用正常案例測一次</a:t>
            </a:r>
          </a:p>
        </p:txBody>
      </p:sp>
      <p:sp>
        <p:nvSpPr>
          <p:cNvPr id="14" name="text-357">
            <a:extLst xmlns:a="http://schemas.openxmlformats.org/drawingml/2006/main">
              <a:ext uri="{FF2B5EF4-FFF2-40B4-BE49-F238E27FC236}">
                <a16:creationId xmlns:a16="http://schemas.microsoft.com/office/drawing/2014/main" id="{E3BE9AD4-9F1D-4921-8760-D31E84D26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358">
            <a:extLst xmlns:a="http://schemas.openxmlformats.org/drawingml/2006/main">
              <a:ext uri="{FF2B5EF4-FFF2-40B4-BE49-F238E27FC236}">
                <a16:creationId xmlns:a16="http://schemas.microsoft.com/office/drawing/2014/main" id="{86C538EB-5F49-4283-B804-646983D4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用模糊或越界案例再測一次</a:t>
            </a:r>
          </a:p>
        </p:txBody>
      </p:sp>
      <p:sp>
        <p:nvSpPr>
          <p:cNvPr id="16" name="shape-359">
            <a:extLst xmlns:a="http://schemas.openxmlformats.org/drawingml/2006/main">
              <a:ext uri="{FF2B5EF4-FFF2-40B4-BE49-F238E27FC236}">
                <a16:creationId xmlns:a16="http://schemas.microsoft.com/office/drawing/2014/main" id="{CE76B002-65B3-4520-BC4B-FC57E4DC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360">
            <a:extLst xmlns:a="http://schemas.openxmlformats.org/drawingml/2006/main">
              <a:ext uri="{FF2B5EF4-FFF2-40B4-BE49-F238E27FC236}">
                <a16:creationId xmlns:a16="http://schemas.microsoft.com/office/drawing/2014/main" id="{CE3F5730-D8E0-44BE-A70A-886529E4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361">
            <a:extLst xmlns:a="http://schemas.openxmlformats.org/drawingml/2006/main">
              <a:ext uri="{FF2B5EF4-FFF2-40B4-BE49-F238E27FC236}">
                <a16:creationId xmlns:a16="http://schemas.microsoft.com/office/drawing/2014/main" id="{4E62A1EB-9F14-402A-AC07-48A4B25B7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名稱說明用途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輸出格式穩定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遇資料不足會追問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不捏造課程事實</a:t>
            </a:r>
          </a:p>
        </p:txBody>
      </p:sp>
      <p:sp>
        <p:nvSpPr>
          <p:cNvPr id="19" name="text-589">
            <a:extLst xmlns:a="http://schemas.openxmlformats.org/drawingml/2006/main">
              <a:ext uri="{FF2B5EF4-FFF2-40B4-BE49-F238E27FC236}">
                <a16:creationId xmlns:a16="http://schemas.microsoft.com/office/drawing/2014/main" id="{B9DEC7EB-A15D-482F-9B2C-6E41BD27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5d5e1b5a43b422a"/>
              </a:rPr>
              <a:t>建立自訂 Gem ↗</a:t>
            </a:r>
          </a:p>
        </p:txBody>
      </p:sp>
      <p:sp>
        <p:nvSpPr>
          <p:cNvPr id="20" name="shape-627">
            <a:extLst xmlns:a="http://schemas.openxmlformats.org/drawingml/2006/main">
              <a:ext uri="{FF2B5EF4-FFF2-40B4-BE49-F238E27FC236}">
                <a16:creationId xmlns:a16="http://schemas.microsoft.com/office/drawing/2014/main" id="{AF11D72E-5268-4915-BBAE-8B13EDDE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19a06844444fc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628">
            <a:extLst xmlns:a="http://schemas.openxmlformats.org/drawingml/2006/main">
              <a:ext uri="{FF2B5EF4-FFF2-40B4-BE49-F238E27FC236}">
                <a16:creationId xmlns:a16="http://schemas.microsoft.com/office/drawing/2014/main" id="{8BE918D9-B1C0-4383-BC02-89D2696A3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82622745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62">
            <a:extLst xmlns:a="http://schemas.openxmlformats.org/drawingml/2006/main">
              <a:ext uri="{FF2B5EF4-FFF2-40B4-BE49-F238E27FC236}">
                <a16:creationId xmlns:a16="http://schemas.microsoft.com/office/drawing/2014/main" id="{D81A2F61-C53F-46F3-B254-E0E57E471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083AEC1-440F-45DF-A138-324AEF22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Checkpoint｜你的 Gem 值得留下來嗎？</a:t>
            </a:r>
          </a:p>
        </p:txBody>
      </p:sp>
      <p:cxnSp>
        <p:nvCxnSpPr>
          <p:cNvPr id="28" name="shape-36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64">
            <a:extLst xmlns:a="http://schemas.openxmlformats.org/drawingml/2006/main">
              <a:ext uri="{FF2B5EF4-FFF2-40B4-BE49-F238E27FC236}">
                <a16:creationId xmlns:a16="http://schemas.microsoft.com/office/drawing/2014/main" id="{6B29FDA8-72D7-4372-9E30-39AF1029F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3CD21C2-3EDC-4CFA-9129-DDCCA38E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365">
            <a:extLst xmlns:a="http://schemas.openxmlformats.org/drawingml/2006/main">
              <a:ext uri="{FF2B5EF4-FFF2-40B4-BE49-F238E27FC236}">
                <a16:creationId xmlns:a16="http://schemas.microsoft.com/office/drawing/2014/main" id="{4468D366-4EB4-4681-B7EA-4E994CCE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66">
            <a:extLst xmlns:a="http://schemas.openxmlformats.org/drawingml/2006/main">
              <a:ext uri="{FF2B5EF4-FFF2-40B4-BE49-F238E27FC236}">
                <a16:creationId xmlns:a16="http://schemas.microsoft.com/office/drawing/2014/main" id="{B70B0EDE-5A23-40EE-98E3-0880436B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367">
            <a:extLst xmlns:a="http://schemas.openxmlformats.org/drawingml/2006/main">
              <a:ext uri="{FF2B5EF4-FFF2-40B4-BE49-F238E27FC236}">
                <a16:creationId xmlns:a16="http://schemas.microsoft.com/office/drawing/2014/main" id="{9127331E-EBAB-4384-BFAB-ABBDFD458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重複</a:t>
            </a:r>
          </a:p>
        </p:txBody>
      </p:sp>
      <p:sp>
        <p:nvSpPr>
          <p:cNvPr id="9" name="text-368">
            <a:extLst xmlns:a="http://schemas.openxmlformats.org/drawingml/2006/main">
              <a:ext uri="{FF2B5EF4-FFF2-40B4-BE49-F238E27FC236}">
                <a16:creationId xmlns:a16="http://schemas.microsoft.com/office/drawing/2014/main" id="{0F291952-C1DF-43CE-8229-27533959B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這個任務一學期會出現多次，而不是只做一次。</a:t>
            </a:r>
          </a:p>
        </p:txBody>
      </p:sp>
      <p:sp>
        <p:nvSpPr>
          <p:cNvPr id="10" name="shape-369">
            <a:extLst xmlns:a="http://schemas.openxmlformats.org/drawingml/2006/main">
              <a:ext uri="{FF2B5EF4-FFF2-40B4-BE49-F238E27FC236}">
                <a16:creationId xmlns:a16="http://schemas.microsoft.com/office/drawing/2014/main" id="{E84282E0-2207-4517-B48E-6981FD7FF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70">
            <a:extLst xmlns:a="http://schemas.openxmlformats.org/drawingml/2006/main">
              <a:ext uri="{FF2B5EF4-FFF2-40B4-BE49-F238E27FC236}">
                <a16:creationId xmlns:a16="http://schemas.microsoft.com/office/drawing/2014/main" id="{1961D58B-7B1E-4011-B030-6E5ED9C3C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371">
            <a:extLst xmlns:a="http://schemas.openxmlformats.org/drawingml/2006/main">
              <a:ext uri="{FF2B5EF4-FFF2-40B4-BE49-F238E27FC236}">
                <a16:creationId xmlns:a16="http://schemas.microsoft.com/office/drawing/2014/main" id="{BA4D9596-D711-450C-9730-462DABCA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一致</a:t>
            </a:r>
          </a:p>
        </p:txBody>
      </p:sp>
      <p:sp>
        <p:nvSpPr>
          <p:cNvPr id="13" name="text-372">
            <a:extLst xmlns:a="http://schemas.openxmlformats.org/drawingml/2006/main">
              <a:ext uri="{FF2B5EF4-FFF2-40B4-BE49-F238E27FC236}">
                <a16:creationId xmlns:a16="http://schemas.microsoft.com/office/drawing/2014/main" id="{BD068224-FC44-4084-8FC9-49A9FDB6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不同輸入仍遵守相同流程、語氣與輸出欄位。</a:t>
            </a:r>
          </a:p>
        </p:txBody>
      </p:sp>
      <p:sp>
        <p:nvSpPr>
          <p:cNvPr id="14" name="shape-373">
            <a:extLst xmlns:a="http://schemas.openxmlformats.org/drawingml/2006/main">
              <a:ext uri="{FF2B5EF4-FFF2-40B4-BE49-F238E27FC236}">
                <a16:creationId xmlns:a16="http://schemas.microsoft.com/office/drawing/2014/main" id="{3DC521D6-9417-46E8-BA6D-A633ACF6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74">
            <a:extLst xmlns:a="http://schemas.openxmlformats.org/drawingml/2006/main">
              <a:ext uri="{FF2B5EF4-FFF2-40B4-BE49-F238E27FC236}">
                <a16:creationId xmlns:a16="http://schemas.microsoft.com/office/drawing/2014/main" id="{7526773D-EEA6-4EC0-B96D-5ADEF1C0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375">
            <a:extLst xmlns:a="http://schemas.openxmlformats.org/drawingml/2006/main">
              <a:ext uri="{FF2B5EF4-FFF2-40B4-BE49-F238E27FC236}">
                <a16:creationId xmlns:a16="http://schemas.microsoft.com/office/drawing/2014/main" id="{93A21D52-C74F-43C5-9430-F5550B9B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可教</a:t>
            </a:r>
          </a:p>
        </p:txBody>
      </p:sp>
      <p:sp>
        <p:nvSpPr>
          <p:cNvPr id="17" name="text-376">
            <a:extLst xmlns:a="http://schemas.openxmlformats.org/drawingml/2006/main">
              <a:ext uri="{FF2B5EF4-FFF2-40B4-BE49-F238E27FC236}">
                <a16:creationId xmlns:a16="http://schemas.microsoft.com/office/drawing/2014/main" id="{51AF2F28-7EF4-469C-B1ED-5E349209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同事看得懂它的用途，也知道何時不該使用。</a:t>
            </a:r>
          </a:p>
        </p:txBody>
      </p:sp>
      <p:sp>
        <p:nvSpPr>
          <p:cNvPr id="18" name="shape-377">
            <a:extLst xmlns:a="http://schemas.openxmlformats.org/drawingml/2006/main">
              <a:ext uri="{FF2B5EF4-FFF2-40B4-BE49-F238E27FC236}">
                <a16:creationId xmlns:a16="http://schemas.microsoft.com/office/drawing/2014/main" id="{68472108-2DC1-4A19-8CE7-CCB73998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78">
            <a:extLst xmlns:a="http://schemas.openxmlformats.org/drawingml/2006/main">
              <a:ext uri="{FF2B5EF4-FFF2-40B4-BE49-F238E27FC236}">
                <a16:creationId xmlns:a16="http://schemas.microsoft.com/office/drawing/2014/main" id="{A45F39FC-6C4A-40F5-A605-0587AB325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379">
            <a:extLst xmlns:a="http://schemas.openxmlformats.org/drawingml/2006/main">
              <a:ext uri="{FF2B5EF4-FFF2-40B4-BE49-F238E27FC236}">
                <a16:creationId xmlns:a16="http://schemas.microsoft.com/office/drawing/2014/main" id="{5678CFE5-6F46-4A15-B235-1649FD6F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可改</a:t>
            </a:r>
          </a:p>
        </p:txBody>
      </p:sp>
      <p:sp>
        <p:nvSpPr>
          <p:cNvPr id="21" name="text-380">
            <a:extLst xmlns:a="http://schemas.openxmlformats.org/drawingml/2006/main">
              <a:ext uri="{FF2B5EF4-FFF2-40B4-BE49-F238E27FC236}">
                <a16:creationId xmlns:a16="http://schemas.microsoft.com/office/drawing/2014/main" id="{D9CCB2FA-D91D-4FA4-92C1-680132B0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指令與背景檔案能隨課程迭代，不被鎖死。</a:t>
            </a:r>
          </a:p>
        </p:txBody>
      </p:sp>
      <p:sp>
        <p:nvSpPr>
          <p:cNvPr id="22" name="text-590">
            <a:extLst xmlns:a="http://schemas.openxmlformats.org/drawingml/2006/main">
              <a:ext uri="{FF2B5EF4-FFF2-40B4-BE49-F238E27FC236}">
                <a16:creationId xmlns:a16="http://schemas.microsoft.com/office/drawing/2014/main" id="{9537A1CA-45D6-4DF4-8BBA-829CDA63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acc72f643864723"/>
              </a:rPr>
              <a:t>建立自訂 Gem ↗</a:t>
            </a:r>
          </a:p>
        </p:txBody>
      </p:sp>
      <p:sp>
        <p:nvSpPr>
          <p:cNvPr id="23" name="shape-629">
            <a:extLst xmlns:a="http://schemas.openxmlformats.org/drawingml/2006/main">
              <a:ext uri="{FF2B5EF4-FFF2-40B4-BE49-F238E27FC236}">
                <a16:creationId xmlns:a16="http://schemas.microsoft.com/office/drawing/2014/main" id="{48A8F486-8F2B-4846-B3C2-C548EF1C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f076c0b43343b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30">
            <a:extLst xmlns:a="http://schemas.openxmlformats.org/drawingml/2006/main">
              <a:ext uri="{FF2B5EF4-FFF2-40B4-BE49-F238E27FC236}">
                <a16:creationId xmlns:a16="http://schemas.microsoft.com/office/drawing/2014/main" id="{5E91D57B-C7A4-4867-9BBF-955CA2B52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70974311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381">
            <a:extLst xmlns:a="http://schemas.openxmlformats.org/drawingml/2006/main">
              <a:ext uri="{FF2B5EF4-FFF2-40B4-BE49-F238E27FC236}">
                <a16:creationId xmlns:a16="http://schemas.microsoft.com/office/drawing/2014/main" id="{201834A3-0CEB-4A9E-8CE7-416FDE46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382">
            <a:extLst xmlns:a="http://schemas.openxmlformats.org/drawingml/2006/main">
              <a:ext uri="{FF2B5EF4-FFF2-40B4-BE49-F238E27FC236}">
                <a16:creationId xmlns:a16="http://schemas.microsoft.com/office/drawing/2014/main" id="{73EE2A94-D4F5-469B-B309-E3A94994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Canvas</a:t>
            </a:r>
          </a:p>
        </p:txBody>
      </p:sp>
      <p:sp>
        <p:nvSpPr>
          <p:cNvPr id="3" name="text-383">
            <a:extLst xmlns:a="http://schemas.openxmlformats.org/drawingml/2006/main">
              <a:ext uri="{FF2B5EF4-FFF2-40B4-BE49-F238E27FC236}">
                <a16:creationId xmlns:a16="http://schemas.microsoft.com/office/drawing/2014/main" id="{0808DAC8-56EA-4867-B415-5A5BA78FD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把文字想法變成可預覽、可修改、可分享的文件、程式與互動教學作品。</a:t>
            </a:r>
          </a:p>
        </p:txBody>
      </p:sp>
      <p:sp>
        <p:nvSpPr>
          <p:cNvPr id="4" name="shape-384">
            <a:extLst xmlns:a="http://schemas.openxmlformats.org/drawingml/2006/main">
              <a:ext uri="{FF2B5EF4-FFF2-40B4-BE49-F238E27FC236}">
                <a16:creationId xmlns:a16="http://schemas.microsoft.com/office/drawing/2014/main" id="{2C291058-7068-4729-B071-989AB5EC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385">
            <a:extLst xmlns:a="http://schemas.openxmlformats.org/drawingml/2006/main">
              <a:ext uri="{FF2B5EF4-FFF2-40B4-BE49-F238E27FC236}">
                <a16:creationId xmlns:a16="http://schemas.microsoft.com/office/drawing/2014/main" id="{F2263AEF-118D-4EA3-AD29-9B73762D3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38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387">
            <a:extLst xmlns:a="http://schemas.openxmlformats.org/drawingml/2006/main">
              <a:ext uri="{FF2B5EF4-FFF2-40B4-BE49-F238E27FC236}">
                <a16:creationId xmlns:a16="http://schemas.microsoft.com/office/drawing/2014/main" id="{3618E14E-2B61-4C21-9F2A-66A052D0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ADB3D3B-50E8-4AE7-A064-5F39F346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sp>
        <p:nvSpPr>
          <p:cNvPr id="9" name="text-591">
            <a:extLst xmlns:a="http://schemas.openxmlformats.org/drawingml/2006/main">
              <a:ext uri="{FF2B5EF4-FFF2-40B4-BE49-F238E27FC236}">
                <a16:creationId xmlns:a16="http://schemas.microsoft.com/office/drawing/2014/main" id="{7700A564-2CCF-4FD7-8909-BE87D148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74b21546a254d67"/>
              </a:rPr>
              <a:t>開啟 Gemini Canvas ↗</a:t>
            </a:r>
          </a:p>
        </p:txBody>
      </p:sp>
      <p:sp>
        <p:nvSpPr>
          <p:cNvPr id="10" name="shape-631">
            <a:extLst xmlns:a="http://schemas.openxmlformats.org/drawingml/2006/main">
              <a:ext uri="{FF2B5EF4-FFF2-40B4-BE49-F238E27FC236}">
                <a16:creationId xmlns:a16="http://schemas.microsoft.com/office/drawing/2014/main" id="{48645365-0948-4643-B598-9E1D19B3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e5768553284cc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32">
            <a:extLst xmlns:a="http://schemas.openxmlformats.org/drawingml/2006/main">
              <a:ext uri="{FF2B5EF4-FFF2-40B4-BE49-F238E27FC236}">
                <a16:creationId xmlns:a16="http://schemas.microsoft.com/office/drawing/2014/main" id="{986914D4-31C9-4DBB-AE51-FFAFD5F1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8086389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88">
            <a:extLst xmlns:a="http://schemas.openxmlformats.org/drawingml/2006/main">
              <a:ext uri="{FF2B5EF4-FFF2-40B4-BE49-F238E27FC236}">
                <a16:creationId xmlns:a16="http://schemas.microsoft.com/office/drawing/2014/main" id="{8D9CD3EA-6B78-44A3-90C5-A41AC30CD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CANVAS PROMPT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029FFF0-E1A2-4072-84EB-AAE1AC346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互動教學網站提示詞公式</a:t>
            </a:r>
          </a:p>
        </p:txBody>
      </p:sp>
      <p:cxnSp>
        <p:nvCxnSpPr>
          <p:cNvPr id="28" name="shape-38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90">
            <a:extLst xmlns:a="http://schemas.openxmlformats.org/drawingml/2006/main">
              <a:ext uri="{FF2B5EF4-FFF2-40B4-BE49-F238E27FC236}">
                <a16:creationId xmlns:a16="http://schemas.microsoft.com/office/drawing/2014/main" id="{6F8660FD-67B4-4C1B-B031-CD62BB9C6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CB69BF2-F94D-4674-B8D9-4B471242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391">
            <a:extLst xmlns:a="http://schemas.openxmlformats.org/drawingml/2006/main">
              <a:ext uri="{FF2B5EF4-FFF2-40B4-BE49-F238E27FC236}">
                <a16:creationId xmlns:a16="http://schemas.microsoft.com/office/drawing/2014/main" id="{7583DBF4-BC61-44AF-8161-E0C7343A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92">
            <a:extLst xmlns:a="http://schemas.openxmlformats.org/drawingml/2006/main">
              <a:ext uri="{FF2B5EF4-FFF2-40B4-BE49-F238E27FC236}">
                <a16:creationId xmlns:a16="http://schemas.microsoft.com/office/drawing/2014/main" id="{80059593-ADDA-441D-B4C5-3F759718C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393">
            <a:extLst xmlns:a="http://schemas.openxmlformats.org/drawingml/2006/main">
              <a:ext uri="{FF2B5EF4-FFF2-40B4-BE49-F238E27FC236}">
                <a16:creationId xmlns:a16="http://schemas.microsoft.com/office/drawing/2014/main" id="{14EE19E3-E704-44E4-A1AB-DA8EEB04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對象與情境</a:t>
            </a:r>
          </a:p>
        </p:txBody>
      </p:sp>
      <p:sp>
        <p:nvSpPr>
          <p:cNvPr id="9" name="text-394">
            <a:extLst xmlns:a="http://schemas.openxmlformats.org/drawingml/2006/main">
              <a:ext uri="{FF2B5EF4-FFF2-40B4-BE49-F238E27FC236}">
                <a16:creationId xmlns:a16="http://schemas.microsoft.com/office/drawing/2014/main" id="{866C0911-DA3F-4DA6-914A-8D0EA44A1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為哪一門課、哪一群學生、在哪個教學階段使用？</a:t>
            </a:r>
          </a:p>
        </p:txBody>
      </p:sp>
      <p:sp>
        <p:nvSpPr>
          <p:cNvPr id="10" name="shape-395">
            <a:extLst xmlns:a="http://schemas.openxmlformats.org/drawingml/2006/main">
              <a:ext uri="{FF2B5EF4-FFF2-40B4-BE49-F238E27FC236}">
                <a16:creationId xmlns:a16="http://schemas.microsoft.com/office/drawing/2014/main" id="{99C69882-5323-4D07-8197-05A6F54BF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96">
            <a:extLst xmlns:a="http://schemas.openxmlformats.org/drawingml/2006/main">
              <a:ext uri="{FF2B5EF4-FFF2-40B4-BE49-F238E27FC236}">
                <a16:creationId xmlns:a16="http://schemas.microsoft.com/office/drawing/2014/main" id="{74020CA7-70B0-480B-AF78-7551F371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397">
            <a:extLst xmlns:a="http://schemas.openxmlformats.org/drawingml/2006/main">
              <a:ext uri="{FF2B5EF4-FFF2-40B4-BE49-F238E27FC236}">
                <a16:creationId xmlns:a16="http://schemas.microsoft.com/office/drawing/2014/main" id="{6F37C1F9-E9E2-4554-9508-5D2779C6C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學習任務</a:t>
            </a:r>
          </a:p>
        </p:txBody>
      </p:sp>
      <p:sp>
        <p:nvSpPr>
          <p:cNvPr id="13" name="text-398">
            <a:extLst xmlns:a="http://schemas.openxmlformats.org/drawingml/2006/main">
              <a:ext uri="{FF2B5EF4-FFF2-40B4-BE49-F238E27FC236}">
                <a16:creationId xmlns:a16="http://schemas.microsoft.com/office/drawing/2014/main" id="{5E225EBF-DD97-44E7-B9CE-25BCE7F7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學生要比較、排序、模擬、練習或做決策？</a:t>
            </a:r>
          </a:p>
        </p:txBody>
      </p:sp>
      <p:sp>
        <p:nvSpPr>
          <p:cNvPr id="14" name="shape-399">
            <a:extLst xmlns:a="http://schemas.openxmlformats.org/drawingml/2006/main">
              <a:ext uri="{FF2B5EF4-FFF2-40B4-BE49-F238E27FC236}">
                <a16:creationId xmlns:a16="http://schemas.microsoft.com/office/drawing/2014/main" id="{FBD9302C-908B-43CD-B5A9-5359A1C4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00">
            <a:extLst xmlns:a="http://schemas.openxmlformats.org/drawingml/2006/main">
              <a:ext uri="{FF2B5EF4-FFF2-40B4-BE49-F238E27FC236}">
                <a16:creationId xmlns:a16="http://schemas.microsoft.com/office/drawing/2014/main" id="{35533CD8-E981-4FB6-B8C2-44F344A92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401">
            <a:extLst xmlns:a="http://schemas.openxmlformats.org/drawingml/2006/main">
              <a:ext uri="{FF2B5EF4-FFF2-40B4-BE49-F238E27FC236}">
                <a16:creationId xmlns:a16="http://schemas.microsoft.com/office/drawing/2014/main" id="{3BC84DB1-B6EB-47CD-9C34-5440EC6DC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互動與回饋</a:t>
            </a:r>
          </a:p>
        </p:txBody>
      </p:sp>
      <p:sp>
        <p:nvSpPr>
          <p:cNvPr id="17" name="text-402">
            <a:extLst xmlns:a="http://schemas.openxmlformats.org/drawingml/2006/main">
              <a:ext uri="{FF2B5EF4-FFF2-40B4-BE49-F238E27FC236}">
                <a16:creationId xmlns:a16="http://schemas.microsoft.com/office/drawing/2014/main" id="{86548823-4DA1-44BB-9015-32F9282E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點擊後會發生什麼？如何看見正確、進步或提示？</a:t>
            </a:r>
          </a:p>
        </p:txBody>
      </p:sp>
      <p:sp>
        <p:nvSpPr>
          <p:cNvPr id="18" name="shape-403">
            <a:extLst xmlns:a="http://schemas.openxmlformats.org/drawingml/2006/main">
              <a:ext uri="{FF2B5EF4-FFF2-40B4-BE49-F238E27FC236}">
                <a16:creationId xmlns:a16="http://schemas.microsoft.com/office/drawing/2014/main" id="{F4AEA1CE-7C98-431F-A92C-BFE6325E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04">
            <a:extLst xmlns:a="http://schemas.openxmlformats.org/drawingml/2006/main">
              <a:ext uri="{FF2B5EF4-FFF2-40B4-BE49-F238E27FC236}">
                <a16:creationId xmlns:a16="http://schemas.microsoft.com/office/drawing/2014/main" id="{67DFF7B3-70AF-44C7-AE87-4DBCCFF4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405">
            <a:extLst xmlns:a="http://schemas.openxmlformats.org/drawingml/2006/main">
              <a:ext uri="{FF2B5EF4-FFF2-40B4-BE49-F238E27FC236}">
                <a16:creationId xmlns:a16="http://schemas.microsoft.com/office/drawing/2014/main" id="{5294F635-3A69-4BE3-8142-FA517EA8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限制與驗收</a:t>
            </a:r>
          </a:p>
        </p:txBody>
      </p:sp>
      <p:sp>
        <p:nvSpPr>
          <p:cNvPr id="21" name="text-406">
            <a:extLst xmlns:a="http://schemas.openxmlformats.org/drawingml/2006/main">
              <a:ext uri="{FF2B5EF4-FFF2-40B4-BE49-F238E27FC236}">
                <a16:creationId xmlns:a16="http://schemas.microsoft.com/office/drawing/2014/main" id="{E5B4DA3E-1470-4EE8-8EDD-6BD2039A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單檔、RWD、繁中、無個資、手機可用，並列測試清單。</a:t>
            </a:r>
          </a:p>
        </p:txBody>
      </p:sp>
      <p:sp>
        <p:nvSpPr>
          <p:cNvPr id="22" name="text-592">
            <a:extLst xmlns:a="http://schemas.openxmlformats.org/drawingml/2006/main">
              <a:ext uri="{FF2B5EF4-FFF2-40B4-BE49-F238E27FC236}">
                <a16:creationId xmlns:a16="http://schemas.microsoft.com/office/drawing/2014/main" id="{88C5A77C-701D-46C2-AFEA-549B82EFD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d4d6a5952374963"/>
              </a:rPr>
              <a:t>開啟 Gemini Canvas ↗</a:t>
            </a:r>
          </a:p>
        </p:txBody>
      </p:sp>
      <p:sp>
        <p:nvSpPr>
          <p:cNvPr id="23" name="shape-633">
            <a:extLst xmlns:a="http://schemas.openxmlformats.org/drawingml/2006/main">
              <a:ext uri="{FF2B5EF4-FFF2-40B4-BE49-F238E27FC236}">
                <a16:creationId xmlns:a16="http://schemas.microsoft.com/office/drawing/2014/main" id="{CA36156A-EC13-46C2-8ED2-D701ECAA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ee5a657c2a4ff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34">
            <a:extLst xmlns:a="http://schemas.openxmlformats.org/drawingml/2006/main">
              <a:ext uri="{FF2B5EF4-FFF2-40B4-BE49-F238E27FC236}">
                <a16:creationId xmlns:a16="http://schemas.microsoft.com/office/drawing/2014/main" id="{08121E98-2424-47E4-B7FA-9404CCA8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591929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07">
            <a:extLst xmlns:a="http://schemas.openxmlformats.org/drawingml/2006/main">
              <a:ext uri="{FF2B5EF4-FFF2-40B4-BE49-F238E27FC236}">
                <a16:creationId xmlns:a16="http://schemas.microsoft.com/office/drawing/2014/main" id="{8632FEEF-1E21-4242-8D85-6B01E9C04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BUILD 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7F9BD83-1742-4827-BFA6-46B600B60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建置循環：不要停在第一次生成</a:t>
            </a:r>
          </a:p>
        </p:txBody>
      </p:sp>
      <p:cxnSp>
        <p:nvCxnSpPr>
          <p:cNvPr id="28" name="shape-40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09">
            <a:extLst xmlns:a="http://schemas.openxmlformats.org/drawingml/2006/main">
              <a:ext uri="{FF2B5EF4-FFF2-40B4-BE49-F238E27FC236}">
                <a16:creationId xmlns:a16="http://schemas.microsoft.com/office/drawing/2014/main" id="{2D49588C-E0AA-4BAF-8B6F-97247A75C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8B12DC8-9C8F-4048-A2E3-274DD97C9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text-410">
            <a:extLst xmlns:a="http://schemas.openxmlformats.org/drawingml/2006/main">
              <a:ext uri="{FF2B5EF4-FFF2-40B4-BE49-F238E27FC236}">
                <a16:creationId xmlns:a16="http://schemas.microsoft.com/office/drawing/2014/main" id="{2D0D0F73-A966-4E96-B38F-1A04B9DA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411">
            <a:extLst xmlns:a="http://schemas.openxmlformats.org/drawingml/2006/main">
              <a:ext uri="{FF2B5EF4-FFF2-40B4-BE49-F238E27FC236}">
                <a16:creationId xmlns:a16="http://schemas.microsoft.com/office/drawing/2014/main" id="{F6F1D862-A8CD-45B6-9BA6-352970DF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生成</a:t>
            </a:r>
          </a:p>
        </p:txBody>
      </p:sp>
      <p:sp>
        <p:nvSpPr>
          <p:cNvPr id="8" name="text-412">
            <a:extLst xmlns:a="http://schemas.openxmlformats.org/drawingml/2006/main">
              <a:ext uri="{FF2B5EF4-FFF2-40B4-BE49-F238E27FC236}">
                <a16:creationId xmlns:a16="http://schemas.microsoft.com/office/drawing/2014/main" id="{125C4EEC-9B1B-45E6-BB1E-BD63A4CE2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先做最小可用版</a:t>
            </a:r>
          </a:p>
        </p:txBody>
      </p:sp>
      <p:sp>
        <p:nvSpPr>
          <p:cNvPr id="9" name="text-413">
            <a:extLst xmlns:a="http://schemas.openxmlformats.org/drawingml/2006/main">
              <a:ext uri="{FF2B5EF4-FFF2-40B4-BE49-F238E27FC236}">
                <a16:creationId xmlns:a16="http://schemas.microsoft.com/office/drawing/2014/main" id="{A8F48545-9EE1-459A-8C75-B3454E1D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414">
            <a:extLst xmlns:a="http://schemas.openxmlformats.org/drawingml/2006/main">
              <a:ext uri="{FF2B5EF4-FFF2-40B4-BE49-F238E27FC236}">
                <a16:creationId xmlns:a16="http://schemas.microsoft.com/office/drawing/2014/main" id="{EC3701FE-774C-4813-8DBA-ACAA7087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415">
            <a:extLst xmlns:a="http://schemas.openxmlformats.org/drawingml/2006/main">
              <a:ext uri="{FF2B5EF4-FFF2-40B4-BE49-F238E27FC236}">
                <a16:creationId xmlns:a16="http://schemas.microsoft.com/office/drawing/2014/main" id="{8FA17CA9-5E2F-487D-8E8C-3855E0CC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12" name="text-416">
            <a:extLst xmlns:a="http://schemas.openxmlformats.org/drawingml/2006/main">
              <a:ext uri="{FF2B5EF4-FFF2-40B4-BE49-F238E27FC236}">
                <a16:creationId xmlns:a16="http://schemas.microsoft.com/office/drawing/2014/main" id="{D40787EE-7B6E-40F8-8081-9B3BCDD4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實際點完學生路徑</a:t>
            </a:r>
          </a:p>
        </p:txBody>
      </p:sp>
      <p:sp>
        <p:nvSpPr>
          <p:cNvPr id="13" name="text-417">
            <a:extLst xmlns:a="http://schemas.openxmlformats.org/drawingml/2006/main">
              <a:ext uri="{FF2B5EF4-FFF2-40B4-BE49-F238E27FC236}">
                <a16:creationId xmlns:a16="http://schemas.microsoft.com/office/drawing/2014/main" id="{6A633280-66B3-4D8A-B2D6-0D130110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418">
            <a:extLst xmlns:a="http://schemas.openxmlformats.org/drawingml/2006/main">
              <a:ext uri="{FF2B5EF4-FFF2-40B4-BE49-F238E27FC236}">
                <a16:creationId xmlns:a16="http://schemas.microsoft.com/office/drawing/2014/main" id="{F8A03E08-1D4A-49C9-983F-437249E23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419">
            <a:extLst xmlns:a="http://schemas.openxmlformats.org/drawingml/2006/main">
              <a:ext uri="{FF2B5EF4-FFF2-40B4-BE49-F238E27FC236}">
                <a16:creationId xmlns:a16="http://schemas.microsoft.com/office/drawing/2014/main" id="{DA8272FF-09A5-4581-B102-C35FFF3E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檢查</a:t>
            </a:r>
          </a:p>
        </p:txBody>
      </p:sp>
      <p:sp>
        <p:nvSpPr>
          <p:cNvPr id="16" name="text-420">
            <a:extLst xmlns:a="http://schemas.openxmlformats.org/drawingml/2006/main">
              <a:ext uri="{FF2B5EF4-FFF2-40B4-BE49-F238E27FC236}">
                <a16:creationId xmlns:a16="http://schemas.microsoft.com/office/drawing/2014/main" id="{8A4B7FD5-DAEB-42BA-9572-717D25A7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看程式、錯誤與紀錄</a:t>
            </a:r>
          </a:p>
        </p:txBody>
      </p:sp>
      <p:sp>
        <p:nvSpPr>
          <p:cNvPr id="17" name="text-421">
            <a:extLst xmlns:a="http://schemas.openxmlformats.org/drawingml/2006/main">
              <a:ext uri="{FF2B5EF4-FFF2-40B4-BE49-F238E27FC236}">
                <a16:creationId xmlns:a16="http://schemas.microsoft.com/office/drawing/2014/main" id="{00A56FEF-26D4-4271-9793-10B942E9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422">
            <a:extLst xmlns:a="http://schemas.openxmlformats.org/drawingml/2006/main">
              <a:ext uri="{FF2B5EF4-FFF2-40B4-BE49-F238E27FC236}">
                <a16:creationId xmlns:a16="http://schemas.microsoft.com/office/drawing/2014/main" id="{149C6E98-AE53-4C5B-BBE4-4EB17BC2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423">
            <a:extLst xmlns:a="http://schemas.openxmlformats.org/drawingml/2006/main">
              <a:ext uri="{FF2B5EF4-FFF2-40B4-BE49-F238E27FC236}">
                <a16:creationId xmlns:a16="http://schemas.microsoft.com/office/drawing/2014/main" id="{2E80C258-945F-4CDF-9BF4-B12CA1215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迭代</a:t>
            </a:r>
          </a:p>
        </p:txBody>
      </p:sp>
      <p:sp>
        <p:nvSpPr>
          <p:cNvPr id="20" name="text-424">
            <a:extLst xmlns:a="http://schemas.openxmlformats.org/drawingml/2006/main">
              <a:ext uri="{FF2B5EF4-FFF2-40B4-BE49-F238E27FC236}">
                <a16:creationId xmlns:a16="http://schemas.microsoft.com/office/drawing/2014/main" id="{2ADB47A8-90C5-407B-A86B-206A8C4B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一次只修一類問題</a:t>
            </a:r>
          </a:p>
        </p:txBody>
      </p:sp>
      <p:sp>
        <p:nvSpPr>
          <p:cNvPr id="21" name="text-425">
            <a:extLst xmlns:a="http://schemas.openxmlformats.org/drawingml/2006/main">
              <a:ext uri="{FF2B5EF4-FFF2-40B4-BE49-F238E27FC236}">
                <a16:creationId xmlns:a16="http://schemas.microsoft.com/office/drawing/2014/main" id="{E1F37995-BF90-4763-88E3-96F91E22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22" name="text-593">
            <a:extLst xmlns:a="http://schemas.openxmlformats.org/drawingml/2006/main">
              <a:ext uri="{FF2B5EF4-FFF2-40B4-BE49-F238E27FC236}">
                <a16:creationId xmlns:a16="http://schemas.microsoft.com/office/drawing/2014/main" id="{A3A0F698-3EB3-41E8-BBDA-7B130F404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d919a51452a45c1"/>
              </a:rPr>
              <a:t>開啟 Gemini Canvas ↗</a:t>
            </a:r>
          </a:p>
        </p:txBody>
      </p:sp>
      <p:sp>
        <p:nvSpPr>
          <p:cNvPr id="23" name="shape-635">
            <a:extLst xmlns:a="http://schemas.openxmlformats.org/drawingml/2006/main">
              <a:ext uri="{FF2B5EF4-FFF2-40B4-BE49-F238E27FC236}">
                <a16:creationId xmlns:a16="http://schemas.microsoft.com/office/drawing/2014/main" id="{9462C7E0-DB6C-43D8-BB82-44FB2029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e7e96ee8254d7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36">
            <a:extLst xmlns:a="http://schemas.openxmlformats.org/drawingml/2006/main">
              <a:ext uri="{FF2B5EF4-FFF2-40B4-BE49-F238E27FC236}">
                <a16:creationId xmlns:a16="http://schemas.microsoft.com/office/drawing/2014/main" id="{517012F4-79F2-4AEC-BB13-0A7CCDE0A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11473422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426">
            <a:extLst xmlns:a="http://schemas.openxmlformats.org/drawingml/2006/main">
              <a:ext uri="{FF2B5EF4-FFF2-40B4-BE49-F238E27FC236}">
                <a16:creationId xmlns:a16="http://schemas.microsoft.com/office/drawing/2014/main" id="{D209AE0D-1C47-4DA2-82B8-BF8E3A0F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D31724B-50CB-4499-AE0C-80DE08E0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實作三｜做出一個互動教學原型</a:t>
            </a:r>
          </a:p>
        </p:txBody>
      </p:sp>
      <p:cxnSp>
        <p:nvCxnSpPr>
          <p:cNvPr id="25" name="shape-42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28">
            <a:extLst xmlns:a="http://schemas.openxmlformats.org/drawingml/2006/main">
              <a:ext uri="{FF2B5EF4-FFF2-40B4-BE49-F238E27FC236}">
                <a16:creationId xmlns:a16="http://schemas.microsoft.com/office/drawing/2014/main" id="{81984506-4928-4E2A-9D36-92118EAA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947B4EA-A08A-424F-8FFA-6AFAAA33B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text-429">
            <a:extLst xmlns:a="http://schemas.openxmlformats.org/drawingml/2006/main">
              <a:ext uri="{FF2B5EF4-FFF2-40B4-BE49-F238E27FC236}">
                <a16:creationId xmlns:a16="http://schemas.microsoft.com/office/drawing/2014/main" id="{16B7A411-9323-49E1-9060-727CB3FD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430">
            <a:extLst xmlns:a="http://schemas.openxmlformats.org/drawingml/2006/main">
              <a:ext uri="{FF2B5EF4-FFF2-40B4-BE49-F238E27FC236}">
                <a16:creationId xmlns:a16="http://schemas.microsoft.com/office/drawing/2014/main" id="{84067629-8758-4F0F-8613-FB1BCD77F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431">
            <a:extLst xmlns:a="http://schemas.openxmlformats.org/drawingml/2006/main">
              <a:ext uri="{FF2B5EF4-FFF2-40B4-BE49-F238E27FC236}">
                <a16:creationId xmlns:a16="http://schemas.microsoft.com/office/drawing/2014/main" id="{50225908-4CE4-4849-8C98-4FAAEC56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32">
            <a:extLst xmlns:a="http://schemas.openxmlformats.org/drawingml/2006/main">
              <a:ext uri="{FF2B5EF4-FFF2-40B4-BE49-F238E27FC236}">
                <a16:creationId xmlns:a16="http://schemas.microsoft.com/office/drawing/2014/main" id="{0AEF087D-9857-41E2-B48A-521C93B90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貼入提示詞公式與核心內容</a:t>
            </a:r>
          </a:p>
        </p:txBody>
      </p:sp>
      <p:sp>
        <p:nvSpPr>
          <p:cNvPr id="10" name="text-433">
            <a:extLst xmlns:a="http://schemas.openxmlformats.org/drawingml/2006/main">
              <a:ext uri="{FF2B5EF4-FFF2-40B4-BE49-F238E27FC236}">
                <a16:creationId xmlns:a16="http://schemas.microsoft.com/office/drawing/2014/main" id="{97A4ED5F-1870-4534-B27A-F41BE94B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434">
            <a:extLst xmlns:a="http://schemas.openxmlformats.org/drawingml/2006/main">
              <a:ext uri="{FF2B5EF4-FFF2-40B4-BE49-F238E27FC236}">
                <a16:creationId xmlns:a16="http://schemas.microsoft.com/office/drawing/2014/main" id="{A621872E-2AB3-4E77-B786-ED7AB9671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產生第一版並完整操作</a:t>
            </a:r>
          </a:p>
        </p:txBody>
      </p:sp>
      <p:sp>
        <p:nvSpPr>
          <p:cNvPr id="12" name="text-435">
            <a:extLst xmlns:a="http://schemas.openxmlformats.org/drawingml/2006/main">
              <a:ext uri="{FF2B5EF4-FFF2-40B4-BE49-F238E27FC236}">
                <a16:creationId xmlns:a16="http://schemas.microsoft.com/office/drawing/2014/main" id="{368359BF-DBF0-4918-B68A-D3BE26F4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436">
            <a:extLst xmlns:a="http://schemas.openxmlformats.org/drawingml/2006/main">
              <a:ext uri="{FF2B5EF4-FFF2-40B4-BE49-F238E27FC236}">
                <a16:creationId xmlns:a16="http://schemas.microsoft.com/office/drawing/2014/main" id="{2E4562BA-061B-42EC-8DC7-8BB11F66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請同組夥伴扮演學生測試</a:t>
            </a:r>
          </a:p>
        </p:txBody>
      </p:sp>
      <p:sp>
        <p:nvSpPr>
          <p:cNvPr id="14" name="text-437">
            <a:extLst xmlns:a="http://schemas.openxmlformats.org/drawingml/2006/main">
              <a:ext uri="{FF2B5EF4-FFF2-40B4-BE49-F238E27FC236}">
                <a16:creationId xmlns:a16="http://schemas.microsoft.com/office/drawing/2014/main" id="{157B246A-89F0-4A39-89FE-C400F436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438">
            <a:extLst xmlns:a="http://schemas.openxmlformats.org/drawingml/2006/main">
              <a:ext uri="{FF2B5EF4-FFF2-40B4-BE49-F238E27FC236}">
                <a16:creationId xmlns:a16="http://schemas.microsoft.com/office/drawing/2014/main" id="{9C455AE8-F786-4A55-9774-6E3689EB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根據一項具體問題修改第二版</a:t>
            </a:r>
          </a:p>
        </p:txBody>
      </p:sp>
      <p:sp>
        <p:nvSpPr>
          <p:cNvPr id="16" name="shape-439">
            <a:extLst xmlns:a="http://schemas.openxmlformats.org/drawingml/2006/main">
              <a:ext uri="{FF2B5EF4-FFF2-40B4-BE49-F238E27FC236}">
                <a16:creationId xmlns:a16="http://schemas.microsoft.com/office/drawing/2014/main" id="{DEA112F6-2894-4BF9-B601-1574C9DAE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440">
            <a:extLst xmlns:a="http://schemas.openxmlformats.org/drawingml/2006/main">
              <a:ext uri="{FF2B5EF4-FFF2-40B4-BE49-F238E27FC236}">
                <a16:creationId xmlns:a16="http://schemas.microsoft.com/office/drawing/2014/main" id="{A84AD33A-092E-4FB8-ACA3-8BA9AD1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441">
            <a:extLst xmlns:a="http://schemas.openxmlformats.org/drawingml/2006/main">
              <a:ext uri="{FF2B5EF4-FFF2-40B4-BE49-F238E27FC236}">
                <a16:creationId xmlns:a16="http://schemas.microsoft.com/office/drawing/2014/main" id="{A7441D47-4180-48D5-BCC6-12BAD16D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至少一個互動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有清楚回饋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手機寬度可操作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沒有學生個資</a:t>
            </a:r>
          </a:p>
        </p:txBody>
      </p:sp>
      <p:sp>
        <p:nvSpPr>
          <p:cNvPr id="19" name="text-594">
            <a:extLst xmlns:a="http://schemas.openxmlformats.org/drawingml/2006/main">
              <a:ext uri="{FF2B5EF4-FFF2-40B4-BE49-F238E27FC236}">
                <a16:creationId xmlns:a16="http://schemas.microsoft.com/office/drawing/2014/main" id="{A3159C40-B69D-4014-930F-2F9ACEC0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5c61953938147e9"/>
              </a:rPr>
              <a:t>開啟 Gemini Canvas ↗</a:t>
            </a:r>
          </a:p>
        </p:txBody>
      </p:sp>
      <p:sp>
        <p:nvSpPr>
          <p:cNvPr id="20" name="shape-637">
            <a:extLst xmlns:a="http://schemas.openxmlformats.org/drawingml/2006/main">
              <a:ext uri="{FF2B5EF4-FFF2-40B4-BE49-F238E27FC236}">
                <a16:creationId xmlns:a16="http://schemas.microsoft.com/office/drawing/2014/main" id="{18D152E0-6DE5-46F8-8516-2459D147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98bd0d3a18415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638">
            <a:extLst xmlns:a="http://schemas.openxmlformats.org/drawingml/2006/main">
              <a:ext uri="{FF2B5EF4-FFF2-40B4-BE49-F238E27FC236}">
                <a16:creationId xmlns:a16="http://schemas.microsoft.com/office/drawing/2014/main" id="{EC18ED59-CDE2-49F0-B3B0-1B9F013C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58553516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42">
            <a:extLst xmlns:a="http://schemas.openxmlformats.org/drawingml/2006/main">
              <a:ext uri="{FF2B5EF4-FFF2-40B4-BE49-F238E27FC236}">
                <a16:creationId xmlns:a16="http://schemas.microsoft.com/office/drawing/2014/main" id="{8633627D-01CC-41B4-8A1C-DF4C160FE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PRE-PUBLISH CHECK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B9E2B04-1C7E-4D05-8F97-F7FEF287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上線前 4 道門：能用，不等於能公開</a:t>
            </a:r>
          </a:p>
        </p:txBody>
      </p:sp>
      <p:cxnSp>
        <p:nvCxnSpPr>
          <p:cNvPr id="28" name="shape-44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44">
            <a:extLst xmlns:a="http://schemas.openxmlformats.org/drawingml/2006/main">
              <a:ext uri="{FF2B5EF4-FFF2-40B4-BE49-F238E27FC236}">
                <a16:creationId xmlns:a16="http://schemas.microsoft.com/office/drawing/2014/main" id="{E86A2A14-204C-4288-9BCF-F777421F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087FCD0-E375-42C3-8CDC-4AE0405D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shape-445">
            <a:extLst xmlns:a="http://schemas.openxmlformats.org/drawingml/2006/main">
              <a:ext uri="{FF2B5EF4-FFF2-40B4-BE49-F238E27FC236}">
                <a16:creationId xmlns:a16="http://schemas.microsoft.com/office/drawing/2014/main" id="{3FCCDB85-10FC-43A3-8483-7A1438D8A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46">
            <a:extLst xmlns:a="http://schemas.openxmlformats.org/drawingml/2006/main">
              <a:ext uri="{FF2B5EF4-FFF2-40B4-BE49-F238E27FC236}">
                <a16:creationId xmlns:a16="http://schemas.microsoft.com/office/drawing/2014/main" id="{8BF4B6A7-8DB3-4A7F-9D7E-B01DA11A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447">
            <a:extLst xmlns:a="http://schemas.openxmlformats.org/drawingml/2006/main">
              <a:ext uri="{FF2B5EF4-FFF2-40B4-BE49-F238E27FC236}">
                <a16:creationId xmlns:a16="http://schemas.microsoft.com/office/drawing/2014/main" id="{7F70B8DD-D514-4AF1-AD5B-A6C9FEB2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</a:t>
            </a:r>
          </a:p>
        </p:txBody>
      </p:sp>
      <p:sp>
        <p:nvSpPr>
          <p:cNvPr id="9" name="text-448">
            <a:extLst xmlns:a="http://schemas.openxmlformats.org/drawingml/2006/main">
              <a:ext uri="{FF2B5EF4-FFF2-40B4-BE49-F238E27FC236}">
                <a16:creationId xmlns:a16="http://schemas.microsoft.com/office/drawing/2014/main" id="{F4DCA830-AA8C-4303-9434-4FCC498A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移除學生姓名、信箱、成績、研究參與者與敏感檔案。</a:t>
            </a:r>
          </a:p>
        </p:txBody>
      </p:sp>
      <p:sp>
        <p:nvSpPr>
          <p:cNvPr id="10" name="shape-449">
            <a:extLst xmlns:a="http://schemas.openxmlformats.org/drawingml/2006/main">
              <a:ext uri="{FF2B5EF4-FFF2-40B4-BE49-F238E27FC236}">
                <a16:creationId xmlns:a16="http://schemas.microsoft.com/office/drawing/2014/main" id="{9C4E3AAD-3B8B-4973-9C94-91955C34D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50">
            <a:extLst xmlns:a="http://schemas.openxmlformats.org/drawingml/2006/main">
              <a:ext uri="{FF2B5EF4-FFF2-40B4-BE49-F238E27FC236}">
                <a16:creationId xmlns:a16="http://schemas.microsoft.com/office/drawing/2014/main" id="{5A6A1EA9-CE8B-42A1-98AC-E9CA51D7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451">
            <a:extLst xmlns:a="http://schemas.openxmlformats.org/drawingml/2006/main">
              <a:ext uri="{FF2B5EF4-FFF2-40B4-BE49-F238E27FC236}">
                <a16:creationId xmlns:a16="http://schemas.microsoft.com/office/drawing/2014/main" id="{9CF4888D-CCB4-4FD5-ADBD-F6200C2F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版權</a:t>
            </a:r>
          </a:p>
        </p:txBody>
      </p:sp>
      <p:sp>
        <p:nvSpPr>
          <p:cNvPr id="13" name="text-452">
            <a:extLst xmlns:a="http://schemas.openxmlformats.org/drawingml/2006/main">
              <a:ext uri="{FF2B5EF4-FFF2-40B4-BE49-F238E27FC236}">
                <a16:creationId xmlns:a16="http://schemas.microsoft.com/office/drawing/2014/main" id="{20BACBB8-0A36-458E-B3A4-31DBD6D7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確認圖片、教材、論文與範例程式的授權與引用。</a:t>
            </a:r>
          </a:p>
        </p:txBody>
      </p:sp>
      <p:sp>
        <p:nvSpPr>
          <p:cNvPr id="14" name="shape-453">
            <a:extLst xmlns:a="http://schemas.openxmlformats.org/drawingml/2006/main">
              <a:ext uri="{FF2B5EF4-FFF2-40B4-BE49-F238E27FC236}">
                <a16:creationId xmlns:a16="http://schemas.microsoft.com/office/drawing/2014/main" id="{F03C27A7-9F5E-4F65-85D3-0510F00E9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54">
            <a:extLst xmlns:a="http://schemas.openxmlformats.org/drawingml/2006/main">
              <a:ext uri="{FF2B5EF4-FFF2-40B4-BE49-F238E27FC236}">
                <a16:creationId xmlns:a16="http://schemas.microsoft.com/office/drawing/2014/main" id="{CCB52A0E-DAF2-401B-BC0F-D082CB4F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455">
            <a:extLst xmlns:a="http://schemas.openxmlformats.org/drawingml/2006/main">
              <a:ext uri="{FF2B5EF4-FFF2-40B4-BE49-F238E27FC236}">
                <a16:creationId xmlns:a16="http://schemas.microsoft.com/office/drawing/2014/main" id="{BCE7547F-7200-4F26-821C-A1B3B75E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無障礙</a:t>
            </a:r>
          </a:p>
        </p:txBody>
      </p:sp>
      <p:sp>
        <p:nvSpPr>
          <p:cNvPr id="17" name="text-456">
            <a:extLst xmlns:a="http://schemas.openxmlformats.org/drawingml/2006/main">
              <a:ext uri="{FF2B5EF4-FFF2-40B4-BE49-F238E27FC236}">
                <a16:creationId xmlns:a16="http://schemas.microsoft.com/office/drawing/2014/main" id="{957C1B21-7AB0-4D9A-8667-A150743A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文字可讀、對比足夠、鍵盤可操作、圖片有替代說明。</a:t>
            </a:r>
          </a:p>
        </p:txBody>
      </p:sp>
      <p:sp>
        <p:nvSpPr>
          <p:cNvPr id="18" name="shape-457">
            <a:extLst xmlns:a="http://schemas.openxmlformats.org/drawingml/2006/main">
              <a:ext uri="{FF2B5EF4-FFF2-40B4-BE49-F238E27FC236}">
                <a16:creationId xmlns:a16="http://schemas.microsoft.com/office/drawing/2014/main" id="{1EFF1D85-27E6-4980-BDFA-B84CFF004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58">
            <a:extLst xmlns:a="http://schemas.openxmlformats.org/drawingml/2006/main">
              <a:ext uri="{FF2B5EF4-FFF2-40B4-BE49-F238E27FC236}">
                <a16:creationId xmlns:a16="http://schemas.microsoft.com/office/drawing/2014/main" id="{36A8493F-3B86-46C2-BEB9-5BD4ED6A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59">
            <a:extLst xmlns:a="http://schemas.openxmlformats.org/drawingml/2006/main">
              <a:ext uri="{FF2B5EF4-FFF2-40B4-BE49-F238E27FC236}">
                <a16:creationId xmlns:a16="http://schemas.microsoft.com/office/drawing/2014/main" id="{F559C803-7A99-4DED-A3A4-C489B839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跨裝置</a:t>
            </a:r>
          </a:p>
        </p:txBody>
      </p:sp>
      <p:sp>
        <p:nvSpPr>
          <p:cNvPr id="21" name="text-460">
            <a:extLst xmlns:a="http://schemas.openxmlformats.org/drawingml/2006/main">
              <a:ext uri="{FF2B5EF4-FFF2-40B4-BE49-F238E27FC236}">
                <a16:creationId xmlns:a16="http://schemas.microsoft.com/office/drawing/2014/main" id="{804CBA1E-619D-41D4-BB2E-FEF4D45A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手機、平板、桌機都完成主要任務，不只看首頁。</a:t>
            </a:r>
          </a:p>
        </p:txBody>
      </p:sp>
      <p:sp>
        <p:nvSpPr>
          <p:cNvPr id="22" name="text-595">
            <a:extLst xmlns:a="http://schemas.openxmlformats.org/drawingml/2006/main">
              <a:ext uri="{FF2B5EF4-FFF2-40B4-BE49-F238E27FC236}">
                <a16:creationId xmlns:a16="http://schemas.microsoft.com/office/drawing/2014/main" id="{C3D8A7DE-A302-4F82-927D-70203B4F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0205b9898c247f6"/>
              </a:rPr>
              <a:t>開啟 Gemini Canvas ↗</a:t>
            </a:r>
          </a:p>
        </p:txBody>
      </p:sp>
      <p:sp>
        <p:nvSpPr>
          <p:cNvPr id="23" name="shape-639">
            <a:extLst xmlns:a="http://schemas.openxmlformats.org/drawingml/2006/main">
              <a:ext uri="{FF2B5EF4-FFF2-40B4-BE49-F238E27FC236}">
                <a16:creationId xmlns:a16="http://schemas.microsoft.com/office/drawing/2014/main" id="{C891A7B3-4A83-44C9-962A-AE1FCC465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4652f4e6ae473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40">
            <a:extLst xmlns:a="http://schemas.openxmlformats.org/drawingml/2006/main">
              <a:ext uri="{FF2B5EF4-FFF2-40B4-BE49-F238E27FC236}">
                <a16:creationId xmlns:a16="http://schemas.microsoft.com/office/drawing/2014/main" id="{C1E3B662-7D26-4074-AD92-53AA00DC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86347420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61">
            <a:extLst xmlns:a="http://schemas.openxmlformats.org/drawingml/2006/main">
              <a:ext uri="{FF2B5EF4-FFF2-40B4-BE49-F238E27FC236}">
                <a16:creationId xmlns:a16="http://schemas.microsoft.com/office/drawing/2014/main" id="{3D7B9B97-1DEA-40E9-BB43-700D3038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GOOGLE SITES · GITHUB PAGES · EZPAGE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358ADC1-3A90-4E4A-A84A-7842340B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部署選擇：先看目的，再看技術</a:t>
            </a:r>
          </a:p>
        </p:txBody>
      </p:sp>
      <p:cxnSp>
        <p:nvCxnSpPr>
          <p:cNvPr id="28" name="shape-46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63">
            <a:extLst xmlns:a="http://schemas.openxmlformats.org/drawingml/2006/main">
              <a:ext uri="{FF2B5EF4-FFF2-40B4-BE49-F238E27FC236}">
                <a16:creationId xmlns:a16="http://schemas.microsoft.com/office/drawing/2014/main" id="{4F67F4D9-4698-4F0E-A170-105FBA88E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3D69875-FBC4-49FE-A615-7602B35D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464">
            <a:extLst xmlns:a="http://schemas.openxmlformats.org/drawingml/2006/main">
              <a:ext uri="{FF2B5EF4-FFF2-40B4-BE49-F238E27FC236}">
                <a16:creationId xmlns:a16="http://schemas.microsoft.com/office/drawing/2014/main" id="{E406C91C-46B6-4CC2-8286-D75B87E5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65">
            <a:extLst xmlns:a="http://schemas.openxmlformats.org/drawingml/2006/main">
              <a:ext uri="{FF2B5EF4-FFF2-40B4-BE49-F238E27FC236}">
                <a16:creationId xmlns:a16="http://schemas.microsoft.com/office/drawing/2014/main" id="{F87F1178-8A48-4C9F-B3F2-1CCF5626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466">
            <a:extLst xmlns:a="http://schemas.openxmlformats.org/drawingml/2006/main">
              <a:ext uri="{FF2B5EF4-FFF2-40B4-BE49-F238E27FC236}">
                <a16:creationId xmlns:a16="http://schemas.microsoft.com/office/drawing/2014/main" id="{25D1EE05-04F3-48A9-A3E5-F46189E4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sp>
        <p:nvSpPr>
          <p:cNvPr id="9" name="text-467">
            <a:extLst xmlns:a="http://schemas.openxmlformats.org/drawingml/2006/main">
              <a:ext uri="{FF2B5EF4-FFF2-40B4-BE49-F238E27FC236}">
                <a16:creationId xmlns:a16="http://schemas.microsoft.com/office/drawing/2014/main" id="{188002F2-6583-4BC6-81BB-58A9D47F4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適合快速整理課程入口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拖放編輯與多人協作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可嵌入 Google 檔案與網站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維護門檻較低</a:t>
            </a:r>
          </a:p>
        </p:txBody>
      </p:sp>
      <p:sp>
        <p:nvSpPr>
          <p:cNvPr id="10" name="text-468">
            <a:extLst xmlns:a="http://schemas.openxmlformats.org/drawingml/2006/main">
              <a:ext uri="{FF2B5EF4-FFF2-40B4-BE49-F238E27FC236}">
                <a16:creationId xmlns:a16="http://schemas.microsoft.com/office/drawing/2014/main" id="{E914F679-11A6-4776-9E2B-F286001E6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GitHub Pages／EZPage</a:t>
            </a:r>
          </a:p>
        </p:txBody>
      </p:sp>
      <p:sp>
        <p:nvSpPr>
          <p:cNvPr id="11" name="text-469">
            <a:extLst xmlns:a="http://schemas.openxmlformats.org/drawingml/2006/main">
              <a:ext uri="{FF2B5EF4-FFF2-40B4-BE49-F238E27FC236}">
                <a16:creationId xmlns:a16="http://schemas.microsoft.com/office/drawing/2014/main" id="{2866AB59-7FEF-49C8-BA29-022E4FFB8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原生流程保留版本與程式結構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可直接上傳 ZIP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適合展示互動網站作品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仍要理解公開、授權與驗證</a:t>
            </a:r>
          </a:p>
        </p:txBody>
      </p:sp>
      <p:sp>
        <p:nvSpPr>
          <p:cNvPr id="12" name="text-470">
            <a:extLst xmlns:a="http://schemas.openxmlformats.org/drawingml/2006/main">
              <a:ext uri="{FF2B5EF4-FFF2-40B4-BE49-F238E27FC236}">
                <a16:creationId xmlns:a16="http://schemas.microsoft.com/office/drawing/2014/main" id="{E18F8D86-7F80-415F-B5D7-519EF3A4A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協作、嵌入、低門檻</a:t>
            </a:r>
          </a:p>
        </p:txBody>
      </p:sp>
      <p:sp>
        <p:nvSpPr>
          <p:cNvPr id="13" name="text-471">
            <a:extLst xmlns:a="http://schemas.openxmlformats.org/drawingml/2006/main">
              <a:ext uri="{FF2B5EF4-FFF2-40B4-BE49-F238E27FC236}">
                <a16:creationId xmlns:a16="http://schemas.microsoft.com/office/drawing/2014/main" id="{CC34779E-2274-4D00-8BA1-DDBD850B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876800"/>
            <a:ext cx="1809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誰要維護？</a:t>
            </a:r>
          </a:p>
        </p:txBody>
      </p:sp>
      <p:sp>
        <p:nvSpPr>
          <p:cNvPr id="14" name="text-472">
            <a:extLst xmlns:a="http://schemas.openxmlformats.org/drawingml/2006/main">
              <a:ext uri="{FF2B5EF4-FFF2-40B4-BE49-F238E27FC236}">
                <a16:creationId xmlns:a16="http://schemas.microsoft.com/office/drawing/2014/main" id="{AAC1A476-E232-4616-9C54-7AAE37E8B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程式、版本、公開</a:t>
            </a:r>
          </a:p>
        </p:txBody>
      </p:sp>
      <p:cxnSp>
        <p:nvCxnSpPr>
          <p:cNvPr id="40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3067050" y="5181600"/>
            <a:ext cx="2028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41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05625" y="5181600"/>
            <a:ext cx="2219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473">
            <a:extLst xmlns:a="http://schemas.openxmlformats.org/drawingml/2006/main">
              <a:ext uri="{FF2B5EF4-FFF2-40B4-BE49-F238E27FC236}">
                <a16:creationId xmlns:a16="http://schemas.microsoft.com/office/drawing/2014/main" id="{321F0147-703C-4005-B931-A7B84741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197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選部署條件，不先選品牌</a:t>
            </a:r>
          </a:p>
        </p:txBody>
      </p:sp>
      <p:sp>
        <p:nvSpPr>
          <p:cNvPr id="18" name="text-596">
            <a:extLst xmlns:a="http://schemas.openxmlformats.org/drawingml/2006/main">
              <a:ext uri="{FF2B5EF4-FFF2-40B4-BE49-F238E27FC236}">
                <a16:creationId xmlns:a16="http://schemas.microsoft.com/office/drawing/2014/main" id="{95940A6F-DFD7-4011-AE6E-DFB72E80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e3493105aaf459b"/>
              </a:rPr>
              <a:t>Google Sites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e2a006c92b043f1"/>
              </a:rPr>
              <a:t>GitHub Pages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1003029f0274434"/>
              </a:rPr>
              <a:t>EZPage ↗</a:t>
            </a:r>
          </a:p>
        </p:txBody>
      </p:sp>
      <p:sp>
        <p:nvSpPr>
          <p:cNvPr id="19" name="shape-641">
            <a:extLst xmlns:a="http://schemas.openxmlformats.org/drawingml/2006/main">
              <a:ext uri="{FF2B5EF4-FFF2-40B4-BE49-F238E27FC236}">
                <a16:creationId xmlns:a16="http://schemas.microsoft.com/office/drawing/2014/main" id="{AF27E0E5-690A-4437-991D-C74AE9B19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c079e1316a44bf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642">
            <a:extLst xmlns:a="http://schemas.openxmlformats.org/drawingml/2006/main">
              <a:ext uri="{FF2B5EF4-FFF2-40B4-BE49-F238E27FC236}">
                <a16:creationId xmlns:a16="http://schemas.microsoft.com/office/drawing/2014/main" id="{F9714A86-B03B-4A26-BB86-343336215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0e1f8558cb4ce4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text-643">
            <a:extLst xmlns:a="http://schemas.openxmlformats.org/drawingml/2006/main">
              <a:ext uri="{FF2B5EF4-FFF2-40B4-BE49-F238E27FC236}">
                <a16:creationId xmlns:a16="http://schemas.microsoft.com/office/drawing/2014/main" id="{D2553E53-41FD-4DA2-9F2A-0F900836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855f5844ae4dff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644">
            <a:extLst xmlns:a="http://schemas.openxmlformats.org/drawingml/2006/main">
              <a:ext uri="{FF2B5EF4-FFF2-40B4-BE49-F238E27FC236}">
                <a16:creationId xmlns:a16="http://schemas.microsoft.com/office/drawing/2014/main" id="{D16822E9-F42F-4389-85A2-6AAA98E1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205006833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74">
            <a:extLst xmlns:a="http://schemas.openxmlformats.org/drawingml/2006/main">
              <a:ext uri="{FF2B5EF4-FFF2-40B4-BE49-F238E27FC236}">
                <a16:creationId xmlns:a16="http://schemas.microsoft.com/office/drawing/2014/main" id="{8086ED44-B213-4D67-82A5-0B24EDF1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A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3AB6F85-2756-49C9-B3B4-7F26559EA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Sites：最快建立課程作品入口</a:t>
            </a:r>
          </a:p>
        </p:txBody>
      </p:sp>
      <p:cxnSp>
        <p:nvCxnSpPr>
          <p:cNvPr id="28" name="shape-47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76">
            <a:extLst xmlns:a="http://schemas.openxmlformats.org/drawingml/2006/main">
              <a:ext uri="{FF2B5EF4-FFF2-40B4-BE49-F238E27FC236}">
                <a16:creationId xmlns:a16="http://schemas.microsoft.com/office/drawing/2014/main" id="{E71018D7-2ECF-4B5F-B28D-AC463DA81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42B9FE8-723A-430F-B9C6-F705441C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text-477">
            <a:extLst xmlns:a="http://schemas.openxmlformats.org/drawingml/2006/main">
              <a:ext uri="{FF2B5EF4-FFF2-40B4-BE49-F238E27FC236}">
                <a16:creationId xmlns:a16="http://schemas.microsoft.com/office/drawing/2014/main" id="{6F98CF05-870D-459F-86B0-C0CE8A0E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478">
            <a:extLst xmlns:a="http://schemas.openxmlformats.org/drawingml/2006/main">
              <a:ext uri="{FF2B5EF4-FFF2-40B4-BE49-F238E27FC236}">
                <a16:creationId xmlns:a16="http://schemas.microsoft.com/office/drawing/2014/main" id="{68E2CEA1-594A-42D6-9A43-1A8BA36F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建立網站</a:t>
            </a:r>
          </a:p>
        </p:txBody>
      </p:sp>
      <p:sp>
        <p:nvSpPr>
          <p:cNvPr id="8" name="text-479">
            <a:extLst xmlns:a="http://schemas.openxmlformats.org/drawingml/2006/main">
              <a:ext uri="{FF2B5EF4-FFF2-40B4-BE49-F238E27FC236}">
                <a16:creationId xmlns:a16="http://schemas.microsoft.com/office/drawing/2014/main" id="{A3B877E0-A9F3-474E-9D82-7636AB11B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選空白或範本</a:t>
            </a:r>
          </a:p>
        </p:txBody>
      </p:sp>
      <p:sp>
        <p:nvSpPr>
          <p:cNvPr id="9" name="text-480">
            <a:extLst xmlns:a="http://schemas.openxmlformats.org/drawingml/2006/main">
              <a:ext uri="{FF2B5EF4-FFF2-40B4-BE49-F238E27FC236}">
                <a16:creationId xmlns:a16="http://schemas.microsoft.com/office/drawing/2014/main" id="{D035EF7E-8649-49EF-999D-FFCC84EE2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481">
            <a:extLst xmlns:a="http://schemas.openxmlformats.org/drawingml/2006/main">
              <a:ext uri="{FF2B5EF4-FFF2-40B4-BE49-F238E27FC236}">
                <a16:creationId xmlns:a16="http://schemas.microsoft.com/office/drawing/2014/main" id="{4EE3E7AF-E25C-4882-9B04-4EDDC60F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482">
            <a:extLst xmlns:a="http://schemas.openxmlformats.org/drawingml/2006/main">
              <a:ext uri="{FF2B5EF4-FFF2-40B4-BE49-F238E27FC236}">
                <a16:creationId xmlns:a16="http://schemas.microsoft.com/office/drawing/2014/main" id="{E36BC21E-654A-47D7-AE0F-ACB0D5E9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加入內容</a:t>
            </a:r>
          </a:p>
        </p:txBody>
      </p:sp>
      <p:sp>
        <p:nvSpPr>
          <p:cNvPr id="12" name="text-483">
            <a:extLst xmlns:a="http://schemas.openxmlformats.org/drawingml/2006/main">
              <a:ext uri="{FF2B5EF4-FFF2-40B4-BE49-F238E27FC236}">
                <a16:creationId xmlns:a16="http://schemas.microsoft.com/office/drawing/2014/main" id="{E52AC84F-6940-48B7-A321-54036DD6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文字、圖片、檔案、嵌入</a:t>
            </a:r>
          </a:p>
        </p:txBody>
      </p:sp>
      <p:sp>
        <p:nvSpPr>
          <p:cNvPr id="13" name="text-484">
            <a:extLst xmlns:a="http://schemas.openxmlformats.org/drawingml/2006/main">
              <a:ext uri="{FF2B5EF4-FFF2-40B4-BE49-F238E27FC236}">
                <a16:creationId xmlns:a16="http://schemas.microsoft.com/office/drawing/2014/main" id="{1A83CD98-205D-4998-BBEB-7123218E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485">
            <a:extLst xmlns:a="http://schemas.openxmlformats.org/drawingml/2006/main">
              <a:ext uri="{FF2B5EF4-FFF2-40B4-BE49-F238E27FC236}">
                <a16:creationId xmlns:a16="http://schemas.microsoft.com/office/drawing/2014/main" id="{6E97E78D-8331-4B59-AF04-61B36AE6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486">
            <a:extLst xmlns:a="http://schemas.openxmlformats.org/drawingml/2006/main">
              <a:ext uri="{FF2B5EF4-FFF2-40B4-BE49-F238E27FC236}">
                <a16:creationId xmlns:a16="http://schemas.microsoft.com/office/drawing/2014/main" id="{CA38B5C1-AA74-4631-B6D4-E65051C0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16" name="text-487">
            <a:extLst xmlns:a="http://schemas.openxmlformats.org/drawingml/2006/main">
              <a:ext uri="{FF2B5EF4-FFF2-40B4-BE49-F238E27FC236}">
                <a16:creationId xmlns:a16="http://schemas.microsoft.com/office/drawing/2014/main" id="{FB0277F3-EBBD-4BA7-87A7-C3FA9E1EB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桌機／平板／手機</a:t>
            </a:r>
          </a:p>
        </p:txBody>
      </p:sp>
      <p:sp>
        <p:nvSpPr>
          <p:cNvPr id="17" name="text-488">
            <a:extLst xmlns:a="http://schemas.openxmlformats.org/drawingml/2006/main">
              <a:ext uri="{FF2B5EF4-FFF2-40B4-BE49-F238E27FC236}">
                <a16:creationId xmlns:a16="http://schemas.microsoft.com/office/drawing/2014/main" id="{36589B2A-0132-4A02-B9EE-58DCC6A0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489">
            <a:extLst xmlns:a="http://schemas.openxmlformats.org/drawingml/2006/main">
              <a:ext uri="{FF2B5EF4-FFF2-40B4-BE49-F238E27FC236}">
                <a16:creationId xmlns:a16="http://schemas.microsoft.com/office/drawing/2014/main" id="{F6A2828E-4683-4C82-8AF6-C0D6FCD3A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490">
            <a:extLst xmlns:a="http://schemas.openxmlformats.org/drawingml/2006/main">
              <a:ext uri="{FF2B5EF4-FFF2-40B4-BE49-F238E27FC236}">
                <a16:creationId xmlns:a16="http://schemas.microsoft.com/office/drawing/2014/main" id="{FE9B8756-B6FE-4C97-AB74-92F586CF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</a:t>
            </a:r>
          </a:p>
        </p:txBody>
      </p:sp>
      <p:sp>
        <p:nvSpPr>
          <p:cNvPr id="20" name="text-491">
            <a:extLst xmlns:a="http://schemas.openxmlformats.org/drawingml/2006/main">
              <a:ext uri="{FF2B5EF4-FFF2-40B4-BE49-F238E27FC236}">
                <a16:creationId xmlns:a16="http://schemas.microsoft.com/office/drawing/2014/main" id="{4371B8EE-58E9-4309-AECD-69612EF5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設定網址與檢視權限</a:t>
            </a:r>
          </a:p>
        </p:txBody>
      </p:sp>
      <p:sp>
        <p:nvSpPr>
          <p:cNvPr id="21" name="text-492">
            <a:extLst xmlns:a="http://schemas.openxmlformats.org/drawingml/2006/main">
              <a:ext uri="{FF2B5EF4-FFF2-40B4-BE49-F238E27FC236}">
                <a16:creationId xmlns:a16="http://schemas.microsoft.com/office/drawing/2014/main" id="{C9A4B8A9-0B0C-45DA-8CB7-5D4DB099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22" name="text-598">
            <a:extLst xmlns:a="http://schemas.openxmlformats.org/drawingml/2006/main">
              <a:ext uri="{FF2B5EF4-FFF2-40B4-BE49-F238E27FC236}">
                <a16:creationId xmlns:a16="http://schemas.microsoft.com/office/drawing/2014/main" id="{BE0C14C6-1867-4D3C-B407-83A4D186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118d3c106da44ea"/>
              </a:rPr>
              <a:t>建立 Google Sites ↗</a:t>
            </a:r>
          </a:p>
        </p:txBody>
      </p:sp>
      <p:sp>
        <p:nvSpPr>
          <p:cNvPr id="23" name="shape-649">
            <a:extLst xmlns:a="http://schemas.openxmlformats.org/drawingml/2006/main">
              <a:ext uri="{FF2B5EF4-FFF2-40B4-BE49-F238E27FC236}">
                <a16:creationId xmlns:a16="http://schemas.microsoft.com/office/drawing/2014/main" id="{245206D9-EC16-44F4-BBE9-8B7BCA5F3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3234dd4f60462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50">
            <a:extLst xmlns:a="http://schemas.openxmlformats.org/drawingml/2006/main">
              <a:ext uri="{FF2B5EF4-FFF2-40B4-BE49-F238E27FC236}">
                <a16:creationId xmlns:a16="http://schemas.microsoft.com/office/drawing/2014/main" id="{C745617F-34A4-4CE9-8F8E-1EC20A70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1314623670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93">
            <a:extLst xmlns:a="http://schemas.openxmlformats.org/drawingml/2006/main">
              <a:ext uri="{FF2B5EF4-FFF2-40B4-BE49-F238E27FC236}">
                <a16:creationId xmlns:a16="http://schemas.microsoft.com/office/drawing/2014/main" id="{7272FFB5-81F2-4F46-B03D-E56D067AF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B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00D6A1-247F-4CD2-8BAD-1B103EFA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Pages：讓程式作品有公開網址</a:t>
            </a:r>
          </a:p>
        </p:txBody>
      </p:sp>
      <p:cxnSp>
        <p:nvCxnSpPr>
          <p:cNvPr id="28" name="shape-49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95">
            <a:extLst xmlns:a="http://schemas.openxmlformats.org/drawingml/2006/main">
              <a:ext uri="{FF2B5EF4-FFF2-40B4-BE49-F238E27FC236}">
                <a16:creationId xmlns:a16="http://schemas.microsoft.com/office/drawing/2014/main" id="{0A981A67-093B-4223-9774-C3FD04ECF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DF29708-D942-481D-9F64-3632BD923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text-496">
            <a:extLst xmlns:a="http://schemas.openxmlformats.org/drawingml/2006/main">
              <a:ext uri="{FF2B5EF4-FFF2-40B4-BE49-F238E27FC236}">
                <a16:creationId xmlns:a16="http://schemas.microsoft.com/office/drawing/2014/main" id="{D5352933-0E08-496D-805D-0F38925C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497">
            <a:extLst xmlns:a="http://schemas.openxmlformats.org/drawingml/2006/main">
              <a:ext uri="{FF2B5EF4-FFF2-40B4-BE49-F238E27FC236}">
                <a16:creationId xmlns:a16="http://schemas.microsoft.com/office/drawing/2014/main" id="{C686115D-C4EF-4E4D-BDAB-053C4F5E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repo</a:t>
            </a:r>
          </a:p>
        </p:txBody>
      </p:sp>
      <p:sp>
        <p:nvSpPr>
          <p:cNvPr id="8" name="text-498">
            <a:extLst xmlns:a="http://schemas.openxmlformats.org/drawingml/2006/main">
              <a:ext uri="{FF2B5EF4-FFF2-40B4-BE49-F238E27FC236}">
                <a16:creationId xmlns:a16="http://schemas.microsoft.com/office/drawing/2014/main" id="{835F9884-3ADA-46A1-AA9C-51E663FF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公開專案與 README</a:t>
            </a:r>
          </a:p>
        </p:txBody>
      </p:sp>
      <p:sp>
        <p:nvSpPr>
          <p:cNvPr id="9" name="text-499">
            <a:extLst xmlns:a="http://schemas.openxmlformats.org/drawingml/2006/main">
              <a:ext uri="{FF2B5EF4-FFF2-40B4-BE49-F238E27FC236}">
                <a16:creationId xmlns:a16="http://schemas.microsoft.com/office/drawing/2014/main" id="{51E07271-1AE5-42DC-8F00-B0FE1571B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500">
            <a:extLst xmlns:a="http://schemas.openxmlformats.org/drawingml/2006/main">
              <a:ext uri="{FF2B5EF4-FFF2-40B4-BE49-F238E27FC236}">
                <a16:creationId xmlns:a16="http://schemas.microsoft.com/office/drawing/2014/main" id="{585D776B-009C-44EE-BBA0-1757E8A76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501">
            <a:extLst xmlns:a="http://schemas.openxmlformats.org/drawingml/2006/main">
              <a:ext uri="{FF2B5EF4-FFF2-40B4-BE49-F238E27FC236}">
                <a16:creationId xmlns:a16="http://schemas.microsoft.com/office/drawing/2014/main" id="{B7883117-8978-4678-B05A-A1D575991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上傳檔案</a:t>
            </a:r>
          </a:p>
        </p:txBody>
      </p:sp>
      <p:sp>
        <p:nvSpPr>
          <p:cNvPr id="12" name="text-502">
            <a:extLst xmlns:a="http://schemas.openxmlformats.org/drawingml/2006/main">
              <a:ext uri="{FF2B5EF4-FFF2-40B4-BE49-F238E27FC236}">
                <a16:creationId xmlns:a16="http://schemas.microsoft.com/office/drawing/2014/main" id="{27115A39-1B2D-465D-9AD1-9D64E7A6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index.html 與必要資產</a:t>
            </a:r>
          </a:p>
        </p:txBody>
      </p:sp>
      <p:sp>
        <p:nvSpPr>
          <p:cNvPr id="13" name="text-503">
            <a:extLst xmlns:a="http://schemas.openxmlformats.org/drawingml/2006/main">
              <a:ext uri="{FF2B5EF4-FFF2-40B4-BE49-F238E27FC236}">
                <a16:creationId xmlns:a16="http://schemas.microsoft.com/office/drawing/2014/main" id="{EF94F024-0F3D-4E13-9151-08F2EE97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504">
            <a:extLst xmlns:a="http://schemas.openxmlformats.org/drawingml/2006/main">
              <a:ext uri="{FF2B5EF4-FFF2-40B4-BE49-F238E27FC236}">
                <a16:creationId xmlns:a16="http://schemas.microsoft.com/office/drawing/2014/main" id="{FE8B39F6-3301-44AF-ACC4-8426C080A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505">
            <a:extLst xmlns:a="http://schemas.openxmlformats.org/drawingml/2006/main">
              <a:ext uri="{FF2B5EF4-FFF2-40B4-BE49-F238E27FC236}">
                <a16:creationId xmlns:a16="http://schemas.microsoft.com/office/drawing/2014/main" id="{7B47C6BB-7F0F-4E06-82A1-DCEFC11C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設定 Pages</a:t>
            </a:r>
          </a:p>
        </p:txBody>
      </p:sp>
      <p:sp>
        <p:nvSpPr>
          <p:cNvPr id="16" name="text-506">
            <a:extLst xmlns:a="http://schemas.openxmlformats.org/drawingml/2006/main">
              <a:ext uri="{FF2B5EF4-FFF2-40B4-BE49-F238E27FC236}">
                <a16:creationId xmlns:a16="http://schemas.microsoft.com/office/drawing/2014/main" id="{2109FF5D-7A58-4007-875A-9D21938A5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選分支與資料夾</a:t>
            </a:r>
          </a:p>
        </p:txBody>
      </p:sp>
      <p:sp>
        <p:nvSpPr>
          <p:cNvPr id="17" name="text-507">
            <a:extLst xmlns:a="http://schemas.openxmlformats.org/drawingml/2006/main">
              <a:ext uri="{FF2B5EF4-FFF2-40B4-BE49-F238E27FC236}">
                <a16:creationId xmlns:a16="http://schemas.microsoft.com/office/drawing/2014/main" id="{F8AB37B7-051C-47DA-887E-6BA714A36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508">
            <a:extLst xmlns:a="http://schemas.openxmlformats.org/drawingml/2006/main">
              <a:ext uri="{FF2B5EF4-FFF2-40B4-BE49-F238E27FC236}">
                <a16:creationId xmlns:a16="http://schemas.microsoft.com/office/drawing/2014/main" id="{4FEA8771-0B32-45D2-99C2-1B2EF263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509">
            <a:extLst xmlns:a="http://schemas.openxmlformats.org/drawingml/2006/main">
              <a:ext uri="{FF2B5EF4-FFF2-40B4-BE49-F238E27FC236}">
                <a16:creationId xmlns:a16="http://schemas.microsoft.com/office/drawing/2014/main" id="{A6B46082-8AF1-47A1-9356-56A2B1945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驗證網址</a:t>
            </a:r>
          </a:p>
        </p:txBody>
      </p:sp>
      <p:sp>
        <p:nvSpPr>
          <p:cNvPr id="20" name="text-510">
            <a:extLst xmlns:a="http://schemas.openxmlformats.org/drawingml/2006/main">
              <a:ext uri="{FF2B5EF4-FFF2-40B4-BE49-F238E27FC236}">
                <a16:creationId xmlns:a16="http://schemas.microsoft.com/office/drawing/2014/main" id="{06C65BB5-84A0-452A-BCBA-65EEB9A4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等待部署並實際操作</a:t>
            </a:r>
          </a:p>
        </p:txBody>
      </p:sp>
      <p:sp>
        <p:nvSpPr>
          <p:cNvPr id="21" name="text-511">
            <a:extLst xmlns:a="http://schemas.openxmlformats.org/drawingml/2006/main">
              <a:ext uri="{FF2B5EF4-FFF2-40B4-BE49-F238E27FC236}">
                <a16:creationId xmlns:a16="http://schemas.microsoft.com/office/drawing/2014/main" id="{CF944529-9670-4D41-8A27-9F51C119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22" name="text-599">
            <a:extLst xmlns:a="http://schemas.openxmlformats.org/drawingml/2006/main">
              <a:ext uri="{FF2B5EF4-FFF2-40B4-BE49-F238E27FC236}">
                <a16:creationId xmlns:a16="http://schemas.microsoft.com/office/drawing/2014/main" id="{FD8F6B5C-FEA1-4D11-B8FE-FDE22A053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0683735a7fa48b8"/>
              </a:rPr>
              <a:t>開啟 GitHub Pages ↗</a:t>
            </a:r>
          </a:p>
        </p:txBody>
      </p:sp>
      <p:sp>
        <p:nvSpPr>
          <p:cNvPr id="23" name="shape-651">
            <a:extLst xmlns:a="http://schemas.openxmlformats.org/drawingml/2006/main">
              <a:ext uri="{FF2B5EF4-FFF2-40B4-BE49-F238E27FC236}">
                <a16:creationId xmlns:a16="http://schemas.microsoft.com/office/drawing/2014/main" id="{FAA2F706-1D1D-4E79-8CB6-93EF40FC9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80967c94dd468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52">
            <a:extLst xmlns:a="http://schemas.openxmlformats.org/drawingml/2006/main">
              <a:ext uri="{FF2B5EF4-FFF2-40B4-BE49-F238E27FC236}">
                <a16:creationId xmlns:a16="http://schemas.microsoft.com/office/drawing/2014/main" id="{FC6FCB48-C3A0-439B-B5EF-F495B674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</p:spTree>
    <p:extLst>
      <p:ext uri="{BB962C8B-B14F-4D97-AF65-F5344CB8AC3E}">
        <p14:creationId xmlns:p14="http://schemas.microsoft.com/office/powerpoint/2010/main" val="83722906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512">
            <a:extLst xmlns:a="http://schemas.openxmlformats.org/drawingml/2006/main">
              <a:ext uri="{FF2B5EF4-FFF2-40B4-BE49-F238E27FC236}">
                <a16:creationId xmlns:a16="http://schemas.microsoft.com/office/drawing/2014/main" id="{59CE7FF0-AC7F-4FE0-9D32-79FA7AB72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C · LOW-CODE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80F0E8F-6638-4F20-B299-B858DD2D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EZPage：把 GitHub 部署變成一鍵上傳</a:t>
            </a:r>
          </a:p>
        </p:txBody>
      </p:sp>
      <p:cxnSp>
        <p:nvCxnSpPr>
          <p:cNvPr id="35" name="shape-51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14">
            <a:extLst xmlns:a="http://schemas.openxmlformats.org/drawingml/2006/main">
              <a:ext uri="{FF2B5EF4-FFF2-40B4-BE49-F238E27FC236}">
                <a16:creationId xmlns:a16="http://schemas.microsoft.com/office/drawing/2014/main" id="{30FBFBFD-C94C-40CF-92F8-E1E7B86E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59734C6-9E04-4B7D-A7F5-ECC9AC29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6" name="text-515">
            <a:extLst xmlns:a="http://schemas.openxmlformats.org/drawingml/2006/main">
              <a:ext uri="{FF2B5EF4-FFF2-40B4-BE49-F238E27FC236}">
                <a16:creationId xmlns:a16="http://schemas.microsoft.com/office/drawing/2014/main" id="{AAE23913-9F74-4F74-AE61-D8E873D58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516">
            <a:extLst xmlns:a="http://schemas.openxmlformats.org/drawingml/2006/main">
              <a:ext uri="{FF2B5EF4-FFF2-40B4-BE49-F238E27FC236}">
                <a16:creationId xmlns:a16="http://schemas.microsoft.com/office/drawing/2014/main" id="{4A7B30A4-041E-4671-8737-547842E7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 ZIP</a:t>
            </a:r>
          </a:p>
        </p:txBody>
      </p:sp>
      <p:sp>
        <p:nvSpPr>
          <p:cNvPr id="8" name="text-517">
            <a:extLst xmlns:a="http://schemas.openxmlformats.org/drawingml/2006/main">
              <a:ext uri="{FF2B5EF4-FFF2-40B4-BE49-F238E27FC236}">
                <a16:creationId xmlns:a16="http://schemas.microsoft.com/office/drawing/2014/main" id="{C463E509-2BB2-43E6-A8B8-F4BD5C6E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index.html、CSS、JS、圖片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打包成一個網站 ZIP</a:t>
            </a:r>
          </a:p>
        </p:txBody>
      </p:sp>
      <p:sp>
        <p:nvSpPr>
          <p:cNvPr id="9" name="text-518">
            <a:extLst xmlns:a="http://schemas.openxmlformats.org/drawingml/2006/main">
              <a:ext uri="{FF2B5EF4-FFF2-40B4-BE49-F238E27FC236}">
                <a16:creationId xmlns:a16="http://schemas.microsoft.com/office/drawing/2014/main" id="{D75CC890-0131-4D04-A359-BE1E6E67F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519">
            <a:extLst xmlns:a="http://schemas.openxmlformats.org/drawingml/2006/main">
              <a:ext uri="{FF2B5EF4-FFF2-40B4-BE49-F238E27FC236}">
                <a16:creationId xmlns:a16="http://schemas.microsoft.com/office/drawing/2014/main" id="{2A3E2038-C0C9-495A-A972-0D5B039F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520">
            <a:extLst xmlns:a="http://schemas.openxmlformats.org/drawingml/2006/main">
              <a:ext uri="{FF2B5EF4-FFF2-40B4-BE49-F238E27FC236}">
                <a16:creationId xmlns:a16="http://schemas.microsoft.com/office/drawing/2014/main" id="{0F98BCAD-65BF-488E-9E84-E074617D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連結 GitHub</a:t>
            </a:r>
          </a:p>
        </p:txBody>
      </p:sp>
      <p:sp>
        <p:nvSpPr>
          <p:cNvPr id="12" name="text-521">
            <a:extLst xmlns:a="http://schemas.openxmlformats.org/drawingml/2006/main">
              <a:ext uri="{FF2B5EF4-FFF2-40B4-BE49-F238E27FC236}">
                <a16:creationId xmlns:a16="http://schemas.microsoft.com/office/drawing/2014/main" id="{9D2669F9-2F5C-4534-BAF9-1209D524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 EZPage，授權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選擇自己的 GitHub 帳號</a:t>
            </a:r>
          </a:p>
        </p:txBody>
      </p:sp>
      <p:sp>
        <p:nvSpPr>
          <p:cNvPr id="13" name="text-522">
            <a:extLst xmlns:a="http://schemas.openxmlformats.org/drawingml/2006/main">
              <a:ext uri="{FF2B5EF4-FFF2-40B4-BE49-F238E27FC236}">
                <a16:creationId xmlns:a16="http://schemas.microsoft.com/office/drawing/2014/main" id="{F2CB1A68-4DF0-43EE-8BA2-D93C4AAD6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523">
            <a:extLst xmlns:a="http://schemas.openxmlformats.org/drawingml/2006/main">
              <a:ext uri="{FF2B5EF4-FFF2-40B4-BE49-F238E27FC236}">
                <a16:creationId xmlns:a16="http://schemas.microsoft.com/office/drawing/2014/main" id="{CB3E7C4A-5EC1-45D2-9628-808F31E3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524">
            <a:extLst xmlns:a="http://schemas.openxmlformats.org/drawingml/2006/main">
              <a:ext uri="{FF2B5EF4-FFF2-40B4-BE49-F238E27FC236}">
                <a16:creationId xmlns:a16="http://schemas.microsoft.com/office/drawing/2014/main" id="{758AD2AD-DBD3-437A-8BA9-30E4C6EB2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上傳部署</a:t>
            </a:r>
          </a:p>
        </p:txBody>
      </p:sp>
      <p:sp>
        <p:nvSpPr>
          <p:cNvPr id="16" name="text-525">
            <a:extLst xmlns:a="http://schemas.openxmlformats.org/drawingml/2006/main">
              <a:ext uri="{FF2B5EF4-FFF2-40B4-BE49-F238E27FC236}">
                <a16:creationId xmlns:a16="http://schemas.microsoft.com/office/drawing/2014/main" id="{24915191-B8DF-48AC-9112-EB826B52A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拖曳 ZIP、填網站名稱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按「部署 ZIP 檔案」</a:t>
            </a:r>
          </a:p>
        </p:txBody>
      </p:sp>
      <p:sp>
        <p:nvSpPr>
          <p:cNvPr id="17" name="text-526">
            <a:extLst xmlns:a="http://schemas.openxmlformats.org/drawingml/2006/main">
              <a:ext uri="{FF2B5EF4-FFF2-40B4-BE49-F238E27FC236}">
                <a16:creationId xmlns:a16="http://schemas.microsoft.com/office/drawing/2014/main" id="{AF6A79CB-1FF1-4918-B6D2-27048F57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527">
            <a:extLst xmlns:a="http://schemas.openxmlformats.org/drawingml/2006/main">
              <a:ext uri="{FF2B5EF4-FFF2-40B4-BE49-F238E27FC236}">
                <a16:creationId xmlns:a16="http://schemas.microsoft.com/office/drawing/2014/main" id="{00B01643-0A0D-48A7-B194-594D8082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528">
            <a:extLst xmlns:a="http://schemas.openxmlformats.org/drawingml/2006/main">
              <a:ext uri="{FF2B5EF4-FFF2-40B4-BE49-F238E27FC236}">
                <a16:creationId xmlns:a16="http://schemas.microsoft.com/office/drawing/2014/main" id="{3C8DCD94-62B4-4C17-8B12-76FC4E7F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驗證分享</a:t>
            </a:r>
          </a:p>
        </p:txBody>
      </p:sp>
      <p:sp>
        <p:nvSpPr>
          <p:cNvPr id="20" name="text-529">
            <a:extLst xmlns:a="http://schemas.openxmlformats.org/drawingml/2006/main">
              <a:ext uri="{FF2B5EF4-FFF2-40B4-BE49-F238E27FC236}">
                <a16:creationId xmlns:a16="http://schemas.microsoft.com/office/drawing/2014/main" id="{6418DC89-2F55-4107-920F-7CCEC1CC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取得 GitHub Pages 網址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用手機與桌機走一次流程</a:t>
            </a:r>
          </a:p>
        </p:txBody>
      </p:sp>
      <p:sp>
        <p:nvSpPr>
          <p:cNvPr id="21" name="text-530">
            <a:extLst xmlns:a="http://schemas.openxmlformats.org/drawingml/2006/main">
              <a:ext uri="{FF2B5EF4-FFF2-40B4-BE49-F238E27FC236}">
                <a16:creationId xmlns:a16="http://schemas.microsoft.com/office/drawing/2014/main" id="{59B9402B-0114-4ABF-89E3-87094095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ZIP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index.html + assets</a:t>
            </a:r>
          </a:p>
        </p:txBody>
      </p:sp>
      <p:sp>
        <p:nvSpPr>
          <p:cNvPr id="22" name="text-531">
            <a:extLst xmlns:a="http://schemas.openxmlformats.org/drawingml/2006/main">
              <a:ext uri="{FF2B5EF4-FFF2-40B4-BE49-F238E27FC236}">
                <a16:creationId xmlns:a16="http://schemas.microsoft.com/office/drawing/2014/main" id="{C197FD52-823E-434E-9B02-F705274A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圖形化上傳</a:t>
            </a:r>
          </a:p>
        </p:txBody>
      </p:sp>
      <p:sp>
        <p:nvSpPr>
          <p:cNvPr id="23" name="text-532">
            <a:extLst xmlns:a="http://schemas.openxmlformats.org/drawingml/2006/main">
              <a:ext uri="{FF2B5EF4-FFF2-40B4-BE49-F238E27FC236}">
                <a16:creationId xmlns:a16="http://schemas.microsoft.com/office/drawing/2014/main" id="{57BF1ADF-77E6-427F-B5C6-542CA4C7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repo + Pages</a:t>
            </a:r>
          </a:p>
        </p:txBody>
      </p:sp>
      <p:sp>
        <p:nvSpPr>
          <p:cNvPr id="24" name="text-533">
            <a:extLst xmlns:a="http://schemas.openxmlformats.org/drawingml/2006/main">
              <a:ext uri="{FF2B5EF4-FFF2-40B4-BE49-F238E27FC236}">
                <a16:creationId xmlns:a16="http://schemas.microsoft.com/office/drawing/2014/main" id="{D0159C25-F070-48B5-849B-AA006F29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公開網址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手機驗證</a:t>
            </a:r>
          </a:p>
        </p:txBody>
      </p:sp>
      <p:cxnSp>
        <p:nvCxnSpPr>
          <p:cNvPr id="57" name=""/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27813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58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542925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cxnSp>
        <p:nvCxnSpPr>
          <p:cNvPr id="59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80772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28" name="text-534">
            <a:extLst xmlns:a="http://schemas.openxmlformats.org/drawingml/2006/main">
              <a:ext uri="{FF2B5EF4-FFF2-40B4-BE49-F238E27FC236}">
                <a16:creationId xmlns:a16="http://schemas.microsoft.com/office/drawing/2014/main" id="{8AA9F37E-A17D-41DA-8992-91329300C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低門檻入口，不代表省略隱私、版權與 RWD 驗證</a:t>
            </a:r>
          </a:p>
        </p:txBody>
      </p:sp>
      <p:sp>
        <p:nvSpPr>
          <p:cNvPr id="29" name="text-600">
            <a:extLst xmlns:a="http://schemas.openxmlformats.org/drawingml/2006/main">
              <a:ext uri="{FF2B5EF4-FFF2-40B4-BE49-F238E27FC236}">
                <a16:creationId xmlns:a16="http://schemas.microsoft.com/office/drawing/2014/main" id="{27AF0251-20C6-4401-BA51-1CEC1FBC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785c49920bb4afe"/>
              </a:rPr>
              <a:t>開啟 EZPage ↗</a:t>
            </a:r>
          </a:p>
        </p:txBody>
      </p:sp>
      <p:sp>
        <p:nvSpPr>
          <p:cNvPr id="30" name="shape-653">
            <a:extLst xmlns:a="http://schemas.openxmlformats.org/drawingml/2006/main">
              <a:ext uri="{FF2B5EF4-FFF2-40B4-BE49-F238E27FC236}">
                <a16:creationId xmlns:a16="http://schemas.microsoft.com/office/drawing/2014/main" id="{A049158A-7251-4727-A10C-DAAFA45C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70aa6907e9483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2" name="text-654">
            <a:extLst xmlns:a="http://schemas.openxmlformats.org/drawingml/2006/main">
              <a:ext uri="{FF2B5EF4-FFF2-40B4-BE49-F238E27FC236}">
                <a16:creationId xmlns:a16="http://schemas.microsoft.com/office/drawing/2014/main" id="{9B90FFBB-F818-49F5-ACC3-6580272A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132754518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535">
            <a:extLst xmlns:a="http://schemas.openxmlformats.org/drawingml/2006/main">
              <a:ext uri="{FF2B5EF4-FFF2-40B4-BE49-F238E27FC236}">
                <a16:creationId xmlns:a16="http://schemas.microsoft.com/office/drawing/2014/main" id="{822AC617-DA5B-4E49-B828-0A543F13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0332240-1EF3-477F-AEE3-3BE2C8D5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上午整合挑戰｜90 秒成果走秀</a:t>
            </a:r>
          </a:p>
        </p:txBody>
      </p:sp>
      <p:cxnSp>
        <p:nvCxnSpPr>
          <p:cNvPr id="29" name="shape-5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37">
            <a:extLst xmlns:a="http://schemas.openxmlformats.org/drawingml/2006/main">
              <a:ext uri="{FF2B5EF4-FFF2-40B4-BE49-F238E27FC236}">
                <a16:creationId xmlns:a16="http://schemas.microsoft.com/office/drawing/2014/main" id="{6E02D8C7-0BCC-4D3F-B8FF-B232EE3DD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BEF9E38-800F-4F73-8D60-327694FD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text-538">
            <a:extLst xmlns:a="http://schemas.openxmlformats.org/drawingml/2006/main">
              <a:ext uri="{FF2B5EF4-FFF2-40B4-BE49-F238E27FC236}">
                <a16:creationId xmlns:a16="http://schemas.microsoft.com/office/drawing/2014/main" id="{F04B634F-39C8-41D3-B3CB-F11A598E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539">
            <a:extLst xmlns:a="http://schemas.openxmlformats.org/drawingml/2006/main">
              <a:ext uri="{FF2B5EF4-FFF2-40B4-BE49-F238E27FC236}">
                <a16:creationId xmlns:a16="http://schemas.microsoft.com/office/drawing/2014/main" id="{DA0AD6F7-9945-4A5B-8C7D-4EC729F0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540">
            <a:extLst xmlns:a="http://schemas.openxmlformats.org/drawingml/2006/main">
              <a:ext uri="{FF2B5EF4-FFF2-40B4-BE49-F238E27FC236}">
                <a16:creationId xmlns:a16="http://schemas.microsoft.com/office/drawing/2014/main" id="{AC5F7C4F-56D8-4AF8-8D97-09922B547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41">
            <a:extLst xmlns:a="http://schemas.openxmlformats.org/drawingml/2006/main">
              <a:ext uri="{FF2B5EF4-FFF2-40B4-BE49-F238E27FC236}">
                <a16:creationId xmlns:a16="http://schemas.microsoft.com/office/drawing/2014/main" id="{EE2F2A01-73AD-4ABA-9E7E-15AE6D50D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選擇一個最值得分享的成果</a:t>
            </a:r>
          </a:p>
        </p:txBody>
      </p:sp>
      <p:sp>
        <p:nvSpPr>
          <p:cNvPr id="10" name="text-542">
            <a:extLst xmlns:a="http://schemas.openxmlformats.org/drawingml/2006/main">
              <a:ext uri="{FF2B5EF4-FFF2-40B4-BE49-F238E27FC236}">
                <a16:creationId xmlns:a16="http://schemas.microsoft.com/office/drawing/2014/main" id="{8841AD50-3AAF-48C6-BF5D-FA3CDD0C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543">
            <a:extLst xmlns:a="http://schemas.openxmlformats.org/drawingml/2006/main">
              <a:ext uri="{FF2B5EF4-FFF2-40B4-BE49-F238E27FC236}">
                <a16:creationId xmlns:a16="http://schemas.microsoft.com/office/drawing/2014/main" id="{F0435643-A8F3-4B1B-8D09-B7FF85C0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30 秒說明教學問題</a:t>
            </a:r>
          </a:p>
        </p:txBody>
      </p:sp>
      <p:sp>
        <p:nvSpPr>
          <p:cNvPr id="12" name="text-544">
            <a:extLst xmlns:a="http://schemas.openxmlformats.org/drawingml/2006/main">
              <a:ext uri="{FF2B5EF4-FFF2-40B4-BE49-F238E27FC236}">
                <a16:creationId xmlns:a16="http://schemas.microsoft.com/office/drawing/2014/main" id="{59529679-9621-4A08-AEAB-DFA0D330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545">
            <a:extLst xmlns:a="http://schemas.openxmlformats.org/drawingml/2006/main">
              <a:ext uri="{FF2B5EF4-FFF2-40B4-BE49-F238E27FC236}">
                <a16:creationId xmlns:a16="http://schemas.microsoft.com/office/drawing/2014/main" id="{AA86526D-729F-4F9A-8ABA-283440A4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45 秒實際操作作品</a:t>
            </a:r>
          </a:p>
        </p:txBody>
      </p:sp>
      <p:sp>
        <p:nvSpPr>
          <p:cNvPr id="14" name="text-546">
            <a:extLst xmlns:a="http://schemas.openxmlformats.org/drawingml/2006/main">
              <a:ext uri="{FF2B5EF4-FFF2-40B4-BE49-F238E27FC236}">
                <a16:creationId xmlns:a16="http://schemas.microsoft.com/office/drawing/2014/main" id="{DE0C4FEA-0309-4EB0-B919-DC6D296C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547">
            <a:extLst xmlns:a="http://schemas.openxmlformats.org/drawingml/2006/main">
              <a:ext uri="{FF2B5EF4-FFF2-40B4-BE49-F238E27FC236}">
                <a16:creationId xmlns:a16="http://schemas.microsoft.com/office/drawing/2014/main" id="{B2DE2CD8-A0AF-42CC-AD62-79288B41B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15 秒說下一步要改什麼</a:t>
            </a:r>
          </a:p>
        </p:txBody>
      </p:sp>
      <p:sp>
        <p:nvSpPr>
          <p:cNvPr id="16" name="shape-548">
            <a:extLst xmlns:a="http://schemas.openxmlformats.org/drawingml/2006/main">
              <a:ext uri="{FF2B5EF4-FFF2-40B4-BE49-F238E27FC236}">
                <a16:creationId xmlns:a16="http://schemas.microsoft.com/office/drawing/2014/main" id="{A1C95AB1-DA6A-4F66-98A1-B7D5BB563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549">
            <a:extLst xmlns:a="http://schemas.openxmlformats.org/drawingml/2006/main">
              <a:ext uri="{FF2B5EF4-FFF2-40B4-BE49-F238E27FC236}">
                <a16:creationId xmlns:a16="http://schemas.microsoft.com/office/drawing/2014/main" id="{A0FD681E-EBFE-42F3-A309-46F55D73D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550">
            <a:extLst xmlns:a="http://schemas.openxmlformats.org/drawingml/2006/main">
              <a:ext uri="{FF2B5EF4-FFF2-40B4-BE49-F238E27FC236}">
                <a16:creationId xmlns:a16="http://schemas.microsoft.com/office/drawing/2014/main" id="{AAE874EB-4B0D-4232-8019-86A49E0B4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問題清楚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作品可操作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能說明來源或方法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知道下一步</a:t>
            </a:r>
          </a:p>
        </p:txBody>
      </p:sp>
      <p:sp>
        <p:nvSpPr>
          <p:cNvPr id="19" name="text-597">
            <a:extLst xmlns:a="http://schemas.openxmlformats.org/drawingml/2006/main">
              <a:ext uri="{FF2B5EF4-FFF2-40B4-BE49-F238E27FC236}">
                <a16:creationId xmlns:a16="http://schemas.microsoft.com/office/drawing/2014/main" id="{09239482-2CC5-487B-A9FB-32F5B1D3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b3fa9aa14c64118"/>
              </a:rPr>
              <a:t>Google Sites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fd82f06fa1847cf"/>
              </a:rPr>
              <a:t>GitHub Pages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2ee36a7a8754bae"/>
              </a:rPr>
              <a:t>EZPage ↗</a:t>
            </a:r>
          </a:p>
        </p:txBody>
      </p:sp>
      <p:sp>
        <p:nvSpPr>
          <p:cNvPr id="20" name="shape-645">
            <a:extLst xmlns:a="http://schemas.openxmlformats.org/drawingml/2006/main">
              <a:ext uri="{FF2B5EF4-FFF2-40B4-BE49-F238E27FC236}">
                <a16:creationId xmlns:a16="http://schemas.microsoft.com/office/drawing/2014/main" id="{5C8775AE-0A22-4DAD-8205-1539C555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ba3f09187540dd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646">
            <a:extLst xmlns:a="http://schemas.openxmlformats.org/drawingml/2006/main">
              <a:ext uri="{FF2B5EF4-FFF2-40B4-BE49-F238E27FC236}">
                <a16:creationId xmlns:a16="http://schemas.microsoft.com/office/drawing/2014/main" id="{86B76D02-61B6-436B-B9FF-577FEF06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f45e8adc4c47ee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647">
            <a:extLst xmlns:a="http://schemas.openxmlformats.org/drawingml/2006/main">
              <a:ext uri="{FF2B5EF4-FFF2-40B4-BE49-F238E27FC236}">
                <a16:creationId xmlns:a16="http://schemas.microsoft.com/office/drawing/2014/main" id="{C62274BA-F2E0-4C14-B233-89210C388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d525d9437d40cb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648">
            <a:extLst xmlns:a="http://schemas.openxmlformats.org/drawingml/2006/main">
              <a:ext uri="{FF2B5EF4-FFF2-40B4-BE49-F238E27FC236}">
                <a16:creationId xmlns:a16="http://schemas.microsoft.com/office/drawing/2014/main" id="{5D74AD95-3E53-43CC-8C14-9D2BA5816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208695245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551">
            <a:extLst xmlns:a="http://schemas.openxmlformats.org/drawingml/2006/main">
              <a:ext uri="{FF2B5EF4-FFF2-40B4-BE49-F238E27FC236}">
                <a16:creationId xmlns:a16="http://schemas.microsoft.com/office/drawing/2014/main" id="{305D89E3-C05A-4719-96B1-8A554794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2CCD301-AC9C-411E-BF7A-815F6064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上午資源書籤</a:t>
            </a:r>
          </a:p>
        </p:txBody>
      </p:sp>
      <p:cxnSp>
        <p:nvCxnSpPr>
          <p:cNvPr id="37" name="shape-55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53">
            <a:extLst xmlns:a="http://schemas.openxmlformats.org/drawingml/2006/main">
              <a:ext uri="{FF2B5EF4-FFF2-40B4-BE49-F238E27FC236}">
                <a16:creationId xmlns:a16="http://schemas.microsoft.com/office/drawing/2014/main" id="{6A73F801-F256-49F6-BF0D-E979B1079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A7FB07A-EAA6-4D75-91BF-677E835F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554">
            <a:extLst xmlns:a="http://schemas.openxmlformats.org/drawingml/2006/main">
              <a:ext uri="{FF2B5EF4-FFF2-40B4-BE49-F238E27FC236}">
                <a16:creationId xmlns:a16="http://schemas.microsoft.com/office/drawing/2014/main" id="{095CC423-54FE-468B-8D21-31F28600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55">
            <a:extLst xmlns:a="http://schemas.openxmlformats.org/drawingml/2006/main">
              <a:ext uri="{FF2B5EF4-FFF2-40B4-BE49-F238E27FC236}">
                <a16:creationId xmlns:a16="http://schemas.microsoft.com/office/drawing/2014/main" id="{7879926E-008E-4DD9-BD26-62165F6B6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556">
            <a:extLst xmlns:a="http://schemas.openxmlformats.org/drawingml/2006/main">
              <a:ext uri="{FF2B5EF4-FFF2-40B4-BE49-F238E27FC236}">
                <a16:creationId xmlns:a16="http://schemas.microsoft.com/office/drawing/2014/main" id="{5F4CD366-23F0-49F9-85CF-BC3E97AC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04780d25c5a84747"/>
              </a:rPr>
              <a:t>../START_HERE_研習資源導航.html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ee12f182c94937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557">
            <a:extLst xmlns:a="http://schemas.openxmlformats.org/drawingml/2006/main">
              <a:ext uri="{FF2B5EF4-FFF2-40B4-BE49-F238E27FC236}">
                <a16:creationId xmlns:a16="http://schemas.microsoft.com/office/drawing/2014/main" id="{F29F0C9E-C46C-4949-B00A-8DEC8032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58">
            <a:extLst xmlns:a="http://schemas.openxmlformats.org/drawingml/2006/main">
              <a:ext uri="{FF2B5EF4-FFF2-40B4-BE49-F238E27FC236}">
                <a16:creationId xmlns:a16="http://schemas.microsoft.com/office/drawing/2014/main" id="{69E8B5B6-D012-4555-B6F1-6A57BF99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Notebook</a:t>
            </a:r>
          </a:p>
        </p:txBody>
      </p:sp>
      <p:sp>
        <p:nvSpPr>
          <p:cNvPr id="12" name="text-559">
            <a:extLst xmlns:a="http://schemas.openxmlformats.org/drawingml/2006/main">
              <a:ext uri="{FF2B5EF4-FFF2-40B4-BE49-F238E27FC236}">
                <a16:creationId xmlns:a16="http://schemas.microsoft.com/office/drawing/2014/main" id="{DA20E791-AEC4-439D-BAE9-0A8A05F3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cc2b29f98f2d4171"/>
              </a:rPr>
              <a:t>https://notebook.google.com/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770ae136614a1d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560">
            <a:extLst xmlns:a="http://schemas.openxmlformats.org/drawingml/2006/main">
              <a:ext uri="{FF2B5EF4-FFF2-40B4-BE49-F238E27FC236}">
                <a16:creationId xmlns:a16="http://schemas.microsoft.com/office/drawing/2014/main" id="{7AD334AA-3F7E-477B-B079-C61EEF00B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61">
            <a:extLst xmlns:a="http://schemas.openxmlformats.org/drawingml/2006/main">
              <a:ext uri="{FF2B5EF4-FFF2-40B4-BE49-F238E27FC236}">
                <a16:creationId xmlns:a16="http://schemas.microsoft.com/office/drawing/2014/main" id="{79556410-6783-4327-B58B-F0F6C163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建立自訂 Gem</a:t>
            </a:r>
          </a:p>
        </p:txBody>
      </p:sp>
      <p:sp>
        <p:nvSpPr>
          <p:cNvPr id="16" name="text-562">
            <a:extLst xmlns:a="http://schemas.openxmlformats.org/drawingml/2006/main">
              <a:ext uri="{FF2B5EF4-FFF2-40B4-BE49-F238E27FC236}">
                <a16:creationId xmlns:a16="http://schemas.microsoft.com/office/drawing/2014/main" id="{016EF8F3-B530-4DEB-8CBE-672383AC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8d44494dc7e54737"/>
              </a:rPr>
              <a:t>https://gemini.google.com/gems/create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21e4c04a2847c2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563">
            <a:extLst xmlns:a="http://schemas.openxmlformats.org/drawingml/2006/main">
              <a:ext uri="{FF2B5EF4-FFF2-40B4-BE49-F238E27FC236}">
                <a16:creationId xmlns:a16="http://schemas.microsoft.com/office/drawing/2014/main" id="{51A122A9-DACC-44DF-AFDD-54DCA6C9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564">
            <a:extLst xmlns:a="http://schemas.openxmlformats.org/drawingml/2006/main">
              <a:ext uri="{FF2B5EF4-FFF2-40B4-BE49-F238E27FC236}">
                <a16:creationId xmlns:a16="http://schemas.microsoft.com/office/drawing/2014/main" id="{553C3A9E-B14B-466C-9717-83A25A3B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Canvas</a:t>
            </a:r>
          </a:p>
        </p:txBody>
      </p:sp>
      <p:sp>
        <p:nvSpPr>
          <p:cNvPr id="20" name="text-565">
            <a:extLst xmlns:a="http://schemas.openxmlformats.org/drawingml/2006/main">
              <a:ext uri="{FF2B5EF4-FFF2-40B4-BE49-F238E27FC236}">
                <a16:creationId xmlns:a16="http://schemas.microsoft.com/office/drawing/2014/main" id="{D517A742-6573-4D9E-A0D3-7DBC2B9E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aa59810d16a444c3"/>
              </a:rPr>
              <a:t>https://gemini.google.com/app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68f77b42514469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566">
            <a:extLst xmlns:a="http://schemas.openxmlformats.org/drawingml/2006/main">
              <a:ext uri="{FF2B5EF4-FFF2-40B4-BE49-F238E27FC236}">
                <a16:creationId xmlns:a16="http://schemas.microsoft.com/office/drawing/2014/main" id="{20D3AB58-33B7-4C10-B021-7CDE37942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3" name="text-567">
            <a:extLst xmlns:a="http://schemas.openxmlformats.org/drawingml/2006/main">
              <a:ext uri="{FF2B5EF4-FFF2-40B4-BE49-F238E27FC236}">
                <a16:creationId xmlns:a16="http://schemas.microsoft.com/office/drawing/2014/main" id="{1EE5FC6E-C977-4B5F-9029-294D20520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Google Sites</a:t>
            </a:r>
          </a:p>
        </p:txBody>
      </p:sp>
      <p:sp>
        <p:nvSpPr>
          <p:cNvPr id="24" name="text-568">
            <a:extLst xmlns:a="http://schemas.openxmlformats.org/drawingml/2006/main">
              <a:ext uri="{FF2B5EF4-FFF2-40B4-BE49-F238E27FC236}">
                <a16:creationId xmlns:a16="http://schemas.microsoft.com/office/drawing/2014/main" id="{F99F60B8-9809-4E7F-9CD7-F01FBD0F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3efd545f75434994"/>
              </a:rPr>
              <a:t>https://sites.google.com/new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64b14fb45b48c0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569">
            <a:extLst xmlns:a="http://schemas.openxmlformats.org/drawingml/2006/main">
              <a:ext uri="{FF2B5EF4-FFF2-40B4-BE49-F238E27FC236}">
                <a16:creationId xmlns:a16="http://schemas.microsoft.com/office/drawing/2014/main" id="{54C622A0-CD05-4269-A1B5-977E3834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7" name="text-570">
            <a:extLst xmlns:a="http://schemas.openxmlformats.org/drawingml/2006/main">
              <a:ext uri="{FF2B5EF4-FFF2-40B4-BE49-F238E27FC236}">
                <a16:creationId xmlns:a16="http://schemas.microsoft.com/office/drawing/2014/main" id="{1E0E4C31-3942-4FB3-8DF8-1E70866E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GitHub Pages</a:t>
            </a:r>
          </a:p>
        </p:txBody>
      </p:sp>
      <p:sp>
        <p:nvSpPr>
          <p:cNvPr id="28" name="text-571">
            <a:extLst xmlns:a="http://schemas.openxmlformats.org/drawingml/2006/main">
              <a:ext uri="{FF2B5EF4-FFF2-40B4-BE49-F238E27FC236}">
                <a16:creationId xmlns:a16="http://schemas.microsoft.com/office/drawing/2014/main" id="{81E8792C-1D07-48B4-BBB6-4A176094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490e60f788ae4013"/>
              </a:rPr>
              <a:t>https://pages.github.com/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379032d8d44189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572">
            <a:extLst xmlns:a="http://schemas.openxmlformats.org/drawingml/2006/main">
              <a:ext uri="{FF2B5EF4-FFF2-40B4-BE49-F238E27FC236}">
                <a16:creationId xmlns:a16="http://schemas.microsoft.com/office/drawing/2014/main" id="{036BF796-8069-45FD-8483-98784EE7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text-573">
            <a:extLst xmlns:a="http://schemas.openxmlformats.org/drawingml/2006/main">
              <a:ext uri="{FF2B5EF4-FFF2-40B4-BE49-F238E27FC236}">
                <a16:creationId xmlns:a16="http://schemas.microsoft.com/office/drawing/2014/main" id="{A9886546-2DD6-4AA3-AB0E-208462EC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一鍵部署</a:t>
            </a:r>
          </a:p>
        </p:txBody>
      </p:sp>
      <p:sp>
        <p:nvSpPr>
          <p:cNvPr id="32" name="text-574">
            <a:extLst xmlns:a="http://schemas.openxmlformats.org/drawingml/2006/main">
              <a:ext uri="{FF2B5EF4-FFF2-40B4-BE49-F238E27FC236}">
                <a16:creationId xmlns:a16="http://schemas.microsoft.com/office/drawing/2014/main" id="{66B36CD6-D6DE-4479-900B-3BB891E8E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58dba2acadec476c"/>
              </a:rPr>
              <a:t>https://gg90052.github.io/ezpage/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497c305119497e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text-575">
            <a:extLst xmlns:a="http://schemas.openxmlformats.org/drawingml/2006/main">
              <a:ext uri="{FF2B5EF4-FFF2-40B4-BE49-F238E27FC236}">
                <a16:creationId xmlns:a16="http://schemas.microsoft.com/office/drawing/2014/main" id="{57E20234-0E5D-4936-9253-460EB0E7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116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2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上午的終點不是『學會每個工具』，而是完成一條能重複使用的教學與研究產線。</a:t>
            </a:r>
          </a:p>
        </p:txBody>
      </p:sp>
    </p:spTree>
    <p:extLst>
      <p:ext uri="{BB962C8B-B14F-4D97-AF65-F5344CB8AC3E}">
        <p14:creationId xmlns:p14="http://schemas.microsoft.com/office/powerpoint/2010/main" val="340373325"/>
      </p:ext>
    </p:extLst>
  </p:cSld>
</p:sld>
</file>

<file path=ppt/theme/theme1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2026-08-13T00:43:33.1850000Z</dcterms:created>
  <dcterms:modified xsi:type="dcterms:W3CDTF">2026-08-13T00:43:33.1860000Z</dcterms:modified>
</coreProperties>
</file>