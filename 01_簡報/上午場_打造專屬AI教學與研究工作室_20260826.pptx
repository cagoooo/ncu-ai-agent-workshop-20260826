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3cec93620d48f5" /><Relationship Type="http://schemas.openxmlformats.org/officeDocument/2006/relationships/extended-properties" Target="/docProps/app.xml" Id="Rce162abd6dce4de0" /><Relationship Type="http://schemas.openxmlformats.org/officeDocument/2006/relationships/officeDocument" Target="/ppt/presentation.xml" Id="R2282eaaaf618438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31e215efa541e9"/>
  </p:sldMasterIdLst>
  <p:notesMasterIdLst>
    <p:notesMasterId xmlns:r="http://schemas.openxmlformats.org/officeDocument/2006/relationships" r:id="R6e7434f1d80d4198"/>
  </p:notesMasterIdLst>
  <p:sldIdLst>
    <p:sldId xmlns:r="http://schemas.openxmlformats.org/officeDocument/2006/relationships" id="256" r:id="Ree7a8ce716b2447b"/>
    <p:sldId xmlns:r="http://schemas.openxmlformats.org/officeDocument/2006/relationships" id="257" r:id="Rababec993dd2428a"/>
    <p:sldId xmlns:r="http://schemas.openxmlformats.org/officeDocument/2006/relationships" id="258" r:id="R62aa75db06da4187"/>
    <p:sldId xmlns:r="http://schemas.openxmlformats.org/officeDocument/2006/relationships" id="259" r:id="R55cc873b18ad43b9"/>
    <p:sldId xmlns:r="http://schemas.openxmlformats.org/officeDocument/2006/relationships" id="260" r:id="R52335560fedd4b25"/>
    <p:sldId xmlns:r="http://schemas.openxmlformats.org/officeDocument/2006/relationships" id="261" r:id="R2d29713967b84b97"/>
    <p:sldId xmlns:r="http://schemas.openxmlformats.org/officeDocument/2006/relationships" id="262" r:id="R0d6d7d716d8c4089"/>
    <p:sldId xmlns:r="http://schemas.openxmlformats.org/officeDocument/2006/relationships" id="263" r:id="R406d4bb945bf498c"/>
    <p:sldId xmlns:r="http://schemas.openxmlformats.org/officeDocument/2006/relationships" id="264" r:id="Rfa7383e4088146c7"/>
    <p:sldId xmlns:r="http://schemas.openxmlformats.org/officeDocument/2006/relationships" id="265" r:id="R8a91d6c274c744ec"/>
    <p:sldId xmlns:r="http://schemas.openxmlformats.org/officeDocument/2006/relationships" id="266" r:id="R62a018863d074fe8"/>
    <p:sldId xmlns:r="http://schemas.openxmlformats.org/officeDocument/2006/relationships" id="267" r:id="Ra5917565538a4f6a"/>
    <p:sldId xmlns:r="http://schemas.openxmlformats.org/officeDocument/2006/relationships" id="268" r:id="Rffed6681cf56429c"/>
    <p:sldId xmlns:r="http://schemas.openxmlformats.org/officeDocument/2006/relationships" id="269" r:id="R71303dc1a3934899"/>
    <p:sldId xmlns:r="http://schemas.openxmlformats.org/officeDocument/2006/relationships" id="270" r:id="R7be0d5f0e81647b0"/>
    <p:sldId xmlns:r="http://schemas.openxmlformats.org/officeDocument/2006/relationships" id="271" r:id="R1bda6dfff45649e6"/>
    <p:sldId xmlns:r="http://schemas.openxmlformats.org/officeDocument/2006/relationships" id="272" r:id="R54912f1f299d4c40"/>
    <p:sldId xmlns:r="http://schemas.openxmlformats.org/officeDocument/2006/relationships" id="273" r:id="R65f7c97069c5499e"/>
    <p:sldId xmlns:r="http://schemas.openxmlformats.org/officeDocument/2006/relationships" id="274" r:id="Rf02f31c941f8470d"/>
    <p:sldId xmlns:r="http://schemas.openxmlformats.org/officeDocument/2006/relationships" id="275" r:id="R21c189c91092418d"/>
    <p:sldId xmlns:r="http://schemas.openxmlformats.org/officeDocument/2006/relationships" id="276" r:id="R182f087f68924fd2"/>
    <p:sldId xmlns:r="http://schemas.openxmlformats.org/officeDocument/2006/relationships" id="277" r:id="R68ce86ab9e3d4e77"/>
    <p:sldId xmlns:r="http://schemas.openxmlformats.org/officeDocument/2006/relationships" id="278" r:id="Ra083986a783843ac"/>
    <p:sldId xmlns:r="http://schemas.openxmlformats.org/officeDocument/2006/relationships" id="279" r:id="Rc54177bd2902476c"/>
    <p:sldId xmlns:r="http://schemas.openxmlformats.org/officeDocument/2006/relationships" id="280" r:id="R3e89f78ade3748a9"/>
    <p:sldId xmlns:r="http://schemas.openxmlformats.org/officeDocument/2006/relationships" id="281" r:id="R4f78104eb7394f38"/>
    <p:sldId xmlns:r="http://schemas.openxmlformats.org/officeDocument/2006/relationships" id="282" r:id="R1a867928dd154545"/>
    <p:sldId xmlns:r="http://schemas.openxmlformats.org/officeDocument/2006/relationships" id="283" r:id="R647f17dafcb14782"/>
    <p:sldId xmlns:r="http://schemas.openxmlformats.org/officeDocument/2006/relationships" id="284" r:id="Rd2f3490597554444"/>
    <p:sldId xmlns:r="http://schemas.openxmlformats.org/officeDocument/2006/relationships" id="285" r:id="R518d119ad4b24999"/>
    <p:sldId xmlns:r="http://schemas.openxmlformats.org/officeDocument/2006/relationships" id="286" r:id="Rb1528a5942b14442"/>
    <p:sldId xmlns:r="http://schemas.openxmlformats.org/officeDocument/2006/relationships" id="287" r:id="Rc4b7767fa2be4e94"/>
    <p:sldId xmlns:r="http://schemas.openxmlformats.org/officeDocument/2006/relationships" id="288" r:id="R6362d7e23d354d64"/>
    <p:sldId xmlns:r="http://schemas.openxmlformats.org/officeDocument/2006/relationships" id="289" r:id="R41fc47370c674973"/>
    <p:sldId xmlns:r="http://schemas.openxmlformats.org/officeDocument/2006/relationships" id="290" r:id="R4c8d2274c191410e"/>
    <p:sldId xmlns:r="http://schemas.openxmlformats.org/officeDocument/2006/relationships" id="291" r:id="R3c7b5cc1b78545c7"/>
    <p:sldId xmlns:r="http://schemas.openxmlformats.org/officeDocument/2006/relationships" id="292" r:id="R1ee7bb2eae4d47cc"/>
    <p:sldId xmlns:r="http://schemas.openxmlformats.org/officeDocument/2006/relationships" id="293" r:id="R4164780cd81b4d70"/>
    <p:sldId xmlns:r="http://schemas.openxmlformats.org/officeDocument/2006/relationships" id="294" r:id="R9cf0fc907b69464d"/>
    <p:sldId xmlns:r="http://schemas.openxmlformats.org/officeDocument/2006/relationships" id="295" r:id="Raf376e7d81074261"/>
    <p:sldId xmlns:r="http://schemas.openxmlformats.org/officeDocument/2006/relationships" id="296" r:id="Rc9389d5362c64673"/>
    <p:sldId xmlns:r="http://schemas.openxmlformats.org/officeDocument/2006/relationships" id="297" r:id="R55179168e8c4438c"/>
    <p:sldId xmlns:r="http://schemas.openxmlformats.org/officeDocument/2006/relationships" id="298" r:id="R86ed3e6b90924562"/>
    <p:sldId xmlns:r="http://schemas.openxmlformats.org/officeDocument/2006/relationships" id="299" r:id="R26e19ee363bd482f"/>
    <p:sldId xmlns:r="http://schemas.openxmlformats.org/officeDocument/2006/relationships" id="300" r:id="R3d88e109862c46e3"/>
    <p:sldId xmlns:r="http://schemas.openxmlformats.org/officeDocument/2006/relationships" id="301" r:id="R97f1e50808d34fb7"/>
    <p:sldId xmlns:r="http://schemas.openxmlformats.org/officeDocument/2006/relationships" id="302" r:id="R5fbcb27236704843"/>
    <p:sldId xmlns:r="http://schemas.openxmlformats.org/officeDocument/2006/relationships" id="303" r:id="R938177fc43df4f0d"/>
    <p:sldId xmlns:r="http://schemas.openxmlformats.org/officeDocument/2006/relationships" id="304" r:id="R358fc47c00694b3d"/>
    <p:sldId xmlns:r="http://schemas.openxmlformats.org/officeDocument/2006/relationships" id="305" r:id="R7c3cd1b4e3c440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055bb64fd4424e" /><Relationship Type="http://schemas.openxmlformats.org/officeDocument/2006/relationships/slideMaster" Target="/ppt/slideMasters/slideMaster1.xml" Id="Re131e215efa541e9" /><Relationship Type="http://schemas.openxmlformats.org/officeDocument/2006/relationships/notesMaster" Target="/ppt/notesMasters/notesMaster1.xml" Id="R6e7434f1d80d4198" /><Relationship Type="http://schemas.openxmlformats.org/officeDocument/2006/relationships/presProps" Target="/ppt/presProps.xml" Id="R8ae41ea5742e4fd1" /><Relationship Type="http://schemas.openxmlformats.org/officeDocument/2006/relationships/tableStyles" Target="/ppt/tableStyles.xml" Id="Ra184d2280fa34448" /><Relationship Type="http://schemas.openxmlformats.org/officeDocument/2006/relationships/slide" Target="/ppt/slides/slide1.xml" Id="Ree7a8ce716b2447b" /><Relationship Type="http://schemas.openxmlformats.org/officeDocument/2006/relationships/slide" Target="/ppt/slides/slide2.xml" Id="Rababec993dd2428a" /><Relationship Type="http://schemas.openxmlformats.org/officeDocument/2006/relationships/slide" Target="/ppt/slides/slide3.xml" Id="R62aa75db06da4187" /><Relationship Type="http://schemas.openxmlformats.org/officeDocument/2006/relationships/slide" Target="/ppt/slides/slide4.xml" Id="R55cc873b18ad43b9" /><Relationship Type="http://schemas.openxmlformats.org/officeDocument/2006/relationships/slide" Target="/ppt/slides/slide5.xml" Id="R52335560fedd4b25" /><Relationship Type="http://schemas.openxmlformats.org/officeDocument/2006/relationships/slide" Target="/ppt/slides/slide6.xml" Id="R2d29713967b84b97" /><Relationship Type="http://schemas.openxmlformats.org/officeDocument/2006/relationships/slide" Target="/ppt/slides/slide7.xml" Id="R0d6d7d716d8c4089" /><Relationship Type="http://schemas.openxmlformats.org/officeDocument/2006/relationships/slide" Target="/ppt/slides/slide8.xml" Id="R406d4bb945bf498c" /><Relationship Type="http://schemas.openxmlformats.org/officeDocument/2006/relationships/slide" Target="/ppt/slides/slide9.xml" Id="Rfa7383e4088146c7" /><Relationship Type="http://schemas.openxmlformats.org/officeDocument/2006/relationships/slide" Target="/ppt/slides/slide10.xml" Id="R8a91d6c274c744ec" /><Relationship Type="http://schemas.openxmlformats.org/officeDocument/2006/relationships/slide" Target="/ppt/slides/slide11.xml" Id="R62a018863d074fe8" /><Relationship Type="http://schemas.openxmlformats.org/officeDocument/2006/relationships/slide" Target="/ppt/slides/slide12.xml" Id="Ra5917565538a4f6a" /><Relationship Type="http://schemas.openxmlformats.org/officeDocument/2006/relationships/slide" Target="/ppt/slides/slide13.xml" Id="Rffed6681cf56429c" /><Relationship Type="http://schemas.openxmlformats.org/officeDocument/2006/relationships/slide" Target="/ppt/slides/slide14.xml" Id="R71303dc1a3934899" /><Relationship Type="http://schemas.openxmlformats.org/officeDocument/2006/relationships/slide" Target="/ppt/slides/slide15.xml" Id="R7be0d5f0e81647b0" /><Relationship Type="http://schemas.openxmlformats.org/officeDocument/2006/relationships/slide" Target="/ppt/slides/slide16.xml" Id="R1bda6dfff45649e6" /><Relationship Type="http://schemas.openxmlformats.org/officeDocument/2006/relationships/slide" Target="/ppt/slides/slide17.xml" Id="R54912f1f299d4c40" /><Relationship Type="http://schemas.openxmlformats.org/officeDocument/2006/relationships/slide" Target="/ppt/slides/slide18.xml" Id="R65f7c97069c5499e" /><Relationship Type="http://schemas.openxmlformats.org/officeDocument/2006/relationships/slide" Target="/ppt/slides/slide19.xml" Id="Rf02f31c941f8470d" /><Relationship Type="http://schemas.openxmlformats.org/officeDocument/2006/relationships/slide" Target="/ppt/slides/slide20.xml" Id="R21c189c91092418d" /><Relationship Type="http://schemas.openxmlformats.org/officeDocument/2006/relationships/slide" Target="/ppt/slides/slide21.xml" Id="R182f087f68924fd2" /><Relationship Type="http://schemas.openxmlformats.org/officeDocument/2006/relationships/slide" Target="/ppt/slides/slide22.xml" Id="R68ce86ab9e3d4e77" /><Relationship Type="http://schemas.openxmlformats.org/officeDocument/2006/relationships/slide" Target="/ppt/slides/slide23.xml" Id="Ra083986a783843ac" /><Relationship Type="http://schemas.openxmlformats.org/officeDocument/2006/relationships/slide" Target="/ppt/slides/slide24.xml" Id="Rc54177bd2902476c" /><Relationship Type="http://schemas.openxmlformats.org/officeDocument/2006/relationships/slide" Target="/ppt/slides/slide25.xml" Id="R3e89f78ade3748a9" /><Relationship Type="http://schemas.openxmlformats.org/officeDocument/2006/relationships/slide" Target="/ppt/slides/slide26.xml" Id="R4f78104eb7394f38" /><Relationship Type="http://schemas.openxmlformats.org/officeDocument/2006/relationships/slide" Target="/ppt/slides/slide27.xml" Id="R1a867928dd154545" /><Relationship Type="http://schemas.openxmlformats.org/officeDocument/2006/relationships/slide" Target="/ppt/slides/slide28.xml" Id="R647f17dafcb14782" /><Relationship Type="http://schemas.openxmlformats.org/officeDocument/2006/relationships/slide" Target="/ppt/slides/slide29.xml" Id="Rd2f3490597554444" /><Relationship Type="http://schemas.openxmlformats.org/officeDocument/2006/relationships/slide" Target="/ppt/slides/slide30.xml" Id="R518d119ad4b24999" /><Relationship Type="http://schemas.openxmlformats.org/officeDocument/2006/relationships/slide" Target="/ppt/slides/slide31.xml" Id="Rb1528a5942b14442" /><Relationship Type="http://schemas.openxmlformats.org/officeDocument/2006/relationships/slide" Target="/ppt/slides/slide32.xml" Id="Rc4b7767fa2be4e94" /><Relationship Type="http://schemas.openxmlformats.org/officeDocument/2006/relationships/slide" Target="/ppt/slides/slide33.xml" Id="R6362d7e23d354d64" /><Relationship Type="http://schemas.openxmlformats.org/officeDocument/2006/relationships/slide" Target="/ppt/slides/slide34.xml" Id="R41fc47370c674973" /><Relationship Type="http://schemas.openxmlformats.org/officeDocument/2006/relationships/slide" Target="/ppt/slides/slide35.xml" Id="R4c8d2274c191410e" /><Relationship Type="http://schemas.openxmlformats.org/officeDocument/2006/relationships/slide" Target="/ppt/slides/slide36.xml" Id="R3c7b5cc1b78545c7" /><Relationship Type="http://schemas.openxmlformats.org/officeDocument/2006/relationships/slide" Target="/ppt/slides/slide37.xml" Id="R1ee7bb2eae4d47cc" /><Relationship Type="http://schemas.openxmlformats.org/officeDocument/2006/relationships/slide" Target="/ppt/slides/slide38.xml" Id="R4164780cd81b4d70" /><Relationship Type="http://schemas.openxmlformats.org/officeDocument/2006/relationships/slide" Target="/ppt/slides/slide39.xml" Id="R9cf0fc907b69464d" /><Relationship Type="http://schemas.openxmlformats.org/officeDocument/2006/relationships/slide" Target="/ppt/slides/slide40.xml" Id="Raf376e7d81074261" /><Relationship Type="http://schemas.openxmlformats.org/officeDocument/2006/relationships/slide" Target="/ppt/slides/slide41.xml" Id="Rc9389d5362c64673" /><Relationship Type="http://schemas.openxmlformats.org/officeDocument/2006/relationships/slide" Target="/ppt/slides/slide42.xml" Id="R55179168e8c4438c" /><Relationship Type="http://schemas.openxmlformats.org/officeDocument/2006/relationships/slide" Target="/ppt/slides/slide43.xml" Id="R86ed3e6b90924562" /><Relationship Type="http://schemas.openxmlformats.org/officeDocument/2006/relationships/slide" Target="/ppt/slides/slide44.xml" Id="R26e19ee363bd482f" /><Relationship Type="http://schemas.openxmlformats.org/officeDocument/2006/relationships/slide" Target="/ppt/slides/slide45.xml" Id="R3d88e109862c46e3" /><Relationship Type="http://schemas.openxmlformats.org/officeDocument/2006/relationships/slide" Target="/ppt/slides/slide46.xml" Id="R97f1e50808d34fb7" /><Relationship Type="http://schemas.openxmlformats.org/officeDocument/2006/relationships/slide" Target="/ppt/slides/slide47.xml" Id="R5fbcb27236704843" /><Relationship Type="http://schemas.openxmlformats.org/officeDocument/2006/relationships/slide" Target="/ppt/slides/slide48.xml" Id="R938177fc43df4f0d" /><Relationship Type="http://schemas.openxmlformats.org/officeDocument/2006/relationships/slide" Target="/ppt/slides/slide49.xml" Id="R358fc47c00694b3d" /><Relationship Type="http://schemas.openxmlformats.org/officeDocument/2006/relationships/slide" Target="/ppt/slides/slide50.xml" Id="R7c3cd1b4e3c440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f49417e33f43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0ee1d30ba14f8e" /><Relationship Type="http://schemas.openxmlformats.org/officeDocument/2006/relationships/notesMaster" Target="/ppt/notesMasters/notesMaster1.xml" Id="Rbf56d4f8f1e645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2d43930a234239" /><Relationship Type="http://schemas.openxmlformats.org/officeDocument/2006/relationships/notesMaster" Target="/ppt/notesMasters/notesMaster1.xml" Id="R251b36452c0946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11fed13ad24845" /><Relationship Type="http://schemas.openxmlformats.org/officeDocument/2006/relationships/notesMaster" Target="/ppt/notesMasters/notesMaster1.xml" Id="Rf64480aa5bfa42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50166cde5d64835" /><Relationship Type="http://schemas.openxmlformats.org/officeDocument/2006/relationships/notesMaster" Target="/ppt/notesMasters/notesMaster1.xml" Id="Rea7ac5bbc9b144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7add4254a94b83" /><Relationship Type="http://schemas.openxmlformats.org/officeDocument/2006/relationships/notesMaster" Target="/ppt/notesMasters/notesMaster1.xml" Id="Re8cd4c8da0b942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e8e8fb98a04db6" /><Relationship Type="http://schemas.openxmlformats.org/officeDocument/2006/relationships/notesMaster" Target="/ppt/notesMasters/notesMaster1.xml" Id="R4ee6b90c8cca42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1a060d60cd442f" /><Relationship Type="http://schemas.openxmlformats.org/officeDocument/2006/relationships/notesMaster" Target="/ppt/notesMasters/notesMaster1.xml" Id="R5023a88e34804f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14f3c069f24b72" /><Relationship Type="http://schemas.openxmlformats.org/officeDocument/2006/relationships/notesMaster" Target="/ppt/notesMasters/notesMaster1.xml" Id="Rd4ce376423464e2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6822f1fbcf4175" /><Relationship Type="http://schemas.openxmlformats.org/officeDocument/2006/relationships/notesMaster" Target="/ppt/notesMasters/notesMaster1.xml" Id="R4c8aaa5ec7a442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30c1cd6d3e4466" /><Relationship Type="http://schemas.openxmlformats.org/officeDocument/2006/relationships/notesMaster" Target="/ppt/notesMasters/notesMaster1.xml" Id="Rb5f25ddeba6044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aa963186cd4622" /><Relationship Type="http://schemas.openxmlformats.org/officeDocument/2006/relationships/notesMaster" Target="/ppt/notesMasters/notesMaster1.xml" Id="R60ef129b9ae64b2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dc85792059f44f0" /><Relationship Type="http://schemas.openxmlformats.org/officeDocument/2006/relationships/notesMaster" Target="/ppt/notesMasters/notesMaster1.xml" Id="R5fc41ae79a2044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b685274beb4331" /><Relationship Type="http://schemas.openxmlformats.org/officeDocument/2006/relationships/notesMaster" Target="/ppt/notesMasters/notesMaster1.xml" Id="R9d40767ffef6465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313688f816c4f0a" /><Relationship Type="http://schemas.openxmlformats.org/officeDocument/2006/relationships/notesMaster" Target="/ppt/notesMasters/notesMaster1.xml" Id="R973e95e648de49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0cf853dd23443e" /><Relationship Type="http://schemas.openxmlformats.org/officeDocument/2006/relationships/notesMaster" Target="/ppt/notesMasters/notesMaster1.xml" Id="R3bba810d1e614fa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a62d8011c6c40a8" /><Relationship Type="http://schemas.openxmlformats.org/officeDocument/2006/relationships/notesMaster" Target="/ppt/notesMasters/notesMaster1.xml" Id="R1379a8f20c5d4a8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e3e79953dd8404a" /><Relationship Type="http://schemas.openxmlformats.org/officeDocument/2006/relationships/notesMaster" Target="/ppt/notesMasters/notesMaster1.xml" Id="R537b6d20368047f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49555a6b614d54" /><Relationship Type="http://schemas.openxmlformats.org/officeDocument/2006/relationships/notesMaster" Target="/ppt/notesMasters/notesMaster1.xml" Id="R9b0e9553af73434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332dd643b244074" /><Relationship Type="http://schemas.openxmlformats.org/officeDocument/2006/relationships/notesMaster" Target="/ppt/notesMasters/notesMaster1.xml" Id="Rd749e033bf3444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0c3f05f613147f3" /><Relationship Type="http://schemas.openxmlformats.org/officeDocument/2006/relationships/notesMaster" Target="/ppt/notesMasters/notesMaster1.xml" Id="R9ace616a1c064a0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dfeb7f8217747a3" /><Relationship Type="http://schemas.openxmlformats.org/officeDocument/2006/relationships/notesMaster" Target="/ppt/notesMasters/notesMaster1.xml" Id="R0daedeb3781e4b7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dfe04cfd81b41f5" /><Relationship Type="http://schemas.openxmlformats.org/officeDocument/2006/relationships/notesMaster" Target="/ppt/notesMasters/notesMaster1.xml" Id="R56ec9b17f5b24c6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c3abc97525f4dec" /><Relationship Type="http://schemas.openxmlformats.org/officeDocument/2006/relationships/notesMaster" Target="/ppt/notesMasters/notesMaster1.xml" Id="R66642decaa814a3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a2d78c33ec24e19" /><Relationship Type="http://schemas.openxmlformats.org/officeDocument/2006/relationships/notesMaster" Target="/ppt/notesMasters/notesMaster1.xml" Id="R7012078d1c5c400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15b3e29de444628" /><Relationship Type="http://schemas.openxmlformats.org/officeDocument/2006/relationships/notesMaster" Target="/ppt/notesMasters/notesMaster1.xml" Id="Rd5c81ea7b2a945c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53fd3c700d84ee6" /><Relationship Type="http://schemas.openxmlformats.org/officeDocument/2006/relationships/notesMaster" Target="/ppt/notesMasters/notesMaster1.xml" Id="R292d99c543d84bc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7df1628172a47af" /><Relationship Type="http://schemas.openxmlformats.org/officeDocument/2006/relationships/notesMaster" Target="/ppt/notesMasters/notesMaster1.xml" Id="R6c269cf3978d49a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b1c4d9ad854985" /><Relationship Type="http://schemas.openxmlformats.org/officeDocument/2006/relationships/notesMaster" Target="/ppt/notesMasters/notesMaster1.xml" Id="Rd4f7983a7f014db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0540565a18443cd" /><Relationship Type="http://schemas.openxmlformats.org/officeDocument/2006/relationships/notesMaster" Target="/ppt/notesMasters/notesMaster1.xml" Id="R18e9c522fb12400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05ac387bd014859" /><Relationship Type="http://schemas.openxmlformats.org/officeDocument/2006/relationships/notesMaster" Target="/ppt/notesMasters/notesMaster1.xml" Id="R446d85e50c7448c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f0177e43b1048d0" /><Relationship Type="http://schemas.openxmlformats.org/officeDocument/2006/relationships/notesMaster" Target="/ppt/notesMasters/notesMaster1.xml" Id="R61701fc1e9a14f7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f1df557908f495d" /><Relationship Type="http://schemas.openxmlformats.org/officeDocument/2006/relationships/notesMaster" Target="/ppt/notesMasters/notesMaster1.xml" Id="R5ddc7f25ccd14e9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9a862fa3ea6426e" /><Relationship Type="http://schemas.openxmlformats.org/officeDocument/2006/relationships/notesMaster" Target="/ppt/notesMasters/notesMaster1.xml" Id="R1ba248cffa7145c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ccb4627b1124135" /><Relationship Type="http://schemas.openxmlformats.org/officeDocument/2006/relationships/notesMaster" Target="/ppt/notesMasters/notesMaster1.xml" Id="Ra4b5f3700c9a4a7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270893cf3d34f30" /><Relationship Type="http://schemas.openxmlformats.org/officeDocument/2006/relationships/notesMaster" Target="/ppt/notesMasters/notesMaster1.xml" Id="R146aeb3d9e5342f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5e60ed85d3d461b" /><Relationship Type="http://schemas.openxmlformats.org/officeDocument/2006/relationships/notesMaster" Target="/ppt/notesMasters/notesMaster1.xml" Id="R279741b1c4c1446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9a3d6203ef443cd" /><Relationship Type="http://schemas.openxmlformats.org/officeDocument/2006/relationships/notesMaster" Target="/ppt/notesMasters/notesMaster1.xml" Id="R0e42cc33cb35484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b315ba4c1014e35" /><Relationship Type="http://schemas.openxmlformats.org/officeDocument/2006/relationships/notesMaster" Target="/ppt/notesMasters/notesMaster1.xml" Id="R7f0d373b0f494dd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d2a6a60cc3f4985" /><Relationship Type="http://schemas.openxmlformats.org/officeDocument/2006/relationships/notesMaster" Target="/ppt/notesMasters/notesMaster1.xml" Id="R9a1783bb908d4c6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76ae3a3cca84a7a" /><Relationship Type="http://schemas.openxmlformats.org/officeDocument/2006/relationships/notesMaster" Target="/ppt/notesMasters/notesMaster1.xml" Id="R6c6115759a144a8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7c089918f3764945" /><Relationship Type="http://schemas.openxmlformats.org/officeDocument/2006/relationships/notesMaster" Target="/ppt/notesMasters/notesMaster1.xml" Id="Ra6bb11e44eac4cb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76c317e8951403f" /><Relationship Type="http://schemas.openxmlformats.org/officeDocument/2006/relationships/notesMaster" Target="/ppt/notesMasters/notesMaster1.xml" Id="R60097351115a406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d70561fe2174745" /><Relationship Type="http://schemas.openxmlformats.org/officeDocument/2006/relationships/notesMaster" Target="/ppt/notesMasters/notesMaster1.xml" Id="Rc2b9791e16d84d4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0215905e7cf42c2" /><Relationship Type="http://schemas.openxmlformats.org/officeDocument/2006/relationships/notesMaster" Target="/ppt/notesMasters/notesMaster1.xml" Id="R3086113e0c6a42f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144082f5e124a9f" /><Relationship Type="http://schemas.openxmlformats.org/officeDocument/2006/relationships/notesMaster" Target="/ppt/notesMasters/notesMaster1.xml" Id="Ra5745877ea8b4b7b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b2718b864c4487e" /><Relationship Type="http://schemas.openxmlformats.org/officeDocument/2006/relationships/notesMaster" Target="/ppt/notesMasters/notesMaster1.xml" Id="Rbae6fd336c10418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3ad9f2ac55a47c9" /><Relationship Type="http://schemas.openxmlformats.org/officeDocument/2006/relationships/notesMaster" Target="/ppt/notesMasters/notesMaster1.xml" Id="Ref8243bb2bf3489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64498221a734ead" /><Relationship Type="http://schemas.openxmlformats.org/officeDocument/2006/relationships/notesMaster" Target="/ppt/notesMasters/notesMaster1.xml" Id="R1ae2ce98f2fd407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7b5b82e27db8455b" /><Relationship Type="http://schemas.openxmlformats.org/officeDocument/2006/relationships/notesMaster" Target="/ppt/notesMasters/notesMaster1.xml" Id="R01b57ecd45c548c4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71578edd0a4847d7" /><Relationship Type="http://schemas.openxmlformats.org/officeDocument/2006/relationships/notesMaster" Target="/ppt/notesMasters/notesMaster1.xml" Id="R40def608d94c42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Andrej Karpathy 將這種『先跟著靈感走、用自然語言讓 AI 協助把想法做出來』的工作方式稱為 Vibe Coding。這裡把它轉成適合今天社群的學習入口：當你突然想到一個教學活動、研究工具或生活中的小作品，不必先被『我不會寫程式』擋住，可以先把想法說清楚，讓 AI／Agent 協助把它推成第一個可操作原型。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Vibe Coding 不是把責任交給模型。要保留人工試用、資料權限、測試與品質判斷；靈感負責啟動，人的目的與驗證負責把作品帶到可用。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https://www.youtube.com/watch?v=LCEmiRjPEtQ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Vibe Working 是本工作坊把 Vibe Coding 延伸到日常工作的課程框架，不把它當成 Andrej Karpathy 的原始名詞。當我們在工作中發現『為什麼人生要一直浪費在這些重複事情上』，那個不滿與靈感就是自動化的入口。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請大家不要只追求做更多，而是把重複流程交給 AI／Agent 後，重新決定省下來的時間要回到哪裡：更好的課程、更扎實的研究、更深的人際互動，或是自己一直想做卻沒有時間做的事。效率的終點不是把行程塞滿，而是重新取得生活的主導權。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上午會帶大家從 Level 1 的對話式 AI，進階到 Level 2 的協作式 AI：用 Gemini Notebook、Gem 與 Canvas 一起完成作品。下午再進入 Level 3 的 Agentic AI，讓 Agent 從頭到尾推進任務並交付成果。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Level 3 不只是『模型比較強』，而是人、工作區、工具、規則與 Skills 組成一個可重複的工作流。你可以把自己的 AI Agent 想成一位長期協作的數位同仁：它會逐漸理解你的工作方式與痛點，但授權範圍、驗證標準與最後責任仍由人保留。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Agent 正在讓職位邊界變得更薄。過去 PM 常需要先把需求交給工程師，再等待程式與產品成形；現在 PM 可以先用自然語言指派 Agent，做出一個自己能用、能玩的程式網站或互動原型，快速確認想法與使用者反應。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這不代表工程師被取代，也不代表每個人都要變成全端工程師，而是每個角色都多了一步跨界能力：PM 能先驗證問題，教師／研究者能直接做出第一版，工程師則更需要理解客戶、學生、教師與跨部門夥伴的真實情境。未來的競爭力不只在職稱，而在能否理解問題、運用 Agent、與人協作並交付成果。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 不必再等到所有規格都完美，才第一次看見成果。可以先把目標、對象、限制與使用情境說清楚，請 AI Agent 做出可操作原型，邀請同事、學生或客戶試用，再把回饋帶回需求與設計。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這裡的重點是『先驗證』，不是『跳過工程』。正式產品仍需要工程師處理架構、資安、效能、可維護性、資料治理與長期交付；Agent 讓跨職位對話更早發生，讓工程師收到的是經過試用與澄清的問題，而不是只有一張等待猜測的需求單。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當 AI Agent 降低製作原型與程式碼的門檻，工程師的價值會更需要往『理解問題與對成果負責』延伸。過去有些人選擇工程工作，可能偏好專注技術、減少頻繁溝通；這不是對工程師人格的定性，而是提醒工作內容正在改變：如果只守著程式碼、遠離使用者與跨部門，就更難及早發現需求落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未來需要的是 T 型能力：保留深度技術，同時願意走進現場、理解人與脈絡、和其他職位共同定義問題。PM、工程師、教師與研究者都一樣，邊界變模糊不是失去專業，而是讓專業可以更直接地服務真正的需求。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https://www.typeless.com/downloads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Gemini Notebook</a:t>
            </a:r>
          </a:p>
          <a:p xmlns:a="http://schemas.openxmlformats.org/drawingml/2006/main">
            <a:r>
              <a:t>- 公開資源：建立自訂 Gem</a:t>
            </a:r>
          </a:p>
          <a:p xmlns:a="http://schemas.openxmlformats.org/drawingml/2006/main">
            <a:r>
              <a:t>- 公開資源：開啟 Gemini Canvas</a:t>
            </a:r>
          </a:p>
          <a:p xmlns:a="http://schemas.openxmlformats.org/drawingml/2006/main">
            <a:r>
              <a:t>- 公開資源：教學駕駛艙 GitHub repo</a:t>
            </a:r>
          </a:p>
          <a:p xmlns:a="http://schemas.openxmlformats.org/drawingml/2006/main">
            <a:r>
              <a:t>- 公開資源：教學駕駛艙公開網站</a:t>
            </a:r>
          </a:p>
          <a:p xmlns:a="http://schemas.openxmlformats.org/drawingml/2006/main">
            <a:r>
              <a:t>- 公開資源：教師會議紀錄系統（#84）</a:t>
            </a:r>
          </a:p>
          <a:p xmlns:a="http://schemas.openxmlformats.org/drawingml/2006/main">
            <a:r>
              <a:t>- 公開資源：建立 Google Sites</a:t>
            </a:r>
          </a:p>
          <a:p xmlns:a="http://schemas.openxmlformats.org/drawingml/2006/main">
            <a:r>
              <a:t>- 公開資源：開啟 GitHub Pages</a:t>
            </a:r>
          </a:p>
          <a:p xmlns:a="http://schemas.openxmlformats.org/drawingml/2006/main">
            <a:r>
              <a:t>- 公開資源：EZPage 一鍵部署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e64c42363446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6e18d524880499c" /><Relationship Type="http://schemas.openxmlformats.org/officeDocument/2006/relationships/slideLayout" Target="/ppt/slideLayouts/slideLayout1.xml" Id="Raf0a6d4f22594d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0a6d4f22594d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7d0439a424797" /><Relationship Type="http://schemas.openxmlformats.org/officeDocument/2006/relationships/image" Target="/ppt/media/image.png" Id="R39d56865c127479a" /><Relationship Type="http://schemas.openxmlformats.org/officeDocument/2006/relationships/notesSlide" Target="/ppt/notesSlides/notesSlide1.xml" Id="Rb96bb98618584a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3e9883dd943b2" /><Relationship Type="http://schemas.openxmlformats.org/officeDocument/2006/relationships/hyperlink" Target="https://www.youtube.com/watch?v=LCEmiRjPEtQ" TargetMode="External" Id="R19f45c0332f24c7a" /><Relationship Type="http://schemas.openxmlformats.org/officeDocument/2006/relationships/image" Target="/ppt/media/image2.png" Id="R62a8923eef244f23" /><Relationship Type="http://schemas.openxmlformats.org/officeDocument/2006/relationships/notesSlide" Target="/ppt/notesSlides/notesSlide2.xml" Id="Rcb7ca58984684d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9ca3f980034cb5" /><Relationship Type="http://schemas.openxmlformats.org/officeDocument/2006/relationships/hyperlink" Target="https://notebook.google.com/" TargetMode="External" Id="Refa1a41aa59d4eda" /><Relationship Type="http://schemas.openxmlformats.org/officeDocument/2006/relationships/hyperlink" Target="https://gemini.google.com/app" TargetMode="External" Id="R1af1f95af9034034" /><Relationship Type="http://schemas.openxmlformats.org/officeDocument/2006/relationships/image" Target="/ppt/media/image3.png" Id="R6a0047f436c14ac7" /><Relationship Type="http://schemas.openxmlformats.org/officeDocument/2006/relationships/image" Target="/ppt/media/image4.png" Id="Rf952eefde3534b1b" /><Relationship Type="http://schemas.openxmlformats.org/officeDocument/2006/relationships/notesSlide" Target="/ppt/notesSlides/notesSlide3.xml" Id="Rac3920903a314c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d26c71c234f4e" /><Relationship Type="http://schemas.openxmlformats.org/officeDocument/2006/relationships/hyperlink" Target="https://notebook.google.com/" TargetMode="External" Id="Rd63ccf705faf43be" /><Relationship Type="http://schemas.openxmlformats.org/officeDocument/2006/relationships/hyperlink" Target="https://gemini.google.com/app" TargetMode="External" Id="R2defb1257775470b" /><Relationship Type="http://schemas.openxmlformats.org/officeDocument/2006/relationships/hyperlink" Target="https://antigravity.google/" TargetMode="External" Id="R02e0177f79c54ae1" /><Relationship Type="http://schemas.openxmlformats.org/officeDocument/2006/relationships/image" Target="/ppt/media/image5.png" Id="R09e87fb23e4b495b" /><Relationship Type="http://schemas.openxmlformats.org/officeDocument/2006/relationships/image" Target="/ppt/media/image6.png" Id="Raaf399881d94454f" /><Relationship Type="http://schemas.openxmlformats.org/officeDocument/2006/relationships/image" Target="/ppt/media/image7.png" Id="R7fd32b9916474ccd" /><Relationship Type="http://schemas.openxmlformats.org/officeDocument/2006/relationships/notesSlide" Target="/ppt/notesSlides/notesSlide4.xml" Id="R999f93019656410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d7efc949d4ffd" /><Relationship Type="http://schemas.openxmlformats.org/officeDocument/2006/relationships/notesSlide" Target="/ppt/notesSlides/notesSlide5.xml" Id="Raf14fcc9b67240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031ca82d04e4c" /><Relationship Type="http://schemas.openxmlformats.org/officeDocument/2006/relationships/notesSlide" Target="/ppt/notesSlides/notesSlide6.xml" Id="R9bb357fbf0a943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4f3e97dca4d68" /><Relationship Type="http://schemas.openxmlformats.org/officeDocument/2006/relationships/notesSlide" Target="/ppt/notesSlides/notesSlide7.xml" Id="R185191f9ed0e443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f2b9a50774d82" /><Relationship Type="http://schemas.openxmlformats.org/officeDocument/2006/relationships/notesSlide" Target="/ppt/notesSlides/notesSlide8.xml" Id="Rc605b6eb66f74c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823c8ee8d4324" /><Relationship Type="http://schemas.openxmlformats.org/officeDocument/2006/relationships/notesSlide" Target="/ppt/notesSlides/notesSlide9.xml" Id="Ra300987945ad448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459a229b7487a" /><Relationship Type="http://schemas.openxmlformats.org/officeDocument/2006/relationships/notesSlide" Target="/ppt/notesSlides/notesSlide10.xml" Id="R6ed390fa532746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fc82d8a4fb4431" /><Relationship Type="http://schemas.openxmlformats.org/officeDocument/2006/relationships/notesSlide" Target="/ppt/notesSlides/notesSlide11.xml" Id="R0f479345e5414c8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50e7b4cd745ad" /><Relationship Type="http://schemas.openxmlformats.org/officeDocument/2006/relationships/hyperlink" Target="https://www.typeless.com/" TargetMode="External" Id="R9734507133c842e0" /><Relationship Type="http://schemas.openxmlformats.org/officeDocument/2006/relationships/hyperlink" Target="https://notebook.google.com/" TargetMode="External" Id="R4737dd33235348bc" /><Relationship Type="http://schemas.openxmlformats.org/officeDocument/2006/relationships/image" Target="/ppt/media/image8.png" Id="Ra046c4ecb6684b3c" /><Relationship Type="http://schemas.openxmlformats.org/officeDocument/2006/relationships/image" Target="/ppt/media/image9.png" Id="R44db0c6bc8e743be" /><Relationship Type="http://schemas.openxmlformats.org/officeDocument/2006/relationships/notesSlide" Target="/ppt/notesSlides/notesSlide12.xml" Id="Ra332068ea8b646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34144fef634f0f" /><Relationship Type="http://schemas.openxmlformats.org/officeDocument/2006/relationships/notesSlide" Target="/ppt/notesSlides/notesSlide13.xml" Id="R82d5d4c701bf4fe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49445906e44022" /><Relationship Type="http://schemas.openxmlformats.org/officeDocument/2006/relationships/notesSlide" Target="/ppt/notesSlides/notesSlide14.xml" Id="Ree7f093e309d4f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7bc3930284017" /><Relationship Type="http://schemas.openxmlformats.org/officeDocument/2006/relationships/notesSlide" Target="/ppt/notesSlides/notesSlide15.xml" Id="R58d5d81b38cb4b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20e193b4648b0" /><Relationship Type="http://schemas.openxmlformats.org/officeDocument/2006/relationships/notesSlide" Target="/ppt/notesSlides/notesSlide16.xml" Id="Rcf7b8e8ef356476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fb18785af4c74" /><Relationship Type="http://schemas.openxmlformats.org/officeDocument/2006/relationships/image" Target="/ppt/media/image10.png" Id="Refb8c5759a2b4c20" /><Relationship Type="http://schemas.openxmlformats.org/officeDocument/2006/relationships/hyperlink" Target="https://cagoooo.github.io/Akai/" TargetMode="External" Id="R62858e1f67bf4918" /><Relationship Type="http://schemas.openxmlformats.org/officeDocument/2006/relationships/image" Target="/ppt/media/image11.png" Id="R01ad0f507f0248f1" /><Relationship Type="http://schemas.openxmlformats.org/officeDocument/2006/relationships/notesSlide" Target="/ppt/notesSlides/notesSlide17.xml" Id="Rcc6049b984a546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8a4d4a4ff43d7" /><Relationship Type="http://schemas.openxmlformats.org/officeDocument/2006/relationships/hyperlink" Target="https://cagoooo.github.io/Akai/tool/91/" TargetMode="External" Id="Re341e8155ed242e4" /><Relationship Type="http://schemas.openxmlformats.org/officeDocument/2006/relationships/image" Target="/ppt/media/image12.png" Id="Red758c2a9b4e4bd3" /><Relationship Type="http://schemas.openxmlformats.org/officeDocument/2006/relationships/hyperlink" Target="https://cagoooo.github.io/PhotoPoet/" TargetMode="External" Id="R16257771ae4f49bb" /><Relationship Type="http://schemas.openxmlformats.org/officeDocument/2006/relationships/image" Target="/ppt/media/image13.png" Id="Rafe684614e7a42f2" /><Relationship Type="http://schemas.openxmlformats.org/officeDocument/2006/relationships/hyperlink" Target="https://cagoooo.github.io/Akai/tool/58/" TargetMode="External" Id="Rc9f6df10d8554a78" /><Relationship Type="http://schemas.openxmlformats.org/officeDocument/2006/relationships/image" Target="/ppt/media/image14.png" Id="Rf7ce3148e4cc4593" /><Relationship Type="http://schemas.openxmlformats.org/officeDocument/2006/relationships/hyperlink" Target="https://cagoooo.github.io/prepare/" TargetMode="External" Id="R2c8f2a19d2d94376" /><Relationship Type="http://schemas.openxmlformats.org/officeDocument/2006/relationships/image" Target="/ppt/media/image15.png" Id="R7be45988c0e347ac" /><Relationship Type="http://schemas.openxmlformats.org/officeDocument/2006/relationships/hyperlink" Target="https://cagoooo.github.io/Akai/tool/11/" TargetMode="External" Id="Rb053b938e6334273" /><Relationship Type="http://schemas.openxmlformats.org/officeDocument/2006/relationships/image" Target="/ppt/media/image16.png" Id="R6eee9b14f76141f0" /><Relationship Type="http://schemas.openxmlformats.org/officeDocument/2006/relationships/hyperlink" Target="https://cagoooo.github.io/Akailao/" TargetMode="External" Id="R7c6be457e24a46d7" /><Relationship Type="http://schemas.openxmlformats.org/officeDocument/2006/relationships/image" Target="/ppt/media/image17.png" Id="Rb5cbf9fee5724cec" /><Relationship Type="http://schemas.openxmlformats.org/officeDocument/2006/relationships/notesSlide" Target="/ppt/notesSlides/notesSlide18.xml" Id="R53a106936b4d4f3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c5b65e6f74730" /><Relationship Type="http://schemas.openxmlformats.org/officeDocument/2006/relationships/hyperlink" Target="https://cagoooo.github.io/Akai/tool/3/" TargetMode="External" Id="R2e79731168f44065" /><Relationship Type="http://schemas.openxmlformats.org/officeDocument/2006/relationships/image" Target="/ppt/media/image18.png" Id="R24024c3c89fd4b9c" /><Relationship Type="http://schemas.openxmlformats.org/officeDocument/2006/relationships/hyperlink" Target="https://cagoooo.github.io/vote/" TargetMode="External" Id="R57d6f42f67c84611" /><Relationship Type="http://schemas.openxmlformats.org/officeDocument/2006/relationships/image" Target="/ppt/media/image19.png" Id="Rc6e755a204c3456c" /><Relationship Type="http://schemas.openxmlformats.org/officeDocument/2006/relationships/hyperlink" Target="https://cagoooo.github.io/Akai/tool/24/" TargetMode="External" Id="Rbd41d67540a44b68" /><Relationship Type="http://schemas.openxmlformats.org/officeDocument/2006/relationships/image" Target="/ppt/media/image20.png" Id="Rdff012eb0b1747bc" /><Relationship Type="http://schemas.openxmlformats.org/officeDocument/2006/relationships/hyperlink" Target="https://sites.google.com/mail2.smes.tyc.edu.tw/114teacher/" TargetMode="External" Id="Rfccc146613904363" /><Relationship Type="http://schemas.openxmlformats.org/officeDocument/2006/relationships/image" Target="/ppt/media/image21.png" Id="R9f52359b18944d21" /><Relationship Type="http://schemas.openxmlformats.org/officeDocument/2006/relationships/hyperlink" Target="https://cagoooo.github.io/Akai/tool/81/" TargetMode="External" Id="R5041e13cac94437e" /><Relationship Type="http://schemas.openxmlformats.org/officeDocument/2006/relationships/image" Target="/ppt/media/image22.png" Id="Rfb0f428ba4c04380" /><Relationship Type="http://schemas.openxmlformats.org/officeDocument/2006/relationships/hyperlink" Target="https://cagoooo.github.io/it-cockpit/" TargetMode="External" Id="R9e27772041f5494f" /><Relationship Type="http://schemas.openxmlformats.org/officeDocument/2006/relationships/image" Target="/ppt/media/image23.png" Id="R46699359f8524118" /><Relationship Type="http://schemas.openxmlformats.org/officeDocument/2006/relationships/notesSlide" Target="/ppt/notesSlides/notesSlide19.xml" Id="Rf4bbade66b46470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ad17d48254a51" /><Relationship Type="http://schemas.openxmlformats.org/officeDocument/2006/relationships/hyperlink" Target="https://www.typeless.com/" TargetMode="External" Id="R6214728c45064792" /><Relationship Type="http://schemas.openxmlformats.org/officeDocument/2006/relationships/hyperlink" Target="https://chatgpt.com/codex/" TargetMode="External" Id="R02db3205d5d7431d" /><Relationship Type="http://schemas.openxmlformats.org/officeDocument/2006/relationships/image" Target="/ppt/media/image24.png" Id="R5537d3cba37f4d97" /><Relationship Type="http://schemas.openxmlformats.org/officeDocument/2006/relationships/image" Target="/ppt/media/image25.png" Id="Rb061de2d757146e4" /><Relationship Type="http://schemas.openxmlformats.org/officeDocument/2006/relationships/notesSlide" Target="/ppt/notesSlides/notesSlide20.xml" Id="R68ffc96529cb4b3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58868bd0742ed" /><Relationship Type="http://schemas.openxmlformats.org/officeDocument/2006/relationships/hyperlink" Target="https://www.typeless.com/" TargetMode="External" Id="R81c94a99ec3f41aa" /><Relationship Type="http://schemas.openxmlformats.org/officeDocument/2006/relationships/hyperlink" Target="https://chatgpt.com/codex/" TargetMode="External" Id="R0c69a7a541b646c5" /><Relationship Type="http://schemas.openxmlformats.org/officeDocument/2006/relationships/image" Target="/ppt/media/image26.png" Id="R2891f0d6a82a4789" /><Relationship Type="http://schemas.openxmlformats.org/officeDocument/2006/relationships/image" Target="/ppt/media/image27.png" Id="R3cc11cdce94744f6" /><Relationship Type="http://schemas.openxmlformats.org/officeDocument/2006/relationships/notesSlide" Target="/ppt/notesSlides/notesSlide21.xml" Id="R482c61a10e1b46d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c7d5bceaf4d12" /><Relationship Type="http://schemas.openxmlformats.org/officeDocument/2006/relationships/hyperlink" Target="https://www.typeless.com/downloads" TargetMode="External" Id="Ree8142b74f284a77" /><Relationship Type="http://schemas.openxmlformats.org/officeDocument/2006/relationships/hyperlink" Target="https://chatgpt.com/codex/" TargetMode="External" Id="Ra454fc82b58f4123" /><Relationship Type="http://schemas.openxmlformats.org/officeDocument/2006/relationships/image" Target="/ppt/media/image28.png" Id="Rae03342678ec474f" /><Relationship Type="http://schemas.openxmlformats.org/officeDocument/2006/relationships/image" Target="/ppt/media/image29.png" Id="R73316ee8f3c2432a" /><Relationship Type="http://schemas.openxmlformats.org/officeDocument/2006/relationships/notesSlide" Target="/ppt/notesSlides/notesSlide22.xml" Id="R90ccd7336c9b4e8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d9b3f9f304fd2" /><Relationship Type="http://schemas.openxmlformats.org/officeDocument/2006/relationships/hyperlink" Target="https://www.typeless.com/" TargetMode="External" Id="Rd7a9f2d1a86d41a8" /><Relationship Type="http://schemas.openxmlformats.org/officeDocument/2006/relationships/hyperlink" Target="https://chatgpt.com/codex/" TargetMode="External" Id="Rc0146e256fbf44d8" /><Relationship Type="http://schemas.openxmlformats.org/officeDocument/2006/relationships/hyperlink" Target="https://notebook.google.com/" TargetMode="External" Id="R38303e85e06a47cc" /><Relationship Type="http://schemas.openxmlformats.org/officeDocument/2006/relationships/image" Target="/ppt/media/image30.png" Id="R44361ef806f54ce4" /><Relationship Type="http://schemas.openxmlformats.org/officeDocument/2006/relationships/image" Target="/ppt/media/image31.png" Id="R0f4afd7fbeee4101" /><Relationship Type="http://schemas.openxmlformats.org/officeDocument/2006/relationships/notesSlide" Target="/ppt/notesSlides/notesSlide23.xml" Id="R79177d24bb82405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9374f60a1473e" /><Relationship Type="http://schemas.openxmlformats.org/officeDocument/2006/relationships/notesSlide" Target="/ppt/notesSlides/notesSlide24.xml" Id="R7db20c2d67a34e0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400c65d7f43fd" /><Relationship Type="http://schemas.openxmlformats.org/officeDocument/2006/relationships/hyperlink" Target="https://notebook.google.com/" TargetMode="External" Id="Refb248f0b63c4983" /><Relationship Type="http://schemas.openxmlformats.org/officeDocument/2006/relationships/image" Target="/ppt/media/image32.png" Id="Re2572c6667d042c7" /><Relationship Type="http://schemas.openxmlformats.org/officeDocument/2006/relationships/notesSlide" Target="/ppt/notesSlides/notesSlide25.xml" Id="R5ea82f7b43404b4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eecdf88384b01" /><Relationship Type="http://schemas.openxmlformats.org/officeDocument/2006/relationships/hyperlink" Target="https://notebook.google.com/" TargetMode="External" Id="R2b5a3d8a7e284eae" /><Relationship Type="http://schemas.openxmlformats.org/officeDocument/2006/relationships/image" Target="/ppt/media/image33.png" Id="R5bd9a9a3fab9450b" /><Relationship Type="http://schemas.openxmlformats.org/officeDocument/2006/relationships/notesSlide" Target="/ppt/notesSlides/notesSlide26.xml" Id="Rf2bfccd7d61948e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6f448cff14130" /><Relationship Type="http://schemas.openxmlformats.org/officeDocument/2006/relationships/hyperlink" Target="https://notebook.google.com/" TargetMode="External" Id="Rdb379aaa6d114095" /><Relationship Type="http://schemas.openxmlformats.org/officeDocument/2006/relationships/image" Target="/ppt/media/image34.png" Id="Rd506be2484d549ef" /><Relationship Type="http://schemas.openxmlformats.org/officeDocument/2006/relationships/notesSlide" Target="/ppt/notesSlides/notesSlide27.xml" Id="R116895a95e08433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42d7cba9b4c99" /><Relationship Type="http://schemas.openxmlformats.org/officeDocument/2006/relationships/hyperlink" Target="https://notebook.google.com/" TargetMode="External" Id="Ra11b9b0903d64878" /><Relationship Type="http://schemas.openxmlformats.org/officeDocument/2006/relationships/hyperlink" Target="https://github.com/cagoooo/it-cockpit" TargetMode="External" Id="Rd64e53c0782342d3" /><Relationship Type="http://schemas.openxmlformats.org/officeDocument/2006/relationships/hyperlink" Target="https://cagoooo.github.io/it-cockpit/" TargetMode="External" Id="Rd58e28b2dfbb4587" /><Relationship Type="http://schemas.openxmlformats.org/officeDocument/2006/relationships/image" Target="/ppt/media/image35.png" Id="R6bbe75f3ec724bcf" /><Relationship Type="http://schemas.openxmlformats.org/officeDocument/2006/relationships/image" Target="/ppt/media/image36.png" Id="Re3f27c4cff8e4c87" /><Relationship Type="http://schemas.openxmlformats.org/officeDocument/2006/relationships/image" Target="/ppt/media/image37.png" Id="Rf09d2753289c4027" /><Relationship Type="http://schemas.openxmlformats.org/officeDocument/2006/relationships/notesSlide" Target="/ppt/notesSlides/notesSlide28.xml" Id="R3dffad7e42f544b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d001e580d4030" /><Relationship Type="http://schemas.openxmlformats.org/officeDocument/2006/relationships/hyperlink" Target="https://notebook.google.com/" TargetMode="External" Id="R28acb26462e746ed" /><Relationship Type="http://schemas.openxmlformats.org/officeDocument/2006/relationships/hyperlink" Target="https://cagoooo.github.io/it-cockpit/" TargetMode="External" Id="Rc91e376dd98b4cbe" /><Relationship Type="http://schemas.openxmlformats.org/officeDocument/2006/relationships/image" Target="/ppt/media/image38.png" Id="R4dfe1285867f4540" /><Relationship Type="http://schemas.openxmlformats.org/officeDocument/2006/relationships/image" Target="/ppt/media/image39.png" Id="Rd046aa1fcaf440d4" /><Relationship Type="http://schemas.openxmlformats.org/officeDocument/2006/relationships/notesSlide" Target="/ppt/notesSlides/notesSlide29.xml" Id="R6c1c4660d2444a0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1f0280ab748be" /><Relationship Type="http://schemas.openxmlformats.org/officeDocument/2006/relationships/hyperlink" Target="https://notebook.google.com/" TargetMode="External" Id="Raf904dc0198743b0" /><Relationship Type="http://schemas.openxmlformats.org/officeDocument/2006/relationships/image" Target="/ppt/media/image40.png" Id="R6e5eccb1192449be" /><Relationship Type="http://schemas.openxmlformats.org/officeDocument/2006/relationships/notesSlide" Target="/ppt/notesSlides/notesSlide30.xml" Id="R65b59228454a4c2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57c8c684d14b6b" /><Relationship Type="http://schemas.openxmlformats.org/officeDocument/2006/relationships/hyperlink" Target="https://notebook.google.com/" TargetMode="External" Id="R575cc2f43d8f4c4d" /><Relationship Type="http://schemas.openxmlformats.org/officeDocument/2006/relationships/image" Target="/ppt/media/image41.png" Id="Rdb7183a3d2d64d8a" /><Relationship Type="http://schemas.openxmlformats.org/officeDocument/2006/relationships/notesSlide" Target="/ppt/notesSlides/notesSlide31.xml" Id="Rdd9a09477e86413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3f85ec4a3344f5" /><Relationship Type="http://schemas.openxmlformats.org/officeDocument/2006/relationships/hyperlink" Target="https://notebook.google.com/" TargetMode="External" Id="R7c072268279b4a77" /><Relationship Type="http://schemas.openxmlformats.org/officeDocument/2006/relationships/image" Target="/ppt/media/image42.png" Id="R8bd9352304f54406" /><Relationship Type="http://schemas.openxmlformats.org/officeDocument/2006/relationships/notesSlide" Target="/ppt/notesSlides/notesSlide32.xml" Id="Re69f7ebd96bc456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9faf84d2f43cd" /><Relationship Type="http://schemas.openxmlformats.org/officeDocument/2006/relationships/hyperlink" Target="https://gemini.google.com/gems/create" TargetMode="External" Id="R70095c8356134e4a" /><Relationship Type="http://schemas.openxmlformats.org/officeDocument/2006/relationships/image" Target="/ppt/media/image43.png" Id="Rb88aca6a877d4870" /><Relationship Type="http://schemas.openxmlformats.org/officeDocument/2006/relationships/notesSlide" Target="/ppt/notesSlides/notesSlide33.xml" Id="R0a68f10e7526440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ffd204d2f4c6d" /><Relationship Type="http://schemas.openxmlformats.org/officeDocument/2006/relationships/hyperlink" Target="https://gemini.google.com/gems/create" TargetMode="External" Id="R6dc733432fae47a6" /><Relationship Type="http://schemas.openxmlformats.org/officeDocument/2006/relationships/image" Target="/ppt/media/image44.png" Id="R44a405bd1e774948" /><Relationship Type="http://schemas.openxmlformats.org/officeDocument/2006/relationships/notesSlide" Target="/ppt/notesSlides/notesSlide34.xml" Id="Re059a92ff7e04a0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8e34c094d14e56" /><Relationship Type="http://schemas.openxmlformats.org/officeDocument/2006/relationships/hyperlink" Target="https://gemini.google.com/gems/create" TargetMode="External" Id="R56303ba1ba784ac9" /><Relationship Type="http://schemas.openxmlformats.org/officeDocument/2006/relationships/image" Target="/ppt/media/image45.png" Id="R28671ab4be954c5e" /><Relationship Type="http://schemas.openxmlformats.org/officeDocument/2006/relationships/notesSlide" Target="/ppt/notesSlides/notesSlide35.xml" Id="R469a2cbdc557447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afe9afae464503" /><Relationship Type="http://schemas.openxmlformats.org/officeDocument/2006/relationships/hyperlink" Target="https://gemini.google.com/gems/create" TargetMode="External" Id="Rae2e535460ba49c4" /><Relationship Type="http://schemas.openxmlformats.org/officeDocument/2006/relationships/image" Target="/ppt/media/image46.png" Id="R26199a62fd5f4c0c" /><Relationship Type="http://schemas.openxmlformats.org/officeDocument/2006/relationships/notesSlide" Target="/ppt/notesSlides/notesSlide36.xml" Id="R84f7bb9b419b424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f579d383545be" /><Relationship Type="http://schemas.openxmlformats.org/officeDocument/2006/relationships/hyperlink" Target="https://gemini.google.com/gems/create" TargetMode="External" Id="R5e028566a7fb48aa" /><Relationship Type="http://schemas.openxmlformats.org/officeDocument/2006/relationships/image" Target="/ppt/media/image47.png" Id="R1b06f8d2f1464109" /><Relationship Type="http://schemas.openxmlformats.org/officeDocument/2006/relationships/notesSlide" Target="/ppt/notesSlides/notesSlide37.xml" Id="Rce596d759962485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dd9520eab4a3a" /><Relationship Type="http://schemas.openxmlformats.org/officeDocument/2006/relationships/hyperlink" Target="https://gemini.google.com/gems/create" TargetMode="External" Id="Rd1e5161408b346f4" /><Relationship Type="http://schemas.openxmlformats.org/officeDocument/2006/relationships/image" Target="/ppt/media/image48.png" Id="R4f66c5d34f734343" /><Relationship Type="http://schemas.openxmlformats.org/officeDocument/2006/relationships/notesSlide" Target="/ppt/notesSlides/notesSlide38.xml" Id="Rc2627566fefc4b4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54ee6051e4d48" /><Relationship Type="http://schemas.openxmlformats.org/officeDocument/2006/relationships/hyperlink" Target="https://gemini.google.com/app" TargetMode="External" Id="R4e7698249dab4b02" /><Relationship Type="http://schemas.openxmlformats.org/officeDocument/2006/relationships/image" Target="/ppt/media/image49.png" Id="Rcc1e9c8c07c14bcc" /><Relationship Type="http://schemas.openxmlformats.org/officeDocument/2006/relationships/notesSlide" Target="/ppt/notesSlides/notesSlide39.xml" Id="Rd30ab5e165bf463c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cbab02b174a04" /><Relationship Type="http://schemas.openxmlformats.org/officeDocument/2006/relationships/hyperlink" Target="https://gemini.google.com/app" TargetMode="External" Id="Rb6587e9b8b8a4e7a" /><Relationship Type="http://schemas.openxmlformats.org/officeDocument/2006/relationships/image" Target="/ppt/media/image50.png" Id="Reef7c135ca244ff3" /><Relationship Type="http://schemas.openxmlformats.org/officeDocument/2006/relationships/notesSlide" Target="/ppt/notesSlides/notesSlide40.xml" Id="R63533261d9b94af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133bbf5964c6a" /><Relationship Type="http://schemas.openxmlformats.org/officeDocument/2006/relationships/hyperlink" Target="https://gemini.google.com/app" TargetMode="External" Id="R2c4d45aff1974654" /><Relationship Type="http://schemas.openxmlformats.org/officeDocument/2006/relationships/hyperlink" Target="https://cagoooo.github.io/domain-meeting-go/" TargetMode="External" Id="R33eb4f5f41ad4730" /><Relationship Type="http://schemas.openxmlformats.org/officeDocument/2006/relationships/image" Target="/ppt/media/image51.png" Id="R7fd3202b9e904316" /><Relationship Type="http://schemas.openxmlformats.org/officeDocument/2006/relationships/image" Target="/ppt/media/image52.png" Id="Rf39da89929334fb5" /><Relationship Type="http://schemas.openxmlformats.org/officeDocument/2006/relationships/notesSlide" Target="/ppt/notesSlides/notesSlide41.xml" Id="R3d1f0ab01ed741a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8fe095e4447fc" /><Relationship Type="http://schemas.openxmlformats.org/officeDocument/2006/relationships/hyperlink" Target="https://gemini.google.com/app" TargetMode="External" Id="Rca4d43985b9f4885" /><Relationship Type="http://schemas.openxmlformats.org/officeDocument/2006/relationships/hyperlink" Target="https://cagoooo.github.io/domain-meeting-go/" TargetMode="External" Id="R417acbfdef7d4465" /><Relationship Type="http://schemas.openxmlformats.org/officeDocument/2006/relationships/hyperlink" Target="https://sites.google.com/mail2.smes.tyc.edu.tw/114teacher/" TargetMode="External" Id="R638916c325f44f20" /><Relationship Type="http://schemas.openxmlformats.org/officeDocument/2006/relationships/image" Target="/ppt/media/image53.png" Id="Rcfbd35b192cd427d" /><Relationship Type="http://schemas.openxmlformats.org/officeDocument/2006/relationships/image" Target="/ppt/media/image54.png" Id="Rc069fb499c76482b" /><Relationship Type="http://schemas.openxmlformats.org/officeDocument/2006/relationships/image" Target="/ppt/media/image55.png" Id="R241daa5686334766" /><Relationship Type="http://schemas.openxmlformats.org/officeDocument/2006/relationships/notesSlide" Target="/ppt/notesSlides/notesSlide42.xml" Id="R451fd784f1e3487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f8d7576cf4d15" /><Relationship Type="http://schemas.openxmlformats.org/officeDocument/2006/relationships/hyperlink" Target="https://sites.google.com/new" TargetMode="External" Id="Rccb8844b952647c0" /><Relationship Type="http://schemas.openxmlformats.org/officeDocument/2006/relationships/hyperlink" Target="https://cagoooo.github.io/domain-meeting-go/" TargetMode="External" Id="R5738dd57d3d643f7" /><Relationship Type="http://schemas.openxmlformats.org/officeDocument/2006/relationships/image" Target="/ppt/media/image56.png" Id="R3184aea676bd49d8" /><Relationship Type="http://schemas.openxmlformats.org/officeDocument/2006/relationships/image" Target="/ppt/media/image57.png" Id="R61f0208e90204686" /><Relationship Type="http://schemas.openxmlformats.org/officeDocument/2006/relationships/notesSlide" Target="/ppt/notesSlides/notesSlide43.xml" Id="R1ed7c67da7694d01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676382c2514b5f" /><Relationship Type="http://schemas.openxmlformats.org/officeDocument/2006/relationships/hyperlink" Target="https://sites.google.com/new" TargetMode="External" Id="R918784d0db7e4dda" /><Relationship Type="http://schemas.openxmlformats.org/officeDocument/2006/relationships/hyperlink" Target="https://pages.github.com/" TargetMode="External" Id="R598a1238e8684df1" /><Relationship Type="http://schemas.openxmlformats.org/officeDocument/2006/relationships/hyperlink" Target="https://gg90052.github.io/ezpage/" TargetMode="External" Id="R3d586c0151b44ff6" /><Relationship Type="http://schemas.openxmlformats.org/officeDocument/2006/relationships/image" Target="/ppt/media/image58.png" Id="Rc1f96329ce8b4d8e" /><Relationship Type="http://schemas.openxmlformats.org/officeDocument/2006/relationships/image" Target="/ppt/media/image59.png" Id="R49b7a91beabf4ac5" /><Relationship Type="http://schemas.openxmlformats.org/officeDocument/2006/relationships/image" Target="/ppt/media/image60.png" Id="Rc97167d02e1141b3" /><Relationship Type="http://schemas.openxmlformats.org/officeDocument/2006/relationships/notesSlide" Target="/ppt/notesSlides/notesSlide44.xml" Id="R9f199265c1e1428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f765f4ef940b0" /><Relationship Type="http://schemas.openxmlformats.org/officeDocument/2006/relationships/hyperlink" Target="https://sites.google.com/new" TargetMode="External" Id="R844bf31ebcae462f" /><Relationship Type="http://schemas.openxmlformats.org/officeDocument/2006/relationships/hyperlink" Target="https://sites.google.com/mail2.smes.tyc.edu.tw/114teacher/" TargetMode="External" Id="R25a9701ffd1a4ed8" /><Relationship Type="http://schemas.openxmlformats.org/officeDocument/2006/relationships/image" Target="/ppt/media/image61.png" Id="R20a1bdc11f594d73" /><Relationship Type="http://schemas.openxmlformats.org/officeDocument/2006/relationships/image" Target="/ppt/media/image62.png" Id="R0f2b9c1064cd4477" /><Relationship Type="http://schemas.openxmlformats.org/officeDocument/2006/relationships/notesSlide" Target="/ppt/notesSlides/notesSlide45.xml" Id="R3961b04e00d046b9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2f6e9d2784419" /><Relationship Type="http://schemas.openxmlformats.org/officeDocument/2006/relationships/hyperlink" Target="https://pages.github.com/" TargetMode="External" Id="Ra5c6001060cd499e" /><Relationship Type="http://schemas.openxmlformats.org/officeDocument/2006/relationships/image" Target="/ppt/media/image63.png" Id="Rf8ae84dc228f45a3" /><Relationship Type="http://schemas.openxmlformats.org/officeDocument/2006/relationships/notesSlide" Target="/ppt/notesSlides/notesSlide46.xml" Id="R9f5dfd7f370c4a13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cda3ec22f4f98" /><Relationship Type="http://schemas.openxmlformats.org/officeDocument/2006/relationships/hyperlink" Target="https://gg90052.github.io/ezpage/" TargetMode="External" Id="R763c75d7469743ba" /><Relationship Type="http://schemas.openxmlformats.org/officeDocument/2006/relationships/image" Target="/ppt/media/image64.png" Id="Rdab60a9979494c94" /><Relationship Type="http://schemas.openxmlformats.org/officeDocument/2006/relationships/notesSlide" Target="/ppt/notesSlides/notesSlide47.xml" Id="R02d062d00472413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a49fb571ba4268" /><Relationship Type="http://schemas.openxmlformats.org/officeDocument/2006/relationships/hyperlink" Target="https://notebook.google.com/" TargetMode="External" Id="Re6c91f7509114773" /><Relationship Type="http://schemas.openxmlformats.org/officeDocument/2006/relationships/hyperlink" Target="https://cagoooo.github.io/domain-meeting-go/" TargetMode="External" Id="Rcdd6eeaa0b974f3c" /><Relationship Type="http://schemas.openxmlformats.org/officeDocument/2006/relationships/hyperlink" Target="https://sites.google.com/mail2.smes.tyc.edu.tw/114teacher/" TargetMode="External" Id="Rd345b4fc6c7f4f20" /><Relationship Type="http://schemas.openxmlformats.org/officeDocument/2006/relationships/image" Target="/ppt/media/image65.png" Id="Ra681e1843a7c470f" /><Relationship Type="http://schemas.openxmlformats.org/officeDocument/2006/relationships/image" Target="/ppt/media/image66.png" Id="Rc04856eb73944f2f" /><Relationship Type="http://schemas.openxmlformats.org/officeDocument/2006/relationships/image" Target="/ppt/media/image67.png" Id="R24c84faefdab43e6" /><Relationship Type="http://schemas.openxmlformats.org/officeDocument/2006/relationships/notesSlide" Target="/ppt/notesSlides/notesSlide48.xml" Id="Ra290e23265324270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90359e94e47f4" /><Relationship Type="http://schemas.openxmlformats.org/officeDocument/2006/relationships/notesSlide" Target="/ppt/notesSlides/notesSlide49.xml" Id="Rbd68678de7c34bc2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9c93fddb94fa1" /><Relationship Type="http://schemas.openxmlformats.org/officeDocument/2006/relationships/hyperlink" Target="https://cagoooo.github.io/ncu-ai-agent-workshop-20260826/START_HERE_%E7%A0%94%E7%BF%92%E8%B3%87%E6%BA%90%E5%B0%8E%E8%88%AA.html" TargetMode="External" Id="Rcb9a8d36385641a7" /><Relationship Type="http://schemas.openxmlformats.org/officeDocument/2006/relationships/image" Target="/ppt/media/image68.png" Id="R1cc85f1b45e64456" /><Relationship Type="http://schemas.openxmlformats.org/officeDocument/2006/relationships/hyperlink" Target="https://notebook.google.com/" TargetMode="External" Id="Rf47617698dd644bd" /><Relationship Type="http://schemas.openxmlformats.org/officeDocument/2006/relationships/image" Target="/ppt/media/image69.png" Id="R552b96ec336447c1" /><Relationship Type="http://schemas.openxmlformats.org/officeDocument/2006/relationships/hyperlink" Target="https://gemini.google.com/gems/create" TargetMode="External" Id="R12c9b224ad554dc2" /><Relationship Type="http://schemas.openxmlformats.org/officeDocument/2006/relationships/image" Target="/ppt/media/image70.png" Id="Rb24b4ea3186c4a09" /><Relationship Type="http://schemas.openxmlformats.org/officeDocument/2006/relationships/hyperlink" Target="https://gemini.google.com/app" TargetMode="External" Id="Rde8e3e91b9b049e6" /><Relationship Type="http://schemas.openxmlformats.org/officeDocument/2006/relationships/image" Target="/ppt/media/image71.png" Id="R96aa2ce992e641b8" /><Relationship Type="http://schemas.openxmlformats.org/officeDocument/2006/relationships/hyperlink" Target="https://github.com/cagoooo/it-cockpit" TargetMode="External" Id="R3a1cbaa8f1f743d9" /><Relationship Type="http://schemas.openxmlformats.org/officeDocument/2006/relationships/image" Target="/ppt/media/image72.png" Id="R4822286854ca40c6" /><Relationship Type="http://schemas.openxmlformats.org/officeDocument/2006/relationships/hyperlink" Target="https://cagoooo.github.io/it-cockpit/" TargetMode="External" Id="R300fb80d27604c62" /><Relationship Type="http://schemas.openxmlformats.org/officeDocument/2006/relationships/image" Target="/ppt/media/image73.png" Id="Rfa909d8d0314469a" /><Relationship Type="http://schemas.openxmlformats.org/officeDocument/2006/relationships/hyperlink" Target="https://cagoooo.github.io/domain-meeting-go/" TargetMode="External" Id="R8d8e249736584a81" /><Relationship Type="http://schemas.openxmlformats.org/officeDocument/2006/relationships/image" Target="/ppt/media/image74.png" Id="R7fe8bcbad19944db" /><Relationship Type="http://schemas.openxmlformats.org/officeDocument/2006/relationships/hyperlink" Target="https://sites.google.com/new" TargetMode="External" Id="R9802965fefa54c52" /><Relationship Type="http://schemas.openxmlformats.org/officeDocument/2006/relationships/image" Target="/ppt/media/image75.png" Id="Rb6f21660805a48e6" /><Relationship Type="http://schemas.openxmlformats.org/officeDocument/2006/relationships/hyperlink" Target="https://pages.github.com/" TargetMode="External" Id="Rbe3b52a852c247c2" /><Relationship Type="http://schemas.openxmlformats.org/officeDocument/2006/relationships/image" Target="/ppt/media/image76.png" Id="R500bea80e8934b01" /><Relationship Type="http://schemas.openxmlformats.org/officeDocument/2006/relationships/hyperlink" Target="https://gg90052.github.io/ezpage/" TargetMode="External" Id="R97f8c87e9be342fa" /><Relationship Type="http://schemas.openxmlformats.org/officeDocument/2006/relationships/image" Target="/ppt/media/image77.png" Id="R46c82f7a8978402f" /><Relationship Type="http://schemas.openxmlformats.org/officeDocument/2006/relationships/notesSlide" Target="/ppt/notesSlides/notesSlide50.xml" Id="R73bdeacf34fc4f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d56865c127479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C659ADDC-A466-44E1-AF04-CADCFEA8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703DCE9-7E48-4C38-B4E8-91601156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6DA3E6C-AB55-4810-96F2-8F185DDA7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AF815FE-50B6-4A5A-BC9B-AB25E1FD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37EE4558-6701-4847-8073-92C787BE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142EF20-AB58-4AC1-B581-102265B1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Agent｜用 AI 降本增效，讓專業飛得更高更遠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ACAA706-68C9-45DB-B6B8-285EE2B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7732417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">
            <a:extLst xmlns:a="http://schemas.openxmlformats.org/drawingml/2006/main">
              <a:ext uri="{FF2B5EF4-FFF2-40B4-BE49-F238E27FC236}">
                <a16:creationId xmlns:a16="http://schemas.microsoft.com/office/drawing/2014/main" id="{8CF30CC3-ED16-4391-897C-EED7C493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115098-619A-4623-A075-7B25FFE2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Vibe Coding：靈感一來，就開始做</a:t>
            </a:r>
          </a:p>
        </p:txBody>
      </p:sp>
      <p:cxnSp>
        <p:nvCxnSpPr>
          <p:cNvPr id="28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20F87241-A81D-480C-88B4-698E4902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84715D-C290-4D4E-A36E-C6C00626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26F289A9-5A1A-4440-B367-3C71CB640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FFAEA5BD-BE3E-4B20-8C8E-5E7CC994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427F458D-00B1-4FAB-B537-11591C6E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一個 vibe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A9D3471F-EAAE-4B03-A621-4C006558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早上醒來靈光一閃，突然知道想做什麼；先把念頭抓住，不必等自己會寫程式。</a:t>
            </a:r>
          </a:p>
        </p:txBody>
      </p:sp>
      <p:sp>
        <p:nvSpPr>
          <p:cNvPr id="10" name="shape-15">
            <a:extLst xmlns:a="http://schemas.openxmlformats.org/drawingml/2006/main">
              <a:ext uri="{FF2B5EF4-FFF2-40B4-BE49-F238E27FC236}">
                <a16:creationId xmlns:a16="http://schemas.microsoft.com/office/drawing/2014/main" id="{64ED9B43-4EA3-4598-94B1-1096862A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3890DEAB-5A54-47AF-B60D-EE82C8DF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73F9780A-688A-411B-B8CD-09F3DDFB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直接說出來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496D6106-E896-429D-B2BA-3EC3C44E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用自然語言告訴 AI／Agent 目標、對象、限制與期待的成果。</a:t>
            </a:r>
          </a:p>
        </p:txBody>
      </p:sp>
      <p:sp>
        <p:nvSpPr>
          <p:cNvPr id="14" name="shape-19">
            <a:extLst xmlns:a="http://schemas.openxmlformats.org/drawingml/2006/main">
              <a:ext uri="{FF2B5EF4-FFF2-40B4-BE49-F238E27FC236}">
                <a16:creationId xmlns:a16="http://schemas.microsoft.com/office/drawing/2014/main" id="{CE64BD8C-942B-4F17-B869-0B6C1F04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0432CC65-5C89-43F3-A237-366C0F50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755BCF16-2DA2-4923-BF99-019C2997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讓工具接手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1A8A9D8A-F50E-494C-AA0D-0BE3EF50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可以協助寫程式、做介面、串資料與測試，把想法推成可操作的原型。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0A85A331-965F-40FC-A86D-981D0597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B18A05C8-5773-452D-BF6F-8896576F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ED33BF7C-578B-4AF7-83C3-E0256655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人來校準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32488B44-06DD-460C-BC62-ED09F1A9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試用、提問、修正與驗證，保留目的、品質與責任；靈感不是免除判斷。</a:t>
            </a:r>
          </a:p>
        </p:txBody>
      </p:sp>
      <p:sp>
        <p:nvSpPr>
          <p:cNvPr id="22" name="text-938">
            <a:extLst xmlns:a="http://schemas.openxmlformats.org/drawingml/2006/main">
              <a:ext uri="{FF2B5EF4-FFF2-40B4-BE49-F238E27FC236}">
                <a16:creationId xmlns:a16="http://schemas.microsoft.com/office/drawing/2014/main" id="{F5F9BD5B-02A9-47DE-8F10-F611F05C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f45c0332f24c7a"/>
              </a:rPr>
              <a:t>Andrej Karpathy：Vibe Coding ↗</a:t>
            </a:r>
          </a:p>
        </p:txBody>
      </p:sp>
      <p:sp>
        <p:nvSpPr>
          <p:cNvPr id="23" name="shape-941">
            <a:extLst xmlns:a="http://schemas.openxmlformats.org/drawingml/2006/main">
              <a:ext uri="{FF2B5EF4-FFF2-40B4-BE49-F238E27FC236}">
                <a16:creationId xmlns:a16="http://schemas.microsoft.com/office/drawing/2014/main" id="{BC0DCE05-3E49-401A-9A82-53716F31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8923eef244f2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42">
            <a:extLst xmlns:a="http://schemas.openxmlformats.org/drawingml/2006/main">
              <a:ext uri="{FF2B5EF4-FFF2-40B4-BE49-F238E27FC236}">
                <a16:creationId xmlns:a16="http://schemas.microsoft.com/office/drawing/2014/main" id="{E832EFCD-09E6-41DC-8E1B-C2061272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</p:spTree>
    <p:extLst>
      <p:ext uri="{BB962C8B-B14F-4D97-AF65-F5344CB8AC3E}">
        <p14:creationId xmlns:p14="http://schemas.microsoft.com/office/powerpoint/2010/main" val="13819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7">
            <a:extLst xmlns:a="http://schemas.openxmlformats.org/drawingml/2006/main">
              <a:ext uri="{FF2B5EF4-FFF2-40B4-BE49-F238E27FC236}">
                <a16:creationId xmlns:a16="http://schemas.microsoft.com/office/drawing/2014/main" id="{0E29C20E-29F6-4981-A755-F8375E31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WORKING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B9CB9F-50A8-4383-B701-7BBE26E6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 Vibe Coding 進階到 Vibe Working</a:t>
            </a:r>
          </a:p>
        </p:txBody>
      </p:sp>
      <p:cxnSp>
        <p:nvCxnSpPr>
          <p:cNvPr id="44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16E32004-61F9-46A1-86FC-8FF3222D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67A612-C58F-4AFD-90BC-81C6E017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30">
            <a:extLst xmlns:a="http://schemas.openxmlformats.org/drawingml/2006/main">
              <a:ext uri="{FF2B5EF4-FFF2-40B4-BE49-F238E27FC236}">
                <a16:creationId xmlns:a16="http://schemas.microsoft.com/office/drawing/2014/main" id="{2C7BB593-5FDA-4B56-9D10-63D13D1B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A7E77AA6-21C7-4362-9068-08996A9C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779BCF9C-E801-489E-93B8-5DAE82946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2D5A3A63-6C8A-4A1F-A332-5EB113D5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看見摩擦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CFF56588-633B-4075-9185-542AF9DE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發現工作中一再重複、繁瑣又消耗人的流程。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2D4CFF38-79C2-4AE8-B5E0-D02E5C2C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">
            <a:extLst xmlns:a="http://schemas.openxmlformats.org/drawingml/2006/main">
              <a:ext uri="{FF2B5EF4-FFF2-40B4-BE49-F238E27FC236}">
                <a16:creationId xmlns:a16="http://schemas.microsoft.com/office/drawing/2014/main" id="{1ECCC05D-5BD3-4FBA-B782-1DEF81FA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7">
            <a:extLst xmlns:a="http://schemas.openxmlformats.org/drawingml/2006/main">
              <a:ext uri="{FF2B5EF4-FFF2-40B4-BE49-F238E27FC236}">
                <a16:creationId xmlns:a16="http://schemas.microsoft.com/office/drawing/2014/main" id="{047A5ACF-05E1-4618-8A8B-BCCF59A7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81B6894B-F2FD-4DC3-A126-DF92485A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">
            <a:extLst xmlns:a="http://schemas.openxmlformats.org/drawingml/2006/main">
              <a:ext uri="{FF2B5EF4-FFF2-40B4-BE49-F238E27FC236}">
                <a16:creationId xmlns:a16="http://schemas.microsoft.com/office/drawing/2014/main" id="{AD4DE735-97AD-4A35-A4C0-9DCA90C2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捕捉靈感</a:t>
            </a:r>
          </a:p>
        </p:txBody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B22C9060-E0CE-4FE9-8757-30AB25FE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想一想：這件事能不能交給 AI 協作或自動化？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16CECB75-8E65-4183-B0A2-456EC5A9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27F39C03-102F-4580-8DA9-AC13C3093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0475DCEB-E9CB-4AB7-AEED-F57580E1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503BE7E6-3F7F-450B-9D9E-8C34D728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A040814E-E0EC-4C57-80A4-4846E8FC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說明工作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0FA6AAC9-FF03-4422-9C13-8E923609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交代對象、資料、規則、限制與完成標準。</a:t>
            </a:r>
          </a:p>
        </p:txBody>
      </p:sp>
      <p:sp>
        <p:nvSpPr>
          <p:cNvPr id="23" name="text-47">
            <a:extLst xmlns:a="http://schemas.openxmlformats.org/drawingml/2006/main">
              <a:ext uri="{FF2B5EF4-FFF2-40B4-BE49-F238E27FC236}">
                <a16:creationId xmlns:a16="http://schemas.microsoft.com/office/drawing/2014/main" id="{9AAFC213-2702-4CF9-B10C-D2F3DF2CB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8">
            <a:extLst xmlns:a="http://schemas.openxmlformats.org/drawingml/2006/main">
              <a:ext uri="{FF2B5EF4-FFF2-40B4-BE49-F238E27FC236}">
                <a16:creationId xmlns:a16="http://schemas.microsoft.com/office/drawing/2014/main" id="{57140A97-0BF9-4CBA-AA43-EFA4B15B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9">
            <a:extLst xmlns:a="http://schemas.openxmlformats.org/drawingml/2006/main">
              <a:ext uri="{FF2B5EF4-FFF2-40B4-BE49-F238E27FC236}">
                <a16:creationId xmlns:a16="http://schemas.microsoft.com/office/drawing/2014/main" id="{BC34FD80-672E-4703-BC6E-BB43E2C7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7E4EBABF-CF07-414E-AF76-3988BB9B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1">
            <a:extLst xmlns:a="http://schemas.openxmlformats.org/drawingml/2006/main">
              <a:ext uri="{FF2B5EF4-FFF2-40B4-BE49-F238E27FC236}">
                <a16:creationId xmlns:a16="http://schemas.microsoft.com/office/drawing/2014/main" id="{833A4F4A-1B55-4E6B-825D-FA1BA79E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推進</a:t>
            </a:r>
          </a:p>
        </p:txBody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0923020A-3E1F-4D90-9F75-A49FCFDD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從整理、產出到測試，讓工具持續把流程往前推。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01664ED4-D830-4F2F-A1A6-4B082EC9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54">
            <a:extLst xmlns:a="http://schemas.openxmlformats.org/drawingml/2006/main">
              <a:ext uri="{FF2B5EF4-FFF2-40B4-BE49-F238E27FC236}">
                <a16:creationId xmlns:a16="http://schemas.microsoft.com/office/drawing/2014/main" id="{C7248A3B-B6FD-4434-9AEE-502C6A67A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55">
            <a:extLst xmlns:a="http://schemas.openxmlformats.org/drawingml/2006/main">
              <a:ext uri="{FF2B5EF4-FFF2-40B4-BE49-F238E27FC236}">
                <a16:creationId xmlns:a16="http://schemas.microsoft.com/office/drawing/2014/main" id="{E6730B7B-6E4D-4A6E-874D-611128BE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56">
            <a:extLst xmlns:a="http://schemas.openxmlformats.org/drawingml/2006/main">
              <a:ext uri="{FF2B5EF4-FFF2-40B4-BE49-F238E27FC236}">
                <a16:creationId xmlns:a16="http://schemas.microsoft.com/office/drawing/2014/main" id="{16B2EF75-5C91-494A-918F-0B7DAECA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57">
            <a:extLst xmlns:a="http://schemas.openxmlformats.org/drawingml/2006/main">
              <a:ext uri="{FF2B5EF4-FFF2-40B4-BE49-F238E27FC236}">
                <a16:creationId xmlns:a16="http://schemas.microsoft.com/office/drawing/2014/main" id="{0695D2BD-9BF7-4AF1-8D10-E622D379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把時間還給人</a:t>
            </a:r>
          </a:p>
        </p:txBody>
      </p:sp>
      <p:sp>
        <p:nvSpPr>
          <p:cNvPr id="34" name="text-58">
            <a:extLst xmlns:a="http://schemas.openxmlformats.org/drawingml/2006/main">
              <a:ext uri="{FF2B5EF4-FFF2-40B4-BE49-F238E27FC236}">
                <a16:creationId xmlns:a16="http://schemas.microsoft.com/office/drawing/2014/main" id="{0162B701-D7F8-4496-B0FE-130329036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省下的時間回到教學、研究、家人、興趣與真正重要的事。</a:t>
            </a:r>
          </a:p>
        </p:txBody>
      </p:sp>
      <p:sp>
        <p:nvSpPr>
          <p:cNvPr id="35" name="text-59">
            <a:extLst xmlns:a="http://schemas.openxmlformats.org/drawingml/2006/main">
              <a:ext uri="{FF2B5EF4-FFF2-40B4-BE49-F238E27FC236}">
                <a16:creationId xmlns:a16="http://schemas.microsoft.com/office/drawing/2014/main" id="{0CB60D8D-A245-4ED1-9CD0-F949106D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39">
            <a:extLst xmlns:a="http://schemas.openxmlformats.org/drawingml/2006/main">
              <a:ext uri="{FF2B5EF4-FFF2-40B4-BE49-F238E27FC236}">
                <a16:creationId xmlns:a16="http://schemas.microsoft.com/office/drawing/2014/main" id="{38C5034B-F191-4C8C-90A7-C6C12BB4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fa1a41aa59d4eda"/>
              </a:rPr>
              <a:t>Gemini 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f1f95af9034034"/>
              </a:rPr>
              <a:t>Gemini Canvas ↗</a:t>
            </a:r>
          </a:p>
        </p:txBody>
      </p:sp>
      <p:sp>
        <p:nvSpPr>
          <p:cNvPr id="37" name="shape-943">
            <a:extLst xmlns:a="http://schemas.openxmlformats.org/drawingml/2006/main">
              <a:ext uri="{FF2B5EF4-FFF2-40B4-BE49-F238E27FC236}">
                <a16:creationId xmlns:a16="http://schemas.microsoft.com/office/drawing/2014/main" id="{BC7234DC-0C35-485E-8385-C431FBE3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0047f436c14ac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44">
            <a:extLst xmlns:a="http://schemas.openxmlformats.org/drawingml/2006/main">
              <a:ext uri="{FF2B5EF4-FFF2-40B4-BE49-F238E27FC236}">
                <a16:creationId xmlns:a16="http://schemas.microsoft.com/office/drawing/2014/main" id="{3BE7BA5B-7BE4-499E-91DE-4EE75F43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2eefde3534b1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45">
            <a:extLst xmlns:a="http://schemas.openxmlformats.org/drawingml/2006/main">
              <a:ext uri="{FF2B5EF4-FFF2-40B4-BE49-F238E27FC236}">
                <a16:creationId xmlns:a16="http://schemas.microsoft.com/office/drawing/2014/main" id="{32F1C252-616C-4700-88F1-8F233C66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993782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60">
            <a:extLst xmlns:a="http://schemas.openxmlformats.org/drawingml/2006/main">
              <a:ext uri="{FF2B5EF4-FFF2-40B4-BE49-F238E27FC236}">
                <a16:creationId xmlns:a16="http://schemas.microsoft.com/office/drawing/2014/main" id="{181E3124-1A84-4E71-86C5-3A435172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CAPABILITY LEVELS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A4674D-4DAE-443E-B47B-08636CF8F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AI 的三個 Level：從對話到代理</a:t>
            </a:r>
          </a:p>
        </p:txBody>
      </p:sp>
      <p:cxnSp>
        <p:nvCxnSpPr>
          <p:cNvPr id="31" name="shape-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91CD79EA-323D-4F1A-ADCE-B670BC72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068E01A-71C3-478A-B7AD-52F8A911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3">
            <a:extLst xmlns:a="http://schemas.openxmlformats.org/drawingml/2006/main">
              <a:ext uri="{FF2B5EF4-FFF2-40B4-BE49-F238E27FC236}">
                <a16:creationId xmlns:a16="http://schemas.microsoft.com/office/drawing/2014/main" id="{238B1155-6FAA-4D95-94AD-8EFEF226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4">
            <a:extLst xmlns:a="http://schemas.openxmlformats.org/drawingml/2006/main">
              <a:ext uri="{FF2B5EF4-FFF2-40B4-BE49-F238E27FC236}">
                <a16:creationId xmlns:a16="http://schemas.microsoft.com/office/drawing/2014/main" id="{54AE757E-8756-4597-8373-FAB5D12D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">
            <a:extLst xmlns:a="http://schemas.openxmlformats.org/drawingml/2006/main">
              <a:ext uri="{FF2B5EF4-FFF2-40B4-BE49-F238E27FC236}">
                <a16:creationId xmlns:a16="http://schemas.microsoft.com/office/drawing/2014/main" id="{CE78CDD9-A590-49C4-B245-ED8E8FF9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L1</a:t>
            </a:r>
          </a:p>
        </p:txBody>
      </p:sp>
      <p:sp>
        <p:nvSpPr>
          <p:cNvPr id="9" name="text-66">
            <a:extLst xmlns:a="http://schemas.openxmlformats.org/drawingml/2006/main">
              <a:ext uri="{FF2B5EF4-FFF2-40B4-BE49-F238E27FC236}">
                <a16:creationId xmlns:a16="http://schemas.microsoft.com/office/drawing/2014/main" id="{95355F00-0EC6-42FE-B2E8-55B911800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對話式 AI</a:t>
            </a:r>
          </a:p>
        </p:txBody>
      </p:sp>
      <p:sp>
        <p:nvSpPr>
          <p:cNvPr id="10" name="text-67">
            <a:extLst xmlns:a="http://schemas.openxmlformats.org/drawingml/2006/main">
              <a:ext uri="{FF2B5EF4-FFF2-40B4-BE49-F238E27FC236}">
                <a16:creationId xmlns:a16="http://schemas.microsoft.com/office/drawing/2014/main" id="{A567B4F7-1B84-4E83-8CA9-A99DD4C2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問問題、要解釋、請它發想；人把答案帶回工作，通常仍由人逐步操作。現場平常使用的聊天機器人，多半在這一層。</a:t>
            </a:r>
          </a:p>
        </p:txBody>
      </p:sp>
      <p:sp>
        <p:nvSpPr>
          <p:cNvPr id="11" name="shape-68">
            <a:extLst xmlns:a="http://schemas.openxmlformats.org/drawingml/2006/main">
              <a:ext uri="{FF2B5EF4-FFF2-40B4-BE49-F238E27FC236}">
                <a16:creationId xmlns:a16="http://schemas.microsoft.com/office/drawing/2014/main" id="{2DA8FC95-AFF4-47A4-A3F8-812AF9CB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2" name="shape-69">
            <a:extLst xmlns:a="http://schemas.openxmlformats.org/drawingml/2006/main">
              <a:ext uri="{FF2B5EF4-FFF2-40B4-BE49-F238E27FC236}">
                <a16:creationId xmlns:a16="http://schemas.microsoft.com/office/drawing/2014/main" id="{B41F2C80-E29A-4B13-B731-56BFEB8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9062CA2A-5292-4FA4-930C-AF782C30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L2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6E676343-C9C7-466A-9E55-6FD9889C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協作式 AI</a:t>
            </a:r>
          </a:p>
        </p:txBody>
      </p:sp>
      <p:sp>
        <p:nvSpPr>
          <p:cNvPr id="15" name="text-72">
            <a:extLst xmlns:a="http://schemas.openxmlformats.org/drawingml/2006/main">
              <a:ext uri="{FF2B5EF4-FFF2-40B4-BE49-F238E27FC236}">
                <a16:creationId xmlns:a16="http://schemas.microsoft.com/office/drawing/2014/main" id="{A11F01C1-EEAD-40BC-B462-5F99D101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把來源、角色與工作區交給 AI，一起整理、比較、設計與修改。Gemini Notebook、Gem 與 Canvas 讓人和 AI 共同產出。</a:t>
            </a:r>
          </a:p>
        </p:txBody>
      </p:sp>
      <p:sp>
        <p:nvSpPr>
          <p:cNvPr id="16" name="shape-73">
            <a:extLst xmlns:a="http://schemas.openxmlformats.org/drawingml/2006/main">
              <a:ext uri="{FF2B5EF4-FFF2-40B4-BE49-F238E27FC236}">
                <a16:creationId xmlns:a16="http://schemas.microsoft.com/office/drawing/2014/main" id="{13AF27C1-01F5-4B56-8116-203E4B67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shape-74">
            <a:extLst xmlns:a="http://schemas.openxmlformats.org/drawingml/2006/main">
              <a:ext uri="{FF2B5EF4-FFF2-40B4-BE49-F238E27FC236}">
                <a16:creationId xmlns:a16="http://schemas.microsoft.com/office/drawing/2014/main" id="{EA4091C2-4A14-4A80-B771-27ACBBD9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75">
            <a:extLst xmlns:a="http://schemas.openxmlformats.org/drawingml/2006/main">
              <a:ext uri="{FF2B5EF4-FFF2-40B4-BE49-F238E27FC236}">
                <a16:creationId xmlns:a16="http://schemas.microsoft.com/office/drawing/2014/main" id="{35090281-BD00-4144-96B6-9502A8F5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L3</a:t>
            </a:r>
          </a:p>
        </p:txBody>
      </p:sp>
      <p:sp>
        <p:nvSpPr>
          <p:cNvPr id="19" name="text-76">
            <a:extLst xmlns:a="http://schemas.openxmlformats.org/drawingml/2006/main">
              <a:ext uri="{FF2B5EF4-FFF2-40B4-BE49-F238E27FC236}">
                <a16:creationId xmlns:a16="http://schemas.microsoft.com/office/drawing/2014/main" id="{E2F1A9E7-5E91-40C2-B7AA-4CFD616F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Agentic AI／AI 代理人</a:t>
            </a:r>
          </a:p>
        </p:txBody>
      </p:sp>
      <p:sp>
        <p:nvSpPr>
          <p:cNvPr id="20" name="text-77">
            <a:extLst xmlns:a="http://schemas.openxmlformats.org/drawingml/2006/main">
              <a:ext uri="{FF2B5EF4-FFF2-40B4-BE49-F238E27FC236}">
                <a16:creationId xmlns:a16="http://schemas.microsoft.com/office/drawing/2014/main" id="{540DA370-AE73-49BD-BF2D-D4926874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交代目標與邊界，讓 Agent 長時間規劃、使用工具、執行與驗證，並透過 Skills 越來越懂你的工作流；人仍在關鍵節點做決策。</a:t>
            </a:r>
          </a:p>
        </p:txBody>
      </p:sp>
      <p:sp>
        <p:nvSpPr>
          <p:cNvPr id="21" name="text-940">
            <a:extLst xmlns:a="http://schemas.openxmlformats.org/drawingml/2006/main">
              <a:ext uri="{FF2B5EF4-FFF2-40B4-BE49-F238E27FC236}">
                <a16:creationId xmlns:a16="http://schemas.microsoft.com/office/drawing/2014/main" id="{82B3B1BA-26E7-4AB2-AD4D-6AA50DC9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3ccf705faf43be"/>
              </a:rPr>
              <a:t>Gemini 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defb1257775470b"/>
              </a:rPr>
              <a:t>Gemini 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e0177f79c54ae1"/>
              </a:rPr>
              <a:t>Antigravity ↗</a:t>
            </a:r>
          </a:p>
        </p:txBody>
      </p:sp>
      <p:sp>
        <p:nvSpPr>
          <p:cNvPr id="22" name="shape-946">
            <a:extLst xmlns:a="http://schemas.openxmlformats.org/drawingml/2006/main">
              <a:ext uri="{FF2B5EF4-FFF2-40B4-BE49-F238E27FC236}">
                <a16:creationId xmlns:a16="http://schemas.microsoft.com/office/drawing/2014/main" id="{0E56B538-7A47-4A3C-8240-85146605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e87fb23e4b495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47">
            <a:extLst xmlns:a="http://schemas.openxmlformats.org/drawingml/2006/main">
              <a:ext uri="{FF2B5EF4-FFF2-40B4-BE49-F238E27FC236}">
                <a16:creationId xmlns:a16="http://schemas.microsoft.com/office/drawing/2014/main" id="{CFEB3CA1-BDC8-4D44-9FBD-94803924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399881d94454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934FC00B-17F0-4AA4-9E4C-EC127225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32b9916474ccd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949">
            <a:extLst xmlns:a="http://schemas.openxmlformats.org/drawingml/2006/main">
              <a:ext uri="{FF2B5EF4-FFF2-40B4-BE49-F238E27FC236}">
                <a16:creationId xmlns:a16="http://schemas.microsoft.com/office/drawing/2014/main" id="{84677D67-1EB0-405E-92C3-44551DFD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690575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8">
            <a:extLst xmlns:a="http://schemas.openxmlformats.org/drawingml/2006/main">
              <a:ext uri="{FF2B5EF4-FFF2-40B4-BE49-F238E27FC236}">
                <a16:creationId xmlns:a16="http://schemas.microsoft.com/office/drawing/2014/main" id="{FDBFB864-60A9-4FD3-BF6D-82E98AFF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BLURRED ROLE BOUNDARIES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828DB5-DCA1-43DD-9E4D-0D49A318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職位邊界正在變薄：每個人都能往前多走一步</a:t>
            </a:r>
          </a:p>
        </p:txBody>
      </p:sp>
      <p:cxnSp>
        <p:nvCxnSpPr>
          <p:cNvPr id="24" name="shape-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905F9FA5-A653-4A95-8101-86F22AC4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B4177B-38E8-4865-A174-19971DA4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1">
            <a:extLst xmlns:a="http://schemas.openxmlformats.org/drawingml/2006/main">
              <a:ext uri="{FF2B5EF4-FFF2-40B4-BE49-F238E27FC236}">
                <a16:creationId xmlns:a16="http://schemas.microsoft.com/office/drawing/2014/main" id="{939042A3-1C25-419E-BEFE-7AF3E0DE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505E6BF7-BE19-4477-98B2-DCAFC0EF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5F89A89E-9931-4544-88C8-1E042DD03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PM：從需求到原型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6FD4A763-37F1-4DE5-B44C-C2760D7D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用自然語言交代目標，先和 AI Agent 做出能用、能玩的網站原型，再帶著驗證結果與工程師共作。</a:t>
            </a:r>
          </a:p>
        </p:txBody>
      </p:sp>
      <p:sp>
        <p:nvSpPr>
          <p:cNvPr id="10" name="shape-85">
            <a:extLst xmlns:a="http://schemas.openxmlformats.org/drawingml/2006/main">
              <a:ext uri="{FF2B5EF4-FFF2-40B4-BE49-F238E27FC236}">
                <a16:creationId xmlns:a16="http://schemas.microsoft.com/office/drawing/2014/main" id="{F5928AA4-88A3-4BE1-BDCB-52E51E0A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6">
            <a:extLst xmlns:a="http://schemas.openxmlformats.org/drawingml/2006/main">
              <a:ext uri="{FF2B5EF4-FFF2-40B4-BE49-F238E27FC236}">
                <a16:creationId xmlns:a16="http://schemas.microsoft.com/office/drawing/2014/main" id="{0FD25E01-974F-4224-862E-DE7356CF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7">
            <a:extLst xmlns:a="http://schemas.openxmlformats.org/drawingml/2006/main">
              <a:ext uri="{FF2B5EF4-FFF2-40B4-BE49-F238E27FC236}">
                <a16:creationId xmlns:a16="http://schemas.microsoft.com/office/drawing/2014/main" id="{69EFD8A4-745A-4813-99E5-765859DC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6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專業者：從使用者到建造者</a:t>
            </a:r>
          </a:p>
        </p:txBody>
      </p:sp>
      <p:sp>
        <p:nvSpPr>
          <p:cNvPr id="13" name="text-88">
            <a:extLst xmlns:a="http://schemas.openxmlformats.org/drawingml/2006/main">
              <a:ext uri="{FF2B5EF4-FFF2-40B4-BE49-F238E27FC236}">
                <a16:creationId xmlns:a16="http://schemas.microsoft.com/office/drawing/2014/main" id="{0F124D57-265C-433B-B550-E7CE4541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不只提出需求，也能自己試做、測試與修正，讓教學與研究脈絡直接進入成品。</a:t>
            </a:r>
          </a:p>
        </p:txBody>
      </p:sp>
      <p:sp>
        <p:nvSpPr>
          <p:cNvPr id="14" name="shape-89">
            <a:extLst xmlns:a="http://schemas.openxmlformats.org/drawingml/2006/main">
              <a:ext uri="{FF2B5EF4-FFF2-40B4-BE49-F238E27FC236}">
                <a16:creationId xmlns:a16="http://schemas.microsoft.com/office/drawing/2014/main" id="{BB9977E6-ED29-4406-B55D-C1000EAA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0">
            <a:extLst xmlns:a="http://schemas.openxmlformats.org/drawingml/2006/main">
              <a:ext uri="{FF2B5EF4-FFF2-40B4-BE49-F238E27FC236}">
                <a16:creationId xmlns:a16="http://schemas.microsoft.com/office/drawing/2014/main" id="{7B075F56-9ED3-4699-9A24-63D3069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1">
            <a:extLst xmlns:a="http://schemas.openxmlformats.org/drawingml/2006/main">
              <a:ext uri="{FF2B5EF4-FFF2-40B4-BE49-F238E27FC236}">
                <a16:creationId xmlns:a16="http://schemas.microsoft.com/office/drawing/2014/main" id="{C5C37A2B-41A5-413E-A7A3-91688E80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9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工程師：從程式到情境</a:t>
            </a:r>
          </a:p>
        </p:txBody>
      </p:sp>
      <p:sp>
        <p:nvSpPr>
          <p:cNvPr id="17" name="text-92">
            <a:extLst xmlns:a="http://schemas.openxmlformats.org/drawingml/2006/main">
              <a:ext uri="{FF2B5EF4-FFF2-40B4-BE49-F238E27FC236}">
                <a16:creationId xmlns:a16="http://schemas.microsoft.com/office/drawing/2014/main" id="{70A6FFDD-7BF3-431E-BB41-D08F9BF8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除了寫程式，也要理解客戶、教師、學生與同事的痛點，讓技術更貼近真正需求。</a:t>
            </a:r>
          </a:p>
        </p:txBody>
      </p:sp>
      <p:sp>
        <p:nvSpPr>
          <p:cNvPr id="18" name="shape-93">
            <a:extLst xmlns:a="http://schemas.openxmlformats.org/drawingml/2006/main">
              <a:ext uri="{FF2B5EF4-FFF2-40B4-BE49-F238E27FC236}">
                <a16:creationId xmlns:a16="http://schemas.microsoft.com/office/drawing/2014/main" id="{C2D022BB-D18A-40C6-B506-8FDEE07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4">
            <a:extLst xmlns:a="http://schemas.openxmlformats.org/drawingml/2006/main">
              <a:ext uri="{FF2B5EF4-FFF2-40B4-BE49-F238E27FC236}">
                <a16:creationId xmlns:a16="http://schemas.microsoft.com/office/drawing/2014/main" id="{EE439218-3F9C-465E-8479-941FAFF8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5">
            <a:extLst xmlns:a="http://schemas.openxmlformats.org/drawingml/2006/main">
              <a:ext uri="{FF2B5EF4-FFF2-40B4-BE49-F238E27FC236}">
                <a16:creationId xmlns:a16="http://schemas.microsoft.com/office/drawing/2014/main" id="{771A0858-876A-4F6B-BA54-9498C15D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3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未來協作：跨界完成事情</a:t>
            </a:r>
          </a:p>
        </p:txBody>
      </p:sp>
      <p:sp>
        <p:nvSpPr>
          <p:cNvPr id="21" name="text-96">
            <a:extLst xmlns:a="http://schemas.openxmlformats.org/drawingml/2006/main">
              <a:ext uri="{FF2B5EF4-FFF2-40B4-BE49-F238E27FC236}">
                <a16:creationId xmlns:a16="http://schemas.microsoft.com/office/drawing/2014/main" id="{980DC9CA-B30C-4522-9DF4-6CF89229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不是誰取代誰，而是每個角色都能跨一步；人與 Agent 一起把問題推到可用成果。</a:t>
            </a:r>
          </a:p>
        </p:txBody>
      </p:sp>
    </p:spTree>
    <p:extLst>
      <p:ext uri="{BB962C8B-B14F-4D97-AF65-F5344CB8AC3E}">
        <p14:creationId xmlns:p14="http://schemas.microsoft.com/office/powerpoint/2010/main" val="949543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E9173357-28EA-4B79-BE01-0AB993DA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PM AS PROTOTYPER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E31988-2E84-4760-84EE-7FD19AF3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× AI Agent：先驗證，再協作正式化</a:t>
            </a:r>
          </a:p>
        </p:txBody>
      </p:sp>
      <p:cxnSp>
        <p:nvCxnSpPr>
          <p:cNvPr id="14" name="shape-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69BEF82B-6C89-4562-A6DD-4F9555A8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A8D565-EC7A-4BB4-BD57-3900AB21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0">
            <a:extLst xmlns:a="http://schemas.openxmlformats.org/drawingml/2006/main">
              <a:ext uri="{FF2B5EF4-FFF2-40B4-BE49-F238E27FC236}">
                <a16:creationId xmlns:a16="http://schemas.microsoft.com/office/drawing/2014/main" id="{5359FF7B-85C5-4852-89A9-57541FF06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01">
            <a:extLst xmlns:a="http://schemas.openxmlformats.org/drawingml/2006/main">
              <a:ext uri="{FF2B5EF4-FFF2-40B4-BE49-F238E27FC236}">
                <a16:creationId xmlns:a16="http://schemas.microsoft.com/office/drawing/2014/main" id="{B8912560-3B4D-4685-8473-837388A8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9DC87B5E-DEC8-46D1-BC15-1A92C704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過去的協作路徑</a:t>
            </a:r>
          </a:p>
        </p:txBody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F0E48D24-B48C-4CFE-AB84-C66A650E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PM 定義需求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與工程師溝通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等待實作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驗收成品</a:t>
            </a:r>
          </a:p>
        </p:txBody>
      </p:sp>
      <p:sp>
        <p:nvSpPr>
          <p:cNvPr id="10" name="text-104">
            <a:extLst xmlns:a="http://schemas.openxmlformats.org/drawingml/2006/main">
              <a:ext uri="{FF2B5EF4-FFF2-40B4-BE49-F238E27FC236}">
                <a16:creationId xmlns:a16="http://schemas.microsoft.com/office/drawing/2014/main" id="{132B2C83-2956-4EEE-8298-66C08B4B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現在的快速迭代</a:t>
            </a:r>
          </a:p>
        </p:txBody>
      </p:sp>
      <p:sp>
        <p:nvSpPr>
          <p:cNvPr id="11" name="text-105">
            <a:extLst xmlns:a="http://schemas.openxmlformats.org/drawingml/2006/main">
              <a:ext uri="{FF2B5EF4-FFF2-40B4-BE49-F238E27FC236}">
                <a16:creationId xmlns:a16="http://schemas.microsoft.com/office/drawing/2014/main" id="{535A22BD-F9F1-4134-817F-0141F6A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+ AI Agent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先做可操作原型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找使用者試玩與修正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再和工程師共作正式產品</a:t>
            </a:r>
          </a:p>
        </p:txBody>
      </p:sp>
    </p:spTree>
    <p:extLst>
      <p:ext uri="{BB962C8B-B14F-4D97-AF65-F5344CB8AC3E}">
        <p14:creationId xmlns:p14="http://schemas.microsoft.com/office/powerpoint/2010/main" val="18587291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6">
            <a:extLst xmlns:a="http://schemas.openxmlformats.org/drawingml/2006/main">
              <a:ext uri="{FF2B5EF4-FFF2-40B4-BE49-F238E27FC236}">
                <a16:creationId xmlns:a16="http://schemas.microsoft.com/office/drawing/2014/main" id="{3787AF20-4161-4679-AB79-65720168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T-SHAPED COLLABORATION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38FF31-21E3-4B3D-A7CC-67123374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工程師也要走進現場：深度技術 × 橫向理解</a:t>
            </a:r>
          </a:p>
        </p:txBody>
      </p:sp>
      <p:cxnSp>
        <p:nvCxnSpPr>
          <p:cNvPr id="24" name="shape-1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8">
            <a:extLst xmlns:a="http://schemas.openxmlformats.org/drawingml/2006/main">
              <a:ext uri="{FF2B5EF4-FFF2-40B4-BE49-F238E27FC236}">
                <a16:creationId xmlns:a16="http://schemas.microsoft.com/office/drawing/2014/main" id="{744AD7D3-3564-4925-A5BE-B60A9D7A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982FF3-EF96-40F4-BCBA-6BF7FA37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09">
            <a:extLst xmlns:a="http://schemas.openxmlformats.org/drawingml/2006/main">
              <a:ext uri="{FF2B5EF4-FFF2-40B4-BE49-F238E27FC236}">
                <a16:creationId xmlns:a16="http://schemas.microsoft.com/office/drawing/2014/main" id="{96B8B47A-A1D6-400E-B822-CA3DAC57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10">
            <a:extLst xmlns:a="http://schemas.openxmlformats.org/drawingml/2006/main">
              <a:ext uri="{FF2B5EF4-FFF2-40B4-BE49-F238E27FC236}">
                <a16:creationId xmlns:a16="http://schemas.microsoft.com/office/drawing/2014/main" id="{E7A01B87-3448-449A-B1B5-DD6940CC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1">
            <a:extLst xmlns:a="http://schemas.openxmlformats.org/drawingml/2006/main">
              <a:ext uri="{FF2B5EF4-FFF2-40B4-BE49-F238E27FC236}">
                <a16:creationId xmlns:a16="http://schemas.microsoft.com/office/drawing/2014/main" id="{DD5D97F7-FC02-4FA0-9748-080A7A1E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和人對話</a:t>
            </a:r>
          </a:p>
        </p:txBody>
      </p:sp>
      <p:sp>
        <p:nvSpPr>
          <p:cNvPr id="9" name="text-112">
            <a:extLst xmlns:a="http://schemas.openxmlformats.org/drawingml/2006/main">
              <a:ext uri="{FF2B5EF4-FFF2-40B4-BE49-F238E27FC236}">
                <a16:creationId xmlns:a16="http://schemas.microsoft.com/office/drawing/2014/main" id="{BE360EA8-15FC-4195-A215-F6244B45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主動接觸客戶、教師、學生與跨職位夥伴，聽見沒有寫在規格裡的需求。</a:t>
            </a:r>
          </a:p>
        </p:txBody>
      </p:sp>
      <p:sp>
        <p:nvSpPr>
          <p:cNvPr id="10" name="shape-113">
            <a:extLst xmlns:a="http://schemas.openxmlformats.org/drawingml/2006/main">
              <a:ext uri="{FF2B5EF4-FFF2-40B4-BE49-F238E27FC236}">
                <a16:creationId xmlns:a16="http://schemas.microsoft.com/office/drawing/2014/main" id="{29AFFA1A-7DBE-4A64-B160-0D28847D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14">
            <a:extLst xmlns:a="http://schemas.openxmlformats.org/drawingml/2006/main">
              <a:ext uri="{FF2B5EF4-FFF2-40B4-BE49-F238E27FC236}">
                <a16:creationId xmlns:a16="http://schemas.microsoft.com/office/drawing/2014/main" id="{BF81FD69-2081-4357-97BB-A23D0E5D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">
            <a:extLst xmlns:a="http://schemas.openxmlformats.org/drawingml/2006/main">
              <a:ext uri="{FF2B5EF4-FFF2-40B4-BE49-F238E27FC236}">
                <a16:creationId xmlns:a16="http://schemas.microsoft.com/office/drawing/2014/main" id="{818C34AF-0E74-4291-8B15-37915097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看懂工作脈絡</a:t>
            </a:r>
          </a:p>
        </p:txBody>
      </p:sp>
      <p:sp>
        <p:nvSpPr>
          <p:cNvPr id="13" name="text-116">
            <a:extLst xmlns:a="http://schemas.openxmlformats.org/drawingml/2006/main">
              <a:ext uri="{FF2B5EF4-FFF2-40B4-BE49-F238E27FC236}">
                <a16:creationId xmlns:a16="http://schemas.microsoft.com/office/drawing/2014/main" id="{2A7019BE-48C1-435A-B888-6798B735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理解流程、限制、情緒與使用情境，不只接收需求單或處理程式碼。</a:t>
            </a:r>
          </a:p>
        </p:txBody>
      </p:sp>
      <p:sp>
        <p:nvSpPr>
          <p:cNvPr id="14" name="shape-117">
            <a:extLst xmlns:a="http://schemas.openxmlformats.org/drawingml/2006/main">
              <a:ext uri="{FF2B5EF4-FFF2-40B4-BE49-F238E27FC236}">
                <a16:creationId xmlns:a16="http://schemas.microsoft.com/office/drawing/2014/main" id="{FE936960-E9C9-4267-81F1-F6D18900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18">
            <a:extLst xmlns:a="http://schemas.openxmlformats.org/drawingml/2006/main">
              <a:ext uri="{FF2B5EF4-FFF2-40B4-BE49-F238E27FC236}">
                <a16:creationId xmlns:a16="http://schemas.microsoft.com/office/drawing/2014/main" id="{3C90DB44-20D3-4725-BC70-673F89E5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">
            <a:extLst xmlns:a="http://schemas.openxmlformats.org/drawingml/2006/main">
              <a:ext uri="{FF2B5EF4-FFF2-40B4-BE49-F238E27FC236}">
                <a16:creationId xmlns:a16="http://schemas.microsoft.com/office/drawing/2014/main" id="{DCB1B924-0016-4668-9ED9-52E075B7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Agent 加速驗證</a:t>
            </a:r>
          </a:p>
        </p:txBody>
      </p:sp>
      <p:sp>
        <p:nvSpPr>
          <p:cNvPr id="17" name="text-120">
            <a:extLst xmlns:a="http://schemas.openxmlformats.org/drawingml/2006/main">
              <a:ext uri="{FF2B5EF4-FFF2-40B4-BE49-F238E27FC236}">
                <a16:creationId xmlns:a16="http://schemas.microsoft.com/office/drawing/2014/main" id="{4BE72AFF-A133-4179-B217-6F49640C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把探索、原型、測試與回饋拉近，快速比較方案並修正方向。</a:t>
            </a:r>
          </a:p>
        </p:txBody>
      </p:sp>
      <p:sp>
        <p:nvSpPr>
          <p:cNvPr id="18" name="shape-121">
            <a:extLst xmlns:a="http://schemas.openxmlformats.org/drawingml/2006/main">
              <a:ext uri="{FF2B5EF4-FFF2-40B4-BE49-F238E27FC236}">
                <a16:creationId xmlns:a16="http://schemas.microsoft.com/office/drawing/2014/main" id="{11B7AB62-FCD8-4939-A28B-8B312C518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22">
            <a:extLst xmlns:a="http://schemas.openxmlformats.org/drawingml/2006/main">
              <a:ext uri="{FF2B5EF4-FFF2-40B4-BE49-F238E27FC236}">
                <a16:creationId xmlns:a16="http://schemas.microsoft.com/office/drawing/2014/main" id="{04C5C9FB-29C5-4669-ACDF-EDC85C89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3">
            <a:extLst xmlns:a="http://schemas.openxmlformats.org/drawingml/2006/main">
              <a:ext uri="{FF2B5EF4-FFF2-40B4-BE49-F238E27FC236}">
                <a16:creationId xmlns:a16="http://schemas.microsoft.com/office/drawing/2014/main" id="{811FE741-5D9F-4D94-B9E7-4E508DB8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保留工程品質</a:t>
            </a:r>
          </a:p>
        </p:txBody>
      </p:sp>
      <p:sp>
        <p:nvSpPr>
          <p:cNvPr id="21" name="text-124">
            <a:extLst xmlns:a="http://schemas.openxmlformats.org/drawingml/2006/main">
              <a:ext uri="{FF2B5EF4-FFF2-40B4-BE49-F238E27FC236}">
                <a16:creationId xmlns:a16="http://schemas.microsoft.com/office/drawing/2014/main" id="{4D181302-99AF-4D6F-A251-F595B832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架構、資安、效能、可維護性與風險，仍需要工程專業把關。</a:t>
            </a:r>
          </a:p>
        </p:txBody>
      </p:sp>
    </p:spTree>
    <p:extLst>
      <p:ext uri="{BB962C8B-B14F-4D97-AF65-F5344CB8AC3E}">
        <p14:creationId xmlns:p14="http://schemas.microsoft.com/office/powerpoint/2010/main" val="12173896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3DBCD357-B690-4F68-9EA9-E77536348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26">
            <a:extLst xmlns:a="http://schemas.openxmlformats.org/drawingml/2006/main">
              <a:ext uri="{FF2B5EF4-FFF2-40B4-BE49-F238E27FC236}">
                <a16:creationId xmlns:a16="http://schemas.microsoft.com/office/drawing/2014/main" id="{EF6FD54C-93AF-4FD8-A9AD-F8AE82DD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127">
            <a:extLst xmlns:a="http://schemas.openxmlformats.org/drawingml/2006/main">
              <a:ext uri="{FF2B5EF4-FFF2-40B4-BE49-F238E27FC236}">
                <a16:creationId xmlns:a16="http://schemas.microsoft.com/office/drawing/2014/main" id="{45193134-7721-4A1E-B6AA-8994B9D0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多一雙技術翅膀，讓專業飛得更高、更遠，也讓教學研究降本增效。</a:t>
            </a:r>
          </a:p>
        </p:txBody>
      </p:sp>
      <p:sp>
        <p:nvSpPr>
          <p:cNvPr id="4" name="shape-128">
            <a:extLst xmlns:a="http://schemas.openxmlformats.org/drawingml/2006/main">
              <a:ext uri="{FF2B5EF4-FFF2-40B4-BE49-F238E27FC236}">
                <a16:creationId xmlns:a16="http://schemas.microsoft.com/office/drawing/2014/main" id="{E98EF4D2-9D54-427B-A7EC-9D69A794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">
            <a:extLst xmlns:a="http://schemas.openxmlformats.org/drawingml/2006/main">
              <a:ext uri="{FF2B5EF4-FFF2-40B4-BE49-F238E27FC236}">
                <a16:creationId xmlns:a16="http://schemas.microsoft.com/office/drawing/2014/main" id="{EE039136-75C5-4E66-AA4C-8B1E5D1D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31">
            <a:extLst xmlns:a="http://schemas.openxmlformats.org/drawingml/2006/main">
              <a:ext uri="{FF2B5EF4-FFF2-40B4-BE49-F238E27FC236}">
                <a16:creationId xmlns:a16="http://schemas.microsoft.com/office/drawing/2014/main" id="{69AC3615-235E-4C48-8F8B-0E567CB8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D02D332-520A-4FE4-BBC7-0A6D25BD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333822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32">
            <a:extLst xmlns:a="http://schemas.openxmlformats.org/drawingml/2006/main">
              <a:ext uri="{FF2B5EF4-FFF2-40B4-BE49-F238E27FC236}">
                <a16:creationId xmlns:a16="http://schemas.microsoft.com/office/drawing/2014/main" id="{E5DCCB86-FA2A-42B4-BB01-ADA851CB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8396E4-AE56-46A4-B539-0319D076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14" name="shape-1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4">
            <a:extLst xmlns:a="http://schemas.openxmlformats.org/drawingml/2006/main">
              <a:ext uri="{FF2B5EF4-FFF2-40B4-BE49-F238E27FC236}">
                <a16:creationId xmlns:a16="http://schemas.microsoft.com/office/drawing/2014/main" id="{FEF6E2C4-4F6E-4269-A1E3-1E9DA010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F6860C-E019-4C4E-BD85-1D987C33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35">
            <a:extLst xmlns:a="http://schemas.openxmlformats.org/drawingml/2006/main">
              <a:ext uri="{FF2B5EF4-FFF2-40B4-BE49-F238E27FC236}">
                <a16:creationId xmlns:a16="http://schemas.microsoft.com/office/drawing/2014/main" id="{6FA20EA1-E546-4CE4-B05F-2177C6AC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36">
            <a:extLst xmlns:a="http://schemas.openxmlformats.org/drawingml/2006/main">
              <a:ext uri="{FF2B5EF4-FFF2-40B4-BE49-F238E27FC236}">
                <a16:creationId xmlns:a16="http://schemas.microsoft.com/office/drawing/2014/main" id="{6F7CE157-0020-447B-99AE-DC0E36C7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7">
            <a:extLst xmlns:a="http://schemas.openxmlformats.org/drawingml/2006/main">
              <a:ext uri="{FF2B5EF4-FFF2-40B4-BE49-F238E27FC236}">
                <a16:creationId xmlns:a16="http://schemas.microsoft.com/office/drawing/2014/main" id="{D41A014D-4C13-4FAB-947E-AB79D85D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138">
            <a:extLst xmlns:a="http://schemas.openxmlformats.org/drawingml/2006/main">
              <a:ext uri="{FF2B5EF4-FFF2-40B4-BE49-F238E27FC236}">
                <a16:creationId xmlns:a16="http://schemas.microsoft.com/office/drawing/2014/main" id="{BC10E789-936A-4F8F-BF48-079A72DA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139">
            <a:extLst xmlns:a="http://schemas.openxmlformats.org/drawingml/2006/main">
              <a:ext uri="{FF2B5EF4-FFF2-40B4-BE49-F238E27FC236}">
                <a16:creationId xmlns:a16="http://schemas.microsoft.com/office/drawing/2014/main" id="{5FDE63F1-9FE8-4798-B02C-9F61D990E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140">
            <a:extLst xmlns:a="http://schemas.openxmlformats.org/drawingml/2006/main">
              <a:ext uri="{FF2B5EF4-FFF2-40B4-BE49-F238E27FC236}">
                <a16:creationId xmlns:a16="http://schemas.microsoft.com/office/drawing/2014/main" id="{B5653D47-7996-4B1E-B0A2-E44712D3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</p:spTree>
    <p:extLst>
      <p:ext uri="{BB962C8B-B14F-4D97-AF65-F5344CB8AC3E}">
        <p14:creationId xmlns:p14="http://schemas.microsoft.com/office/powerpoint/2010/main" val="10244136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41">
            <a:extLst xmlns:a="http://schemas.openxmlformats.org/drawingml/2006/main">
              <a:ext uri="{FF2B5EF4-FFF2-40B4-BE49-F238E27FC236}">
                <a16:creationId xmlns:a16="http://schemas.microsoft.com/office/drawing/2014/main" id="{13117C61-BAC9-4A8C-A7CD-4281F178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8753E0-625A-44A0-88C9-14A4086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CEB09D6A-A892-4400-95E6-B616E757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234A9A-883D-4C09-9B87-D8A807BA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44">
            <a:extLst xmlns:a="http://schemas.openxmlformats.org/drawingml/2006/main">
              <a:ext uri="{FF2B5EF4-FFF2-40B4-BE49-F238E27FC236}">
                <a16:creationId xmlns:a16="http://schemas.microsoft.com/office/drawing/2014/main" id="{9260ABB6-BA70-4959-9C6A-AA701A66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45">
            <a:extLst xmlns:a="http://schemas.openxmlformats.org/drawingml/2006/main">
              <a:ext uri="{FF2B5EF4-FFF2-40B4-BE49-F238E27FC236}">
                <a16:creationId xmlns:a16="http://schemas.microsoft.com/office/drawing/2014/main" id="{B23F594A-2AD5-4AF6-AEAF-D3A5F4F4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2A84459C-DEA3-41FA-91EA-36B1A362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C6857BE2-96C8-43EB-B93E-0BDC21C2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148">
            <a:extLst xmlns:a="http://schemas.openxmlformats.org/drawingml/2006/main">
              <a:ext uri="{FF2B5EF4-FFF2-40B4-BE49-F238E27FC236}">
                <a16:creationId xmlns:a16="http://schemas.microsoft.com/office/drawing/2014/main" id="{C47841E9-0701-4DD7-899F-00D24488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5340C8B8-7911-45F2-AD96-8B037400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A5D1F657-67D6-4580-ACDA-ACE975C3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151">
            <a:extLst xmlns:a="http://schemas.openxmlformats.org/drawingml/2006/main">
              <a:ext uri="{FF2B5EF4-FFF2-40B4-BE49-F238E27FC236}">
                <a16:creationId xmlns:a16="http://schemas.microsoft.com/office/drawing/2014/main" id="{E2689303-A7C9-4813-B09C-430D4075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152">
            <a:extLst xmlns:a="http://schemas.openxmlformats.org/drawingml/2006/main">
              <a:ext uri="{FF2B5EF4-FFF2-40B4-BE49-F238E27FC236}">
                <a16:creationId xmlns:a16="http://schemas.microsoft.com/office/drawing/2014/main" id="{4EE240A4-6DBF-46D4-B188-B423D66F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66A251C3-4E70-4409-9847-F5A83282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BB133C24-9D9C-4BB1-B699-FEE43263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5877271C-9D38-4B91-9DD1-0E54FC6B3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156">
            <a:extLst xmlns:a="http://schemas.openxmlformats.org/drawingml/2006/main">
              <a:ext uri="{FF2B5EF4-FFF2-40B4-BE49-F238E27FC236}">
                <a16:creationId xmlns:a16="http://schemas.microsoft.com/office/drawing/2014/main" id="{86F7FFBA-6892-42CD-AF44-B2DC4D1E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57">
            <a:extLst xmlns:a="http://schemas.openxmlformats.org/drawingml/2006/main">
              <a:ext uri="{FF2B5EF4-FFF2-40B4-BE49-F238E27FC236}">
                <a16:creationId xmlns:a16="http://schemas.microsoft.com/office/drawing/2014/main" id="{E4998EBD-46EC-4EF3-B20A-3A9F7E23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D2ADBA8D-A842-40F0-A0BC-CD602D49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1689DD9D-528E-40FF-958E-22D51E2B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9224281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0">
            <a:extLst xmlns:a="http://schemas.openxmlformats.org/drawingml/2006/main">
              <a:ext uri="{FF2B5EF4-FFF2-40B4-BE49-F238E27FC236}">
                <a16:creationId xmlns:a16="http://schemas.microsoft.com/office/drawing/2014/main" id="{D6F26C6A-4A80-487B-AC87-6A183116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BDFE5BC-6731-4ED9-9BB1-E41F30FA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1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2">
            <a:extLst xmlns:a="http://schemas.openxmlformats.org/drawingml/2006/main">
              <a:ext uri="{FF2B5EF4-FFF2-40B4-BE49-F238E27FC236}">
                <a16:creationId xmlns:a16="http://schemas.microsoft.com/office/drawing/2014/main" id="{E036A8AB-D669-4BFB-8628-621A3EC7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B9E3FB-9CF7-46D9-BA37-2E29A4A12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63">
            <a:extLst xmlns:a="http://schemas.openxmlformats.org/drawingml/2006/main">
              <a:ext uri="{FF2B5EF4-FFF2-40B4-BE49-F238E27FC236}">
                <a16:creationId xmlns:a16="http://schemas.microsoft.com/office/drawing/2014/main" id="{EE22DA68-03F7-4DD7-A3DD-20A56EBD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64">
            <a:extLst xmlns:a="http://schemas.openxmlformats.org/drawingml/2006/main">
              <a:ext uri="{FF2B5EF4-FFF2-40B4-BE49-F238E27FC236}">
                <a16:creationId xmlns:a16="http://schemas.microsoft.com/office/drawing/2014/main" id="{E20D726B-A4A2-441C-AD25-3B64C9C82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5">
            <a:extLst xmlns:a="http://schemas.openxmlformats.org/drawingml/2006/main">
              <a:ext uri="{FF2B5EF4-FFF2-40B4-BE49-F238E27FC236}">
                <a16:creationId xmlns:a16="http://schemas.microsoft.com/office/drawing/2014/main" id="{361570F2-D389-49C1-9DD8-C52DA21A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6">
            <a:extLst xmlns:a="http://schemas.openxmlformats.org/drawingml/2006/main">
              <a:ext uri="{FF2B5EF4-FFF2-40B4-BE49-F238E27FC236}">
                <a16:creationId xmlns:a16="http://schemas.microsoft.com/office/drawing/2014/main" id="{7652A0AF-B37C-4853-B43D-648C9CA3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167">
            <a:extLst xmlns:a="http://schemas.openxmlformats.org/drawingml/2006/main">
              <a:ext uri="{FF2B5EF4-FFF2-40B4-BE49-F238E27FC236}">
                <a16:creationId xmlns:a16="http://schemas.microsoft.com/office/drawing/2014/main" id="{A7D0245C-B875-4C8D-A667-86708B32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168">
            <a:extLst xmlns:a="http://schemas.openxmlformats.org/drawingml/2006/main">
              <a:ext uri="{FF2B5EF4-FFF2-40B4-BE49-F238E27FC236}">
                <a16:creationId xmlns:a16="http://schemas.microsoft.com/office/drawing/2014/main" id="{F013A7B8-78A5-45C4-B146-18F56BFD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9">
            <a:extLst xmlns:a="http://schemas.openxmlformats.org/drawingml/2006/main">
              <a:ext uri="{FF2B5EF4-FFF2-40B4-BE49-F238E27FC236}">
                <a16:creationId xmlns:a16="http://schemas.microsoft.com/office/drawing/2014/main" id="{8D5DD582-6275-4730-8AB2-8CB48E50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70">
            <a:extLst xmlns:a="http://schemas.openxmlformats.org/drawingml/2006/main">
              <a:ext uri="{FF2B5EF4-FFF2-40B4-BE49-F238E27FC236}">
                <a16:creationId xmlns:a16="http://schemas.microsoft.com/office/drawing/2014/main" id="{B7417C6D-F78C-40D9-B3DA-FF3C5EB5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1">
            <a:extLst xmlns:a="http://schemas.openxmlformats.org/drawingml/2006/main">
              <a:ext uri="{FF2B5EF4-FFF2-40B4-BE49-F238E27FC236}">
                <a16:creationId xmlns:a16="http://schemas.microsoft.com/office/drawing/2014/main" id="{F116E33B-5793-43E0-9A86-817819AC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2">
            <a:extLst xmlns:a="http://schemas.openxmlformats.org/drawingml/2006/main">
              <a:ext uri="{FF2B5EF4-FFF2-40B4-BE49-F238E27FC236}">
                <a16:creationId xmlns:a16="http://schemas.microsoft.com/office/drawing/2014/main" id="{8E1C4AD6-F141-4CF2-BBDB-AE378F59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173">
            <a:extLst xmlns:a="http://schemas.openxmlformats.org/drawingml/2006/main">
              <a:ext uri="{FF2B5EF4-FFF2-40B4-BE49-F238E27FC236}">
                <a16:creationId xmlns:a16="http://schemas.microsoft.com/office/drawing/2014/main" id="{C386757D-AB3F-4A0A-8E2D-F785A7A3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174">
            <a:extLst xmlns:a="http://schemas.openxmlformats.org/drawingml/2006/main">
              <a:ext uri="{FF2B5EF4-FFF2-40B4-BE49-F238E27FC236}">
                <a16:creationId xmlns:a16="http://schemas.microsoft.com/office/drawing/2014/main" id="{C4A8C39F-CDAA-48F8-9C29-3E654861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5">
            <a:extLst xmlns:a="http://schemas.openxmlformats.org/drawingml/2006/main">
              <a:ext uri="{FF2B5EF4-FFF2-40B4-BE49-F238E27FC236}">
                <a16:creationId xmlns:a16="http://schemas.microsoft.com/office/drawing/2014/main" id="{9347BB4F-61FB-48C9-9132-C01BCB6A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76">
            <a:extLst xmlns:a="http://schemas.openxmlformats.org/drawingml/2006/main">
              <a:ext uri="{FF2B5EF4-FFF2-40B4-BE49-F238E27FC236}">
                <a16:creationId xmlns:a16="http://schemas.microsoft.com/office/drawing/2014/main" id="{3E4C1C22-2A8A-41F3-BA70-B1CD9108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7">
            <a:extLst xmlns:a="http://schemas.openxmlformats.org/drawingml/2006/main">
              <a:ext uri="{FF2B5EF4-FFF2-40B4-BE49-F238E27FC236}">
                <a16:creationId xmlns:a16="http://schemas.microsoft.com/office/drawing/2014/main" id="{78F26C72-02B5-46B0-AABE-945340EC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8">
            <a:extLst xmlns:a="http://schemas.openxmlformats.org/drawingml/2006/main">
              <a:ext uri="{FF2B5EF4-FFF2-40B4-BE49-F238E27FC236}">
                <a16:creationId xmlns:a16="http://schemas.microsoft.com/office/drawing/2014/main" id="{48CB8C8A-A197-4EFE-B383-0D043DE5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179">
            <a:extLst xmlns:a="http://schemas.openxmlformats.org/drawingml/2006/main">
              <a:ext uri="{FF2B5EF4-FFF2-40B4-BE49-F238E27FC236}">
                <a16:creationId xmlns:a16="http://schemas.microsoft.com/office/drawing/2014/main" id="{26553015-9C15-406D-B4B2-6D36471B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180">
            <a:extLst xmlns:a="http://schemas.openxmlformats.org/drawingml/2006/main">
              <a:ext uri="{FF2B5EF4-FFF2-40B4-BE49-F238E27FC236}">
                <a16:creationId xmlns:a16="http://schemas.microsoft.com/office/drawing/2014/main" id="{A55CC5FF-94B4-4397-B6C8-BFEF285A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1">
            <a:extLst xmlns:a="http://schemas.openxmlformats.org/drawingml/2006/main">
              <a:ext uri="{FF2B5EF4-FFF2-40B4-BE49-F238E27FC236}">
                <a16:creationId xmlns:a16="http://schemas.microsoft.com/office/drawing/2014/main" id="{E2A86AFC-34C8-4ACC-8C95-71F18EBD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82">
            <a:extLst xmlns:a="http://schemas.openxmlformats.org/drawingml/2006/main">
              <a:ext uri="{FF2B5EF4-FFF2-40B4-BE49-F238E27FC236}">
                <a16:creationId xmlns:a16="http://schemas.microsoft.com/office/drawing/2014/main" id="{762BECCD-00AC-4B12-8903-006F90CA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3">
            <a:extLst xmlns:a="http://schemas.openxmlformats.org/drawingml/2006/main">
              <a:ext uri="{FF2B5EF4-FFF2-40B4-BE49-F238E27FC236}">
                <a16:creationId xmlns:a16="http://schemas.microsoft.com/office/drawing/2014/main" id="{BF96183B-076F-441F-9F14-9F39D012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4">
            <a:extLst xmlns:a="http://schemas.openxmlformats.org/drawingml/2006/main">
              <a:ext uri="{FF2B5EF4-FFF2-40B4-BE49-F238E27FC236}">
                <a16:creationId xmlns:a16="http://schemas.microsoft.com/office/drawing/2014/main" id="{1B0315CC-875C-4BE2-AC54-A499C70B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185">
            <a:extLst xmlns:a="http://schemas.openxmlformats.org/drawingml/2006/main">
              <a:ext uri="{FF2B5EF4-FFF2-40B4-BE49-F238E27FC236}">
                <a16:creationId xmlns:a16="http://schemas.microsoft.com/office/drawing/2014/main" id="{365C16BE-68A5-4E46-9870-EED4B834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186">
            <a:extLst xmlns:a="http://schemas.openxmlformats.org/drawingml/2006/main">
              <a:ext uri="{FF2B5EF4-FFF2-40B4-BE49-F238E27FC236}">
                <a16:creationId xmlns:a16="http://schemas.microsoft.com/office/drawing/2014/main" id="{CC6DA5ED-2147-4D87-9D9A-6786FB5C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87">
            <a:extLst xmlns:a="http://schemas.openxmlformats.org/drawingml/2006/main">
              <a:ext uri="{FF2B5EF4-FFF2-40B4-BE49-F238E27FC236}">
                <a16:creationId xmlns:a16="http://schemas.microsoft.com/office/drawing/2014/main" id="{FBD84785-147F-4465-9345-7F006457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88">
            <a:extLst xmlns:a="http://schemas.openxmlformats.org/drawingml/2006/main">
              <a:ext uri="{FF2B5EF4-FFF2-40B4-BE49-F238E27FC236}">
                <a16:creationId xmlns:a16="http://schemas.microsoft.com/office/drawing/2014/main" id="{A4689A5D-F5F1-465D-8559-C3D98868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89">
            <a:extLst xmlns:a="http://schemas.openxmlformats.org/drawingml/2006/main">
              <a:ext uri="{FF2B5EF4-FFF2-40B4-BE49-F238E27FC236}">
                <a16:creationId xmlns:a16="http://schemas.microsoft.com/office/drawing/2014/main" id="{DFFF07C2-F17B-4A74-BAB2-581E9FC4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0">
            <a:extLst xmlns:a="http://schemas.openxmlformats.org/drawingml/2006/main">
              <a:ext uri="{FF2B5EF4-FFF2-40B4-BE49-F238E27FC236}">
                <a16:creationId xmlns:a16="http://schemas.microsoft.com/office/drawing/2014/main" id="{04320FC8-B493-4744-A592-47F57EA8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191">
            <a:extLst xmlns:a="http://schemas.openxmlformats.org/drawingml/2006/main">
              <a:ext uri="{FF2B5EF4-FFF2-40B4-BE49-F238E27FC236}">
                <a16:creationId xmlns:a16="http://schemas.microsoft.com/office/drawing/2014/main" id="{D1477564-F275-4B8C-84E0-F5B97A0E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192">
            <a:extLst xmlns:a="http://schemas.openxmlformats.org/drawingml/2006/main">
              <a:ext uri="{FF2B5EF4-FFF2-40B4-BE49-F238E27FC236}">
                <a16:creationId xmlns:a16="http://schemas.microsoft.com/office/drawing/2014/main" id="{C0838169-BE47-49B7-8853-E03F63AD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8913310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193">
            <a:extLst xmlns:a="http://schemas.openxmlformats.org/drawingml/2006/main">
              <a:ext uri="{FF2B5EF4-FFF2-40B4-BE49-F238E27FC236}">
                <a16:creationId xmlns:a16="http://schemas.microsoft.com/office/drawing/2014/main" id="{7636CE09-EC28-42DE-ABF1-65D45047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65A948-B9BF-48E7-9C0A-809790D9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5">
            <a:extLst xmlns:a="http://schemas.openxmlformats.org/drawingml/2006/main">
              <a:ext uri="{FF2B5EF4-FFF2-40B4-BE49-F238E27FC236}">
                <a16:creationId xmlns:a16="http://schemas.microsoft.com/office/drawing/2014/main" id="{CD82C699-7F40-425B-BA41-9735507E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D3216B-E7A1-4FD2-A280-EF1BCE27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96">
            <a:extLst xmlns:a="http://schemas.openxmlformats.org/drawingml/2006/main">
              <a:ext uri="{FF2B5EF4-FFF2-40B4-BE49-F238E27FC236}">
                <a16:creationId xmlns:a16="http://schemas.microsoft.com/office/drawing/2014/main" id="{47CB2ACD-89C4-4C79-BAA0-F37BD239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7">
            <a:extLst xmlns:a="http://schemas.openxmlformats.org/drawingml/2006/main">
              <a:ext uri="{FF2B5EF4-FFF2-40B4-BE49-F238E27FC236}">
                <a16:creationId xmlns:a16="http://schemas.microsoft.com/office/drawing/2014/main" id="{A8382615-83C5-4190-98C4-CC0C493F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98">
            <a:extLst xmlns:a="http://schemas.openxmlformats.org/drawingml/2006/main">
              <a:ext uri="{FF2B5EF4-FFF2-40B4-BE49-F238E27FC236}">
                <a16:creationId xmlns:a16="http://schemas.microsoft.com/office/drawing/2014/main" id="{66C5A869-1E56-4337-9463-E922BF5F6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9">
            <a:extLst xmlns:a="http://schemas.openxmlformats.org/drawingml/2006/main">
              <a:ext uri="{FF2B5EF4-FFF2-40B4-BE49-F238E27FC236}">
                <a16:creationId xmlns:a16="http://schemas.microsoft.com/office/drawing/2014/main" id="{0C213CFD-28CB-4505-8DF2-31EC2D4FD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200">
            <a:extLst xmlns:a="http://schemas.openxmlformats.org/drawingml/2006/main">
              <a:ext uri="{FF2B5EF4-FFF2-40B4-BE49-F238E27FC236}">
                <a16:creationId xmlns:a16="http://schemas.microsoft.com/office/drawing/2014/main" id="{D9C15410-2C95-439F-B4C1-49DC22E2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201">
            <a:extLst xmlns:a="http://schemas.openxmlformats.org/drawingml/2006/main">
              <a:ext uri="{FF2B5EF4-FFF2-40B4-BE49-F238E27FC236}">
                <a16:creationId xmlns:a16="http://schemas.microsoft.com/office/drawing/2014/main" id="{10F418DF-0D82-40D9-BBF2-AA32D0A2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02">
            <a:extLst xmlns:a="http://schemas.openxmlformats.org/drawingml/2006/main">
              <a:ext uri="{FF2B5EF4-FFF2-40B4-BE49-F238E27FC236}">
                <a16:creationId xmlns:a16="http://schemas.microsoft.com/office/drawing/2014/main" id="{1A41987B-1FA0-453E-A551-E55FD69A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203">
            <a:extLst xmlns:a="http://schemas.openxmlformats.org/drawingml/2006/main">
              <a:ext uri="{FF2B5EF4-FFF2-40B4-BE49-F238E27FC236}">
                <a16:creationId xmlns:a16="http://schemas.microsoft.com/office/drawing/2014/main" id="{F955A4F1-9FCD-44E8-AE48-0260CEB2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04">
            <a:extLst xmlns:a="http://schemas.openxmlformats.org/drawingml/2006/main">
              <a:ext uri="{FF2B5EF4-FFF2-40B4-BE49-F238E27FC236}">
                <a16:creationId xmlns:a16="http://schemas.microsoft.com/office/drawing/2014/main" id="{8C3B1EF0-E96E-4DE8-B309-2DF51695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5">
            <a:extLst xmlns:a="http://schemas.openxmlformats.org/drawingml/2006/main">
              <a:ext uri="{FF2B5EF4-FFF2-40B4-BE49-F238E27FC236}">
                <a16:creationId xmlns:a16="http://schemas.microsoft.com/office/drawing/2014/main" id="{1FADAF98-B177-45BA-BAE9-2B8584C9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206">
            <a:extLst xmlns:a="http://schemas.openxmlformats.org/drawingml/2006/main">
              <a:ext uri="{FF2B5EF4-FFF2-40B4-BE49-F238E27FC236}">
                <a16:creationId xmlns:a16="http://schemas.microsoft.com/office/drawing/2014/main" id="{978BC42A-B8D7-408B-8A28-A4331BCF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207">
            <a:extLst xmlns:a="http://schemas.openxmlformats.org/drawingml/2006/main">
              <a:ext uri="{FF2B5EF4-FFF2-40B4-BE49-F238E27FC236}">
                <a16:creationId xmlns:a16="http://schemas.microsoft.com/office/drawing/2014/main" id="{BF27BA6B-7650-4F45-8657-2BDB056A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08">
            <a:extLst xmlns:a="http://schemas.openxmlformats.org/drawingml/2006/main">
              <a:ext uri="{FF2B5EF4-FFF2-40B4-BE49-F238E27FC236}">
                <a16:creationId xmlns:a16="http://schemas.microsoft.com/office/drawing/2014/main" id="{14654F71-BF79-4363-B98C-4699AC11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209">
            <a:extLst xmlns:a="http://schemas.openxmlformats.org/drawingml/2006/main">
              <a:ext uri="{FF2B5EF4-FFF2-40B4-BE49-F238E27FC236}">
                <a16:creationId xmlns:a16="http://schemas.microsoft.com/office/drawing/2014/main" id="{9182A874-94A8-48F8-B801-F65000D33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10">
            <a:extLst xmlns:a="http://schemas.openxmlformats.org/drawingml/2006/main">
              <a:ext uri="{FF2B5EF4-FFF2-40B4-BE49-F238E27FC236}">
                <a16:creationId xmlns:a16="http://schemas.microsoft.com/office/drawing/2014/main" id="{C38B2757-CF46-4E7B-9F4B-1A0B22F5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11">
            <a:extLst xmlns:a="http://schemas.openxmlformats.org/drawingml/2006/main">
              <a:ext uri="{FF2B5EF4-FFF2-40B4-BE49-F238E27FC236}">
                <a16:creationId xmlns:a16="http://schemas.microsoft.com/office/drawing/2014/main" id="{D6E6D990-3DBB-4F34-B7E9-F49E8A29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212">
            <a:extLst xmlns:a="http://schemas.openxmlformats.org/drawingml/2006/main">
              <a:ext uri="{FF2B5EF4-FFF2-40B4-BE49-F238E27FC236}">
                <a16:creationId xmlns:a16="http://schemas.microsoft.com/office/drawing/2014/main" id="{B817B53E-5E77-4B01-BB54-60842351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213">
            <a:extLst xmlns:a="http://schemas.openxmlformats.org/drawingml/2006/main">
              <a:ext uri="{FF2B5EF4-FFF2-40B4-BE49-F238E27FC236}">
                <a16:creationId xmlns:a16="http://schemas.microsoft.com/office/drawing/2014/main" id="{91A84135-0CC5-4AAA-BA3F-062DC0C6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14">
            <a:extLst xmlns:a="http://schemas.openxmlformats.org/drawingml/2006/main">
              <a:ext uri="{FF2B5EF4-FFF2-40B4-BE49-F238E27FC236}">
                <a16:creationId xmlns:a16="http://schemas.microsoft.com/office/drawing/2014/main" id="{CDC61B09-7CCB-48F8-8FBF-76241D17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215">
            <a:extLst xmlns:a="http://schemas.openxmlformats.org/drawingml/2006/main">
              <a:ext uri="{FF2B5EF4-FFF2-40B4-BE49-F238E27FC236}">
                <a16:creationId xmlns:a16="http://schemas.microsoft.com/office/drawing/2014/main" id="{8D4E9486-EFF7-4AE0-93D9-47405902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16">
            <a:extLst xmlns:a="http://schemas.openxmlformats.org/drawingml/2006/main">
              <a:ext uri="{FF2B5EF4-FFF2-40B4-BE49-F238E27FC236}">
                <a16:creationId xmlns:a16="http://schemas.microsoft.com/office/drawing/2014/main" id="{F6550CB6-0893-49BC-A334-D1540986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17">
            <a:extLst xmlns:a="http://schemas.openxmlformats.org/drawingml/2006/main">
              <a:ext uri="{FF2B5EF4-FFF2-40B4-BE49-F238E27FC236}">
                <a16:creationId xmlns:a16="http://schemas.microsoft.com/office/drawing/2014/main" id="{51329B35-9FC3-4C02-A465-B7CB20994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218">
            <a:extLst xmlns:a="http://schemas.openxmlformats.org/drawingml/2006/main">
              <a:ext uri="{FF2B5EF4-FFF2-40B4-BE49-F238E27FC236}">
                <a16:creationId xmlns:a16="http://schemas.microsoft.com/office/drawing/2014/main" id="{809B633B-1B53-403C-9FCE-99A08F0B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219">
            <a:extLst xmlns:a="http://schemas.openxmlformats.org/drawingml/2006/main">
              <a:ext uri="{FF2B5EF4-FFF2-40B4-BE49-F238E27FC236}">
                <a16:creationId xmlns:a16="http://schemas.microsoft.com/office/drawing/2014/main" id="{5708ECC4-0827-4BE2-ADEB-311FEF06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20">
            <a:extLst xmlns:a="http://schemas.openxmlformats.org/drawingml/2006/main">
              <a:ext uri="{FF2B5EF4-FFF2-40B4-BE49-F238E27FC236}">
                <a16:creationId xmlns:a16="http://schemas.microsoft.com/office/drawing/2014/main" id="{61250266-32E5-43AC-B29D-516B7BE0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221">
            <a:extLst xmlns:a="http://schemas.openxmlformats.org/drawingml/2006/main">
              <a:ext uri="{FF2B5EF4-FFF2-40B4-BE49-F238E27FC236}">
                <a16:creationId xmlns:a16="http://schemas.microsoft.com/office/drawing/2014/main" id="{6A09706D-401A-4DEF-90B9-B2967030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22">
            <a:extLst xmlns:a="http://schemas.openxmlformats.org/drawingml/2006/main">
              <a:ext uri="{FF2B5EF4-FFF2-40B4-BE49-F238E27FC236}">
                <a16:creationId xmlns:a16="http://schemas.microsoft.com/office/drawing/2014/main" id="{57B43E57-A08E-43AC-B69B-7ADFDB7E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23">
            <a:extLst xmlns:a="http://schemas.openxmlformats.org/drawingml/2006/main">
              <a:ext uri="{FF2B5EF4-FFF2-40B4-BE49-F238E27FC236}">
                <a16:creationId xmlns:a16="http://schemas.microsoft.com/office/drawing/2014/main" id="{768D0AEC-8190-4ADE-B35F-6B79E96A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224">
            <a:extLst xmlns:a="http://schemas.openxmlformats.org/drawingml/2006/main">
              <a:ext uri="{FF2B5EF4-FFF2-40B4-BE49-F238E27FC236}">
                <a16:creationId xmlns:a16="http://schemas.microsoft.com/office/drawing/2014/main" id="{01A55F72-1D23-4023-9D53-DC175DA4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225">
            <a:extLst xmlns:a="http://schemas.openxmlformats.org/drawingml/2006/main">
              <a:ext uri="{FF2B5EF4-FFF2-40B4-BE49-F238E27FC236}">
                <a16:creationId xmlns:a16="http://schemas.microsoft.com/office/drawing/2014/main" id="{9F66B2F3-BE52-458A-A056-43D4BDB5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0">
            <a:extLst xmlns:a="http://schemas.openxmlformats.org/drawingml/2006/main">
              <a:ext uri="{FF2B5EF4-FFF2-40B4-BE49-F238E27FC236}">
                <a16:creationId xmlns:a16="http://schemas.microsoft.com/office/drawing/2014/main" id="{F413EF0E-1212-4085-BC8C-790EDBC3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34507133c842e0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37dd33235348bc"/>
              </a:rPr>
              <a:t>Gemini Notebook ↗</a:t>
            </a:r>
          </a:p>
        </p:txBody>
      </p:sp>
      <p:sp>
        <p:nvSpPr>
          <p:cNvPr id="37" name="shape-980">
            <a:extLst xmlns:a="http://schemas.openxmlformats.org/drawingml/2006/main">
              <a:ext uri="{FF2B5EF4-FFF2-40B4-BE49-F238E27FC236}">
                <a16:creationId xmlns:a16="http://schemas.microsoft.com/office/drawing/2014/main" id="{52250C9B-2242-4A71-A565-BD3A3AE2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46c4ecb6684b3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81">
            <a:extLst xmlns:a="http://schemas.openxmlformats.org/drawingml/2006/main">
              <a:ext uri="{FF2B5EF4-FFF2-40B4-BE49-F238E27FC236}">
                <a16:creationId xmlns:a16="http://schemas.microsoft.com/office/drawing/2014/main" id="{B3A61BA6-558C-4EB0-8EB5-D3415D8E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b0c6bc8e743b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82">
            <a:extLst xmlns:a="http://schemas.openxmlformats.org/drawingml/2006/main">
              <a:ext uri="{FF2B5EF4-FFF2-40B4-BE49-F238E27FC236}">
                <a16:creationId xmlns:a16="http://schemas.microsoft.com/office/drawing/2014/main" id="{F6277FDB-4889-47D1-AB32-16862F3B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636994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26">
            <a:extLst xmlns:a="http://schemas.openxmlformats.org/drawingml/2006/main">
              <a:ext uri="{FF2B5EF4-FFF2-40B4-BE49-F238E27FC236}">
                <a16:creationId xmlns:a16="http://schemas.microsoft.com/office/drawing/2014/main" id="{E5BC2B68-4563-482D-BE72-6BEBFDD5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482F66-87B5-41DF-8818-9E528232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8">
            <a:extLst xmlns:a="http://schemas.openxmlformats.org/drawingml/2006/main">
              <a:ext uri="{FF2B5EF4-FFF2-40B4-BE49-F238E27FC236}">
                <a16:creationId xmlns:a16="http://schemas.microsoft.com/office/drawing/2014/main" id="{C04A7E5C-83F9-4102-BCEC-64FAE710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95114A-1F69-44CA-AF6D-18FCBC51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29">
            <a:extLst xmlns:a="http://schemas.openxmlformats.org/drawingml/2006/main">
              <a:ext uri="{FF2B5EF4-FFF2-40B4-BE49-F238E27FC236}">
                <a16:creationId xmlns:a16="http://schemas.microsoft.com/office/drawing/2014/main" id="{4B173287-59F1-44E9-BD92-9A16CEE5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230">
            <a:extLst xmlns:a="http://schemas.openxmlformats.org/drawingml/2006/main">
              <a:ext uri="{FF2B5EF4-FFF2-40B4-BE49-F238E27FC236}">
                <a16:creationId xmlns:a16="http://schemas.microsoft.com/office/drawing/2014/main" id="{84D9D0A7-CA3C-4403-A148-C25A7A09E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1">
            <a:extLst xmlns:a="http://schemas.openxmlformats.org/drawingml/2006/main">
              <a:ext uri="{FF2B5EF4-FFF2-40B4-BE49-F238E27FC236}">
                <a16:creationId xmlns:a16="http://schemas.microsoft.com/office/drawing/2014/main" id="{245F2545-DA89-4584-9799-D885D176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232">
            <a:extLst xmlns:a="http://schemas.openxmlformats.org/drawingml/2006/main">
              <a:ext uri="{FF2B5EF4-FFF2-40B4-BE49-F238E27FC236}">
                <a16:creationId xmlns:a16="http://schemas.microsoft.com/office/drawing/2014/main" id="{0EEC59A9-8204-4747-AD4C-FDDF93B9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233">
            <a:extLst xmlns:a="http://schemas.openxmlformats.org/drawingml/2006/main">
              <a:ext uri="{FF2B5EF4-FFF2-40B4-BE49-F238E27FC236}">
                <a16:creationId xmlns:a16="http://schemas.microsoft.com/office/drawing/2014/main" id="{CEA707E7-C084-4A09-BF28-E4E7E305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234">
            <a:extLst xmlns:a="http://schemas.openxmlformats.org/drawingml/2006/main">
              <a:ext uri="{FF2B5EF4-FFF2-40B4-BE49-F238E27FC236}">
                <a16:creationId xmlns:a16="http://schemas.microsoft.com/office/drawing/2014/main" id="{B7C2E285-330D-427F-9237-343590DC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35">
            <a:extLst xmlns:a="http://schemas.openxmlformats.org/drawingml/2006/main">
              <a:ext uri="{FF2B5EF4-FFF2-40B4-BE49-F238E27FC236}">
                <a16:creationId xmlns:a16="http://schemas.microsoft.com/office/drawing/2014/main" id="{24E68DF8-5EB3-4B66-91C3-3DA00147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236">
            <a:extLst xmlns:a="http://schemas.openxmlformats.org/drawingml/2006/main">
              <a:ext uri="{FF2B5EF4-FFF2-40B4-BE49-F238E27FC236}">
                <a16:creationId xmlns:a16="http://schemas.microsoft.com/office/drawing/2014/main" id="{D710B92B-A6DF-4C71-A18C-F3CB801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237">
            <a:extLst xmlns:a="http://schemas.openxmlformats.org/drawingml/2006/main">
              <a:ext uri="{FF2B5EF4-FFF2-40B4-BE49-F238E27FC236}">
                <a16:creationId xmlns:a16="http://schemas.microsoft.com/office/drawing/2014/main" id="{CF916A31-87CE-48F7-B116-8D0A58DE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238">
            <a:extLst xmlns:a="http://schemas.openxmlformats.org/drawingml/2006/main">
              <a:ext uri="{FF2B5EF4-FFF2-40B4-BE49-F238E27FC236}">
                <a16:creationId xmlns:a16="http://schemas.microsoft.com/office/drawing/2014/main" id="{67D036DA-E8AC-496F-A50E-1D23EDC2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39">
            <a:extLst xmlns:a="http://schemas.openxmlformats.org/drawingml/2006/main">
              <a:ext uri="{FF2B5EF4-FFF2-40B4-BE49-F238E27FC236}">
                <a16:creationId xmlns:a16="http://schemas.microsoft.com/office/drawing/2014/main" id="{3F032A50-CB1F-412F-89F5-211AAD7B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240">
            <a:extLst xmlns:a="http://schemas.openxmlformats.org/drawingml/2006/main">
              <a:ext uri="{FF2B5EF4-FFF2-40B4-BE49-F238E27FC236}">
                <a16:creationId xmlns:a16="http://schemas.microsoft.com/office/drawing/2014/main" id="{91EB150C-A7EC-48AB-A28B-F4B51F46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241">
            <a:extLst xmlns:a="http://schemas.openxmlformats.org/drawingml/2006/main">
              <a:ext uri="{FF2B5EF4-FFF2-40B4-BE49-F238E27FC236}">
                <a16:creationId xmlns:a16="http://schemas.microsoft.com/office/drawing/2014/main" id="{C0FF09D2-255D-4A6B-A51E-EB784830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242">
            <a:extLst xmlns:a="http://schemas.openxmlformats.org/drawingml/2006/main">
              <a:ext uri="{FF2B5EF4-FFF2-40B4-BE49-F238E27FC236}">
                <a16:creationId xmlns:a16="http://schemas.microsoft.com/office/drawing/2014/main" id="{AA571E43-A641-4E35-9B62-90DB98B5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3">
            <a:extLst xmlns:a="http://schemas.openxmlformats.org/drawingml/2006/main">
              <a:ext uri="{FF2B5EF4-FFF2-40B4-BE49-F238E27FC236}">
                <a16:creationId xmlns:a16="http://schemas.microsoft.com/office/drawing/2014/main" id="{D01D44D9-4748-4DBA-9E2C-E26D0B62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244">
            <a:extLst xmlns:a="http://schemas.openxmlformats.org/drawingml/2006/main">
              <a:ext uri="{FF2B5EF4-FFF2-40B4-BE49-F238E27FC236}">
                <a16:creationId xmlns:a16="http://schemas.microsoft.com/office/drawing/2014/main" id="{A4A328DE-3215-417A-AB89-113B3C77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245">
            <a:extLst xmlns:a="http://schemas.openxmlformats.org/drawingml/2006/main">
              <a:ext uri="{FF2B5EF4-FFF2-40B4-BE49-F238E27FC236}">
                <a16:creationId xmlns:a16="http://schemas.microsoft.com/office/drawing/2014/main" id="{6EB41E8C-4CDB-4E86-A246-7AF70CD8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246">
            <a:extLst xmlns:a="http://schemas.openxmlformats.org/drawingml/2006/main">
              <a:ext uri="{FF2B5EF4-FFF2-40B4-BE49-F238E27FC236}">
                <a16:creationId xmlns:a16="http://schemas.microsoft.com/office/drawing/2014/main" id="{86101972-B93F-461F-B89B-10EA9EF6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47">
            <a:extLst xmlns:a="http://schemas.openxmlformats.org/drawingml/2006/main">
              <a:ext uri="{FF2B5EF4-FFF2-40B4-BE49-F238E27FC236}">
                <a16:creationId xmlns:a16="http://schemas.microsoft.com/office/drawing/2014/main" id="{986623A3-6B2E-42F7-8733-1A8C46E7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248">
            <a:extLst xmlns:a="http://schemas.openxmlformats.org/drawingml/2006/main">
              <a:ext uri="{FF2B5EF4-FFF2-40B4-BE49-F238E27FC236}">
                <a16:creationId xmlns:a16="http://schemas.microsoft.com/office/drawing/2014/main" id="{1A194852-624D-46DE-94CC-272F61B1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249">
            <a:extLst xmlns:a="http://schemas.openxmlformats.org/drawingml/2006/main">
              <a:ext uri="{FF2B5EF4-FFF2-40B4-BE49-F238E27FC236}">
                <a16:creationId xmlns:a16="http://schemas.microsoft.com/office/drawing/2014/main" id="{DF6E6D46-A126-43DD-88BC-1C2C642E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250">
            <a:extLst xmlns:a="http://schemas.openxmlformats.org/drawingml/2006/main">
              <a:ext uri="{FF2B5EF4-FFF2-40B4-BE49-F238E27FC236}">
                <a16:creationId xmlns:a16="http://schemas.microsoft.com/office/drawing/2014/main" id="{336ECA20-C3B7-4CE0-838E-A9830030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51">
            <a:extLst xmlns:a="http://schemas.openxmlformats.org/drawingml/2006/main">
              <a:ext uri="{FF2B5EF4-FFF2-40B4-BE49-F238E27FC236}">
                <a16:creationId xmlns:a16="http://schemas.microsoft.com/office/drawing/2014/main" id="{FCABC2D8-3694-4844-B7D9-2AA75458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252">
            <a:extLst xmlns:a="http://schemas.openxmlformats.org/drawingml/2006/main">
              <a:ext uri="{FF2B5EF4-FFF2-40B4-BE49-F238E27FC236}">
                <a16:creationId xmlns:a16="http://schemas.microsoft.com/office/drawing/2014/main" id="{EF1388CD-84D7-4CF9-81C8-CB346756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253">
            <a:extLst xmlns:a="http://schemas.openxmlformats.org/drawingml/2006/main">
              <a:ext uri="{FF2B5EF4-FFF2-40B4-BE49-F238E27FC236}">
                <a16:creationId xmlns:a16="http://schemas.microsoft.com/office/drawing/2014/main" id="{9C61691E-691A-4E6A-A41E-DB6E520A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254">
            <a:extLst xmlns:a="http://schemas.openxmlformats.org/drawingml/2006/main">
              <a:ext uri="{FF2B5EF4-FFF2-40B4-BE49-F238E27FC236}">
                <a16:creationId xmlns:a16="http://schemas.microsoft.com/office/drawing/2014/main" id="{44349997-43F2-4176-9BE3-4A045C71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55">
            <a:extLst xmlns:a="http://schemas.openxmlformats.org/drawingml/2006/main">
              <a:ext uri="{FF2B5EF4-FFF2-40B4-BE49-F238E27FC236}">
                <a16:creationId xmlns:a16="http://schemas.microsoft.com/office/drawing/2014/main" id="{178E8463-6FE3-4963-B33B-70E4F045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256">
            <a:extLst xmlns:a="http://schemas.openxmlformats.org/drawingml/2006/main">
              <a:ext uri="{FF2B5EF4-FFF2-40B4-BE49-F238E27FC236}">
                <a16:creationId xmlns:a16="http://schemas.microsoft.com/office/drawing/2014/main" id="{B7DF9C22-7262-45E8-AE2A-39FB3393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257">
            <a:extLst xmlns:a="http://schemas.openxmlformats.org/drawingml/2006/main">
              <a:ext uri="{FF2B5EF4-FFF2-40B4-BE49-F238E27FC236}">
                <a16:creationId xmlns:a16="http://schemas.microsoft.com/office/drawing/2014/main" id="{34C9AACE-97AE-4610-B73A-54200AEEF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2898255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58">
            <a:extLst xmlns:a="http://schemas.openxmlformats.org/drawingml/2006/main">
              <a:ext uri="{FF2B5EF4-FFF2-40B4-BE49-F238E27FC236}">
                <a16:creationId xmlns:a16="http://schemas.microsoft.com/office/drawing/2014/main" id="{09D1C9D2-9262-4F98-9A08-C408B26C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3AFE6A-0BC0-4E7B-ABB8-AA610FEC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83A81700-C191-469A-9E73-5A72C60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A1BF8E-B913-4B6C-ADD9-7E0A1C84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61">
            <a:extLst xmlns:a="http://schemas.openxmlformats.org/drawingml/2006/main">
              <a:ext uri="{FF2B5EF4-FFF2-40B4-BE49-F238E27FC236}">
                <a16:creationId xmlns:a16="http://schemas.microsoft.com/office/drawing/2014/main" id="{E3658D54-3ABF-47FB-B612-197E3B71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E4B46146-528F-47CE-B3BA-70952939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CF49A65D-5E6F-4AC0-8AD2-1952C47A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F4C07895-1557-42E4-A463-229CF348B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265">
            <a:extLst xmlns:a="http://schemas.openxmlformats.org/drawingml/2006/main">
              <a:ext uri="{FF2B5EF4-FFF2-40B4-BE49-F238E27FC236}">
                <a16:creationId xmlns:a16="http://schemas.microsoft.com/office/drawing/2014/main" id="{36B4D1FF-B980-4344-95D6-D427D0E93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11C4B105-1090-4581-BC5F-AEC6C6BD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F47CF34A-4E36-44A3-8E37-AD639008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F9DD9E9B-2B31-4AB0-999E-AAE20830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269">
            <a:extLst xmlns:a="http://schemas.openxmlformats.org/drawingml/2006/main">
              <a:ext uri="{FF2B5EF4-FFF2-40B4-BE49-F238E27FC236}">
                <a16:creationId xmlns:a16="http://schemas.microsoft.com/office/drawing/2014/main" id="{8D291FED-30A2-4DD2-8701-62F0952F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4977E205-A1E7-4644-9EB5-8CAA5116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71">
            <a:extLst xmlns:a="http://schemas.openxmlformats.org/drawingml/2006/main">
              <a:ext uri="{FF2B5EF4-FFF2-40B4-BE49-F238E27FC236}">
                <a16:creationId xmlns:a16="http://schemas.microsoft.com/office/drawing/2014/main" id="{CEBAED31-C679-490B-88DB-54F56828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BD5CCED2-07E8-4534-9425-D6534B53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273">
            <a:extLst xmlns:a="http://schemas.openxmlformats.org/drawingml/2006/main">
              <a:ext uri="{FF2B5EF4-FFF2-40B4-BE49-F238E27FC236}">
                <a16:creationId xmlns:a16="http://schemas.microsoft.com/office/drawing/2014/main" id="{44A92D03-1567-404E-A718-8F98672D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74">
            <a:extLst xmlns:a="http://schemas.openxmlformats.org/drawingml/2006/main">
              <a:ext uri="{FF2B5EF4-FFF2-40B4-BE49-F238E27FC236}">
                <a16:creationId xmlns:a16="http://schemas.microsoft.com/office/drawing/2014/main" id="{B4F1BEBA-DAAE-4341-9B2C-8E53B631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75">
            <a:extLst xmlns:a="http://schemas.openxmlformats.org/drawingml/2006/main">
              <a:ext uri="{FF2B5EF4-FFF2-40B4-BE49-F238E27FC236}">
                <a16:creationId xmlns:a16="http://schemas.microsoft.com/office/drawing/2014/main" id="{4B754AE0-222F-48DF-8F1D-C13760CF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276">
            <a:extLst xmlns:a="http://schemas.openxmlformats.org/drawingml/2006/main">
              <a:ext uri="{FF2B5EF4-FFF2-40B4-BE49-F238E27FC236}">
                <a16:creationId xmlns:a16="http://schemas.microsoft.com/office/drawing/2014/main" id="{768BA3F2-4034-4099-BDB9-B6515A8D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1665064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77">
            <a:extLst xmlns:a="http://schemas.openxmlformats.org/drawingml/2006/main">
              <a:ext uri="{FF2B5EF4-FFF2-40B4-BE49-F238E27FC236}">
                <a16:creationId xmlns:a16="http://schemas.microsoft.com/office/drawing/2014/main" id="{1F5182B8-CECF-4B28-A442-65C894B1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0EE3E4-9F21-44C9-8F8C-81E0FCA1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2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9">
            <a:extLst xmlns:a="http://schemas.openxmlformats.org/drawingml/2006/main">
              <a:ext uri="{FF2B5EF4-FFF2-40B4-BE49-F238E27FC236}">
                <a16:creationId xmlns:a16="http://schemas.microsoft.com/office/drawing/2014/main" id="{83E93D2B-6D8D-469A-891B-A52DA07B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E8F1696-7CC0-40C0-90DA-44E98CC3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280">
            <a:extLst xmlns:a="http://schemas.openxmlformats.org/drawingml/2006/main">
              <a:ext uri="{FF2B5EF4-FFF2-40B4-BE49-F238E27FC236}">
                <a16:creationId xmlns:a16="http://schemas.microsoft.com/office/drawing/2014/main" id="{717230FE-715B-471F-8204-C9F18C5E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81">
            <a:extLst xmlns:a="http://schemas.openxmlformats.org/drawingml/2006/main">
              <a:ext uri="{FF2B5EF4-FFF2-40B4-BE49-F238E27FC236}">
                <a16:creationId xmlns:a16="http://schemas.microsoft.com/office/drawing/2014/main" id="{2E56DB96-7B83-4B34-892C-41A18820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82">
            <a:extLst xmlns:a="http://schemas.openxmlformats.org/drawingml/2006/main">
              <a:ext uri="{FF2B5EF4-FFF2-40B4-BE49-F238E27FC236}">
                <a16:creationId xmlns:a16="http://schemas.microsoft.com/office/drawing/2014/main" id="{85D8268A-B4B9-4F61-88A8-75D806D8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283">
            <a:extLst xmlns:a="http://schemas.openxmlformats.org/drawingml/2006/main">
              <a:ext uri="{FF2B5EF4-FFF2-40B4-BE49-F238E27FC236}">
                <a16:creationId xmlns:a16="http://schemas.microsoft.com/office/drawing/2014/main" id="{613FB60F-A04E-4992-A224-3455A78E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284">
            <a:extLst xmlns:a="http://schemas.openxmlformats.org/drawingml/2006/main">
              <a:ext uri="{FF2B5EF4-FFF2-40B4-BE49-F238E27FC236}">
                <a16:creationId xmlns:a16="http://schemas.microsoft.com/office/drawing/2014/main" id="{0D7812A8-08A4-4CEF-935A-F31641E8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285">
            <a:extLst xmlns:a="http://schemas.openxmlformats.org/drawingml/2006/main">
              <a:ext uri="{FF2B5EF4-FFF2-40B4-BE49-F238E27FC236}">
                <a16:creationId xmlns:a16="http://schemas.microsoft.com/office/drawing/2014/main" id="{4CA14BC4-4555-4F54-8CF4-43629F97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286">
            <a:extLst xmlns:a="http://schemas.openxmlformats.org/drawingml/2006/main">
              <a:ext uri="{FF2B5EF4-FFF2-40B4-BE49-F238E27FC236}">
                <a16:creationId xmlns:a16="http://schemas.microsoft.com/office/drawing/2014/main" id="{A09940FF-E2F6-450E-A44F-584F8310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287">
            <a:extLst xmlns:a="http://schemas.openxmlformats.org/drawingml/2006/main">
              <a:ext uri="{FF2B5EF4-FFF2-40B4-BE49-F238E27FC236}">
                <a16:creationId xmlns:a16="http://schemas.microsoft.com/office/drawing/2014/main" id="{DC9F884A-C0BC-486F-B241-4B63EDB8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288">
            <a:extLst xmlns:a="http://schemas.openxmlformats.org/drawingml/2006/main">
              <a:ext uri="{FF2B5EF4-FFF2-40B4-BE49-F238E27FC236}">
                <a16:creationId xmlns:a16="http://schemas.microsoft.com/office/drawing/2014/main" id="{A28C0E60-4749-4CFA-93E9-80CF9033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289">
            <a:extLst xmlns:a="http://schemas.openxmlformats.org/drawingml/2006/main">
              <a:ext uri="{FF2B5EF4-FFF2-40B4-BE49-F238E27FC236}">
                <a16:creationId xmlns:a16="http://schemas.microsoft.com/office/drawing/2014/main" id="{641D77E0-70A4-4889-B33F-3CD07931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12569339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90">
            <a:extLst xmlns:a="http://schemas.openxmlformats.org/drawingml/2006/main">
              <a:ext uri="{FF2B5EF4-FFF2-40B4-BE49-F238E27FC236}">
                <a16:creationId xmlns:a16="http://schemas.microsoft.com/office/drawing/2014/main" id="{CA226AC6-050E-443D-9682-6EAEC39D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18FD38-2248-466B-B960-44159C97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2">
            <a:extLst xmlns:a="http://schemas.openxmlformats.org/drawingml/2006/main">
              <a:ext uri="{FF2B5EF4-FFF2-40B4-BE49-F238E27FC236}">
                <a16:creationId xmlns:a16="http://schemas.microsoft.com/office/drawing/2014/main" id="{724FDFCC-EC14-4FBC-B3D0-8CBA6C9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BB498D-9941-4468-BE18-3F87175D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93">
            <a:extLst xmlns:a="http://schemas.openxmlformats.org/drawingml/2006/main">
              <a:ext uri="{FF2B5EF4-FFF2-40B4-BE49-F238E27FC236}">
                <a16:creationId xmlns:a16="http://schemas.microsoft.com/office/drawing/2014/main" id="{BF9CCAD0-C300-4301-ABB6-4E16ECFA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4">
            <a:extLst xmlns:a="http://schemas.openxmlformats.org/drawingml/2006/main">
              <a:ext uri="{FF2B5EF4-FFF2-40B4-BE49-F238E27FC236}">
                <a16:creationId xmlns:a16="http://schemas.microsoft.com/office/drawing/2014/main" id="{332E20C9-6EFA-44F2-9685-AD2812C8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95">
            <a:extLst xmlns:a="http://schemas.openxmlformats.org/drawingml/2006/main">
              <a:ext uri="{FF2B5EF4-FFF2-40B4-BE49-F238E27FC236}">
                <a16:creationId xmlns:a16="http://schemas.microsoft.com/office/drawing/2014/main" id="{7716ED31-9815-4F4D-B756-1519A147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296">
            <a:extLst xmlns:a="http://schemas.openxmlformats.org/drawingml/2006/main">
              <a:ext uri="{FF2B5EF4-FFF2-40B4-BE49-F238E27FC236}">
                <a16:creationId xmlns:a16="http://schemas.microsoft.com/office/drawing/2014/main" id="{2B24474D-508C-47C8-B8FB-ACADDF73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297">
            <a:extLst xmlns:a="http://schemas.openxmlformats.org/drawingml/2006/main">
              <a:ext uri="{FF2B5EF4-FFF2-40B4-BE49-F238E27FC236}">
                <a16:creationId xmlns:a16="http://schemas.microsoft.com/office/drawing/2014/main" id="{2C779493-70AF-44E3-BB7F-6292FBD0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8">
            <a:extLst xmlns:a="http://schemas.openxmlformats.org/drawingml/2006/main">
              <a:ext uri="{FF2B5EF4-FFF2-40B4-BE49-F238E27FC236}">
                <a16:creationId xmlns:a16="http://schemas.microsoft.com/office/drawing/2014/main" id="{C2B1717F-689A-4986-B87E-32E7D9F9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99">
            <a:extLst xmlns:a="http://schemas.openxmlformats.org/drawingml/2006/main">
              <a:ext uri="{FF2B5EF4-FFF2-40B4-BE49-F238E27FC236}">
                <a16:creationId xmlns:a16="http://schemas.microsoft.com/office/drawing/2014/main" id="{67052936-A765-4F8D-A9CE-56E87A2B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300">
            <a:extLst xmlns:a="http://schemas.openxmlformats.org/drawingml/2006/main">
              <a:ext uri="{FF2B5EF4-FFF2-40B4-BE49-F238E27FC236}">
                <a16:creationId xmlns:a16="http://schemas.microsoft.com/office/drawing/2014/main" id="{EE87D596-BEE8-46C6-BBDD-335F2C04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301">
            <a:extLst xmlns:a="http://schemas.openxmlformats.org/drawingml/2006/main">
              <a:ext uri="{FF2B5EF4-FFF2-40B4-BE49-F238E27FC236}">
                <a16:creationId xmlns:a16="http://schemas.microsoft.com/office/drawing/2014/main" id="{8420E8F6-0F32-4EA7-AD28-99850B42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2">
            <a:extLst xmlns:a="http://schemas.openxmlformats.org/drawingml/2006/main">
              <a:ext uri="{FF2B5EF4-FFF2-40B4-BE49-F238E27FC236}">
                <a16:creationId xmlns:a16="http://schemas.microsoft.com/office/drawing/2014/main" id="{6306BB3A-1386-4088-9E2E-6760E311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03">
            <a:extLst xmlns:a="http://schemas.openxmlformats.org/drawingml/2006/main">
              <a:ext uri="{FF2B5EF4-FFF2-40B4-BE49-F238E27FC236}">
                <a16:creationId xmlns:a16="http://schemas.microsoft.com/office/drawing/2014/main" id="{448C84C8-9AD6-4D9F-8CF2-09C96663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304">
            <a:extLst xmlns:a="http://schemas.openxmlformats.org/drawingml/2006/main">
              <a:ext uri="{FF2B5EF4-FFF2-40B4-BE49-F238E27FC236}">
                <a16:creationId xmlns:a16="http://schemas.microsoft.com/office/drawing/2014/main" id="{329BB735-88ED-434C-BB37-5E76BD17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305">
            <a:extLst xmlns:a="http://schemas.openxmlformats.org/drawingml/2006/main">
              <a:ext uri="{FF2B5EF4-FFF2-40B4-BE49-F238E27FC236}">
                <a16:creationId xmlns:a16="http://schemas.microsoft.com/office/drawing/2014/main" id="{5E63492D-840D-428A-9345-32778693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6">
            <a:extLst xmlns:a="http://schemas.openxmlformats.org/drawingml/2006/main">
              <a:ext uri="{FF2B5EF4-FFF2-40B4-BE49-F238E27FC236}">
                <a16:creationId xmlns:a16="http://schemas.microsoft.com/office/drawing/2014/main" id="{53DACC0A-DBB1-4EF5-8D64-35582A6B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307">
            <a:extLst xmlns:a="http://schemas.openxmlformats.org/drawingml/2006/main">
              <a:ext uri="{FF2B5EF4-FFF2-40B4-BE49-F238E27FC236}">
                <a16:creationId xmlns:a16="http://schemas.microsoft.com/office/drawing/2014/main" id="{1808AF06-38BB-4BC7-BFD7-D8BB9800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308">
            <a:extLst xmlns:a="http://schemas.openxmlformats.org/drawingml/2006/main">
              <a:ext uri="{FF2B5EF4-FFF2-40B4-BE49-F238E27FC236}">
                <a16:creationId xmlns:a16="http://schemas.microsoft.com/office/drawing/2014/main" id="{8930D409-D4FD-4BE3-AA2B-C3D5DBA6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7630435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09">
            <a:extLst xmlns:a="http://schemas.openxmlformats.org/drawingml/2006/main">
              <a:ext uri="{FF2B5EF4-FFF2-40B4-BE49-F238E27FC236}">
                <a16:creationId xmlns:a16="http://schemas.microsoft.com/office/drawing/2014/main" id="{76D326C3-F7E4-442C-9F0A-F19E0602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F3B11A-646F-419C-82D5-898CA3E5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3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1">
            <a:extLst xmlns:a="http://schemas.openxmlformats.org/drawingml/2006/main">
              <a:ext uri="{FF2B5EF4-FFF2-40B4-BE49-F238E27FC236}">
                <a16:creationId xmlns:a16="http://schemas.microsoft.com/office/drawing/2014/main" id="{324118A3-6293-4542-84D6-E4998747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0D19A6-8954-43F0-B0AF-33D67067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8c5759a2b4c20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24DEFD64-0181-4D9C-B30A-9CEB1088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4A527021-DDBF-40C7-AFDA-914CF5D8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951">
            <a:extLst xmlns:a="http://schemas.openxmlformats.org/drawingml/2006/main">
              <a:ext uri="{FF2B5EF4-FFF2-40B4-BE49-F238E27FC236}">
                <a16:creationId xmlns:a16="http://schemas.microsoft.com/office/drawing/2014/main" id="{4E9FDE1E-5680-439A-B2D8-01731087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858e1f67bf4918"/>
              </a:rPr>
              <a:t>開啟教育科技創新專區 ↗</a:t>
            </a:r>
          </a:p>
        </p:txBody>
      </p:sp>
      <p:sp>
        <p:nvSpPr>
          <p:cNvPr id="10" name="shape-983">
            <a:extLst xmlns:a="http://schemas.openxmlformats.org/drawingml/2006/main">
              <a:ext uri="{FF2B5EF4-FFF2-40B4-BE49-F238E27FC236}">
                <a16:creationId xmlns:a16="http://schemas.microsoft.com/office/drawing/2014/main" id="{90206D2E-6A8F-4E19-A63E-93C3A3B5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d0f507f0248f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84">
            <a:extLst xmlns:a="http://schemas.openxmlformats.org/drawingml/2006/main">
              <a:ext uri="{FF2B5EF4-FFF2-40B4-BE49-F238E27FC236}">
                <a16:creationId xmlns:a16="http://schemas.microsoft.com/office/drawing/2014/main" id="{DA5A63CC-5F89-424E-A7BC-A43529C3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202149623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14">
            <a:extLst xmlns:a="http://schemas.openxmlformats.org/drawingml/2006/main">
              <a:ext uri="{FF2B5EF4-FFF2-40B4-BE49-F238E27FC236}">
                <a16:creationId xmlns:a16="http://schemas.microsoft.com/office/drawing/2014/main" id="{D8EF62ED-BC1F-404F-B2D9-583E464F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FEF696-6467-4B99-B1B9-8D2B88B6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6">
            <a:extLst xmlns:a="http://schemas.openxmlformats.org/drawingml/2006/main">
              <a:ext uri="{FF2B5EF4-FFF2-40B4-BE49-F238E27FC236}">
                <a16:creationId xmlns:a16="http://schemas.microsoft.com/office/drawing/2014/main" id="{4A9153F9-4922-4E17-939A-14692D7E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C92D77-BC67-4733-94DE-B72CA378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text-317">
            <a:extLst xmlns:a="http://schemas.openxmlformats.org/drawingml/2006/main">
              <a:ext uri="{FF2B5EF4-FFF2-40B4-BE49-F238E27FC236}">
                <a16:creationId xmlns:a16="http://schemas.microsoft.com/office/drawing/2014/main" id="{5E489AEC-1F13-4B1F-B9BB-C80A80FD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318">
            <a:extLst xmlns:a="http://schemas.openxmlformats.org/drawingml/2006/main">
              <a:ext uri="{FF2B5EF4-FFF2-40B4-BE49-F238E27FC236}">
                <a16:creationId xmlns:a16="http://schemas.microsoft.com/office/drawing/2014/main" id="{9430F392-6FC1-46A2-B702-14A1E056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19">
            <a:extLst xmlns:a="http://schemas.openxmlformats.org/drawingml/2006/main">
              <a:ext uri="{FF2B5EF4-FFF2-40B4-BE49-F238E27FC236}">
                <a16:creationId xmlns:a16="http://schemas.microsoft.com/office/drawing/2014/main" id="{F6A58803-C7F9-4BB2-8E16-45460C1F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320">
            <a:extLst xmlns:a="http://schemas.openxmlformats.org/drawingml/2006/main">
              <a:ext uri="{FF2B5EF4-FFF2-40B4-BE49-F238E27FC236}">
                <a16:creationId xmlns:a16="http://schemas.microsoft.com/office/drawing/2014/main" id="{D57E1929-1356-437B-9FFF-DCB3F7B5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321">
            <a:extLst xmlns:a="http://schemas.openxmlformats.org/drawingml/2006/main">
              <a:ext uri="{FF2B5EF4-FFF2-40B4-BE49-F238E27FC236}">
                <a16:creationId xmlns:a16="http://schemas.microsoft.com/office/drawing/2014/main" id="{B8D17D44-C2A8-4505-AEEA-3EF329A3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322">
            <a:extLst xmlns:a="http://schemas.openxmlformats.org/drawingml/2006/main">
              <a:ext uri="{FF2B5EF4-FFF2-40B4-BE49-F238E27FC236}">
                <a16:creationId xmlns:a16="http://schemas.microsoft.com/office/drawing/2014/main" id="{A349C986-BB9F-4BA9-BC33-9655598E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341e8155ed242e4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758c2a9b4e4bd3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23">
            <a:extLst xmlns:a="http://schemas.openxmlformats.org/drawingml/2006/main">
              <a:ext uri="{FF2B5EF4-FFF2-40B4-BE49-F238E27FC236}">
                <a16:creationId xmlns:a16="http://schemas.microsoft.com/office/drawing/2014/main" id="{3829A40B-027D-40D5-9CD4-7D481550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6257771ae4f49bb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e684614e7a42f2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24">
            <a:extLst xmlns:a="http://schemas.openxmlformats.org/drawingml/2006/main">
              <a:ext uri="{FF2B5EF4-FFF2-40B4-BE49-F238E27FC236}">
                <a16:creationId xmlns:a16="http://schemas.microsoft.com/office/drawing/2014/main" id="{23D0B137-16B4-4E68-97F0-9D0EE9CD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25">
            <a:extLst xmlns:a="http://schemas.openxmlformats.org/drawingml/2006/main">
              <a:ext uri="{FF2B5EF4-FFF2-40B4-BE49-F238E27FC236}">
                <a16:creationId xmlns:a16="http://schemas.microsoft.com/office/drawing/2014/main" id="{DBE3AC36-E3C6-4993-BE0A-F43D91C0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326">
            <a:extLst xmlns:a="http://schemas.openxmlformats.org/drawingml/2006/main">
              <a:ext uri="{FF2B5EF4-FFF2-40B4-BE49-F238E27FC236}">
                <a16:creationId xmlns:a16="http://schemas.microsoft.com/office/drawing/2014/main" id="{0AD24700-FFBB-4611-8412-9E444161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327">
            <a:extLst xmlns:a="http://schemas.openxmlformats.org/drawingml/2006/main">
              <a:ext uri="{FF2B5EF4-FFF2-40B4-BE49-F238E27FC236}">
                <a16:creationId xmlns:a16="http://schemas.microsoft.com/office/drawing/2014/main" id="{AC5BC7C4-BB17-4443-9542-BD454F42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328">
            <a:extLst xmlns:a="http://schemas.openxmlformats.org/drawingml/2006/main">
              <a:ext uri="{FF2B5EF4-FFF2-40B4-BE49-F238E27FC236}">
                <a16:creationId xmlns:a16="http://schemas.microsoft.com/office/drawing/2014/main" id="{D67FFB5D-A9CA-47BB-8A1B-398D27B3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f6df10d8554a7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e3148e4cc459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29">
            <a:extLst xmlns:a="http://schemas.openxmlformats.org/drawingml/2006/main">
              <a:ext uri="{FF2B5EF4-FFF2-40B4-BE49-F238E27FC236}">
                <a16:creationId xmlns:a16="http://schemas.microsoft.com/office/drawing/2014/main" id="{2CB5E825-4B01-4DF2-A093-A6740930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8f2a19d2d9437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45988c0e347ac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30">
            <a:extLst xmlns:a="http://schemas.openxmlformats.org/drawingml/2006/main">
              <a:ext uri="{FF2B5EF4-FFF2-40B4-BE49-F238E27FC236}">
                <a16:creationId xmlns:a16="http://schemas.microsoft.com/office/drawing/2014/main" id="{E6D88EFC-5E5D-4B3E-AA6D-BAF49C1E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31">
            <a:extLst xmlns:a="http://schemas.openxmlformats.org/drawingml/2006/main">
              <a:ext uri="{FF2B5EF4-FFF2-40B4-BE49-F238E27FC236}">
                <a16:creationId xmlns:a16="http://schemas.microsoft.com/office/drawing/2014/main" id="{70FBD364-A67F-46FA-B310-673B51C4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332">
            <a:extLst xmlns:a="http://schemas.openxmlformats.org/drawingml/2006/main">
              <a:ext uri="{FF2B5EF4-FFF2-40B4-BE49-F238E27FC236}">
                <a16:creationId xmlns:a16="http://schemas.microsoft.com/office/drawing/2014/main" id="{1DD27B29-EAC0-4B9E-92FA-DE895209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333">
            <a:extLst xmlns:a="http://schemas.openxmlformats.org/drawingml/2006/main">
              <a:ext uri="{FF2B5EF4-FFF2-40B4-BE49-F238E27FC236}">
                <a16:creationId xmlns:a16="http://schemas.microsoft.com/office/drawing/2014/main" id="{D0D7F9A4-3B0C-4DF1-AE5A-26557517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334">
            <a:extLst xmlns:a="http://schemas.openxmlformats.org/drawingml/2006/main">
              <a:ext uri="{FF2B5EF4-FFF2-40B4-BE49-F238E27FC236}">
                <a16:creationId xmlns:a16="http://schemas.microsoft.com/office/drawing/2014/main" id="{ACD7A537-7E74-487D-B521-2E7FE9CB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053b938e6334273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e9b14f76141f0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35">
            <a:extLst xmlns:a="http://schemas.openxmlformats.org/drawingml/2006/main">
              <a:ext uri="{FF2B5EF4-FFF2-40B4-BE49-F238E27FC236}">
                <a16:creationId xmlns:a16="http://schemas.microsoft.com/office/drawing/2014/main" id="{FCA9A693-D554-404D-AEC2-CF205E10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6be457e24a46d7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bf9fee5724cec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86488570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36">
            <a:extLst xmlns:a="http://schemas.openxmlformats.org/drawingml/2006/main">
              <a:ext uri="{FF2B5EF4-FFF2-40B4-BE49-F238E27FC236}">
                <a16:creationId xmlns:a16="http://schemas.microsoft.com/office/drawing/2014/main" id="{C2069251-0D3D-431A-881C-CBD72E1D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798F80-4A85-49B6-AB19-1BB648FDF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3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8">
            <a:extLst xmlns:a="http://schemas.openxmlformats.org/drawingml/2006/main">
              <a:ext uri="{FF2B5EF4-FFF2-40B4-BE49-F238E27FC236}">
                <a16:creationId xmlns:a16="http://schemas.microsoft.com/office/drawing/2014/main" id="{D4765071-2B20-4787-931F-6959D2BC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953D8F9-D953-47CB-AF1D-57D25642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39">
            <a:extLst xmlns:a="http://schemas.openxmlformats.org/drawingml/2006/main">
              <a:ext uri="{FF2B5EF4-FFF2-40B4-BE49-F238E27FC236}">
                <a16:creationId xmlns:a16="http://schemas.microsoft.com/office/drawing/2014/main" id="{4358E48B-DFDF-4EC0-B14A-47EEFCEF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340">
            <a:extLst xmlns:a="http://schemas.openxmlformats.org/drawingml/2006/main">
              <a:ext uri="{FF2B5EF4-FFF2-40B4-BE49-F238E27FC236}">
                <a16:creationId xmlns:a16="http://schemas.microsoft.com/office/drawing/2014/main" id="{F28C24A1-8360-47E8-A9E9-3155F8BA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41">
            <a:extLst xmlns:a="http://schemas.openxmlformats.org/drawingml/2006/main">
              <a:ext uri="{FF2B5EF4-FFF2-40B4-BE49-F238E27FC236}">
                <a16:creationId xmlns:a16="http://schemas.microsoft.com/office/drawing/2014/main" id="{3251A960-CA1B-4A40-8A55-00875BD4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342">
            <a:extLst xmlns:a="http://schemas.openxmlformats.org/drawingml/2006/main">
              <a:ext uri="{FF2B5EF4-FFF2-40B4-BE49-F238E27FC236}">
                <a16:creationId xmlns:a16="http://schemas.microsoft.com/office/drawing/2014/main" id="{D270743C-54FF-4A64-83BC-A4F2769D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343">
            <a:extLst xmlns:a="http://schemas.openxmlformats.org/drawingml/2006/main">
              <a:ext uri="{FF2B5EF4-FFF2-40B4-BE49-F238E27FC236}">
                <a16:creationId xmlns:a16="http://schemas.microsoft.com/office/drawing/2014/main" id="{E7C92194-1D7E-4130-A8D3-BED54CCD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344">
            <a:extLst xmlns:a="http://schemas.openxmlformats.org/drawingml/2006/main">
              <a:ext uri="{FF2B5EF4-FFF2-40B4-BE49-F238E27FC236}">
                <a16:creationId xmlns:a16="http://schemas.microsoft.com/office/drawing/2014/main" id="{380E4B6E-EB9C-441E-A9D6-4C576F60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e79731168f4406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24c3c89fd4b9c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45">
            <a:extLst xmlns:a="http://schemas.openxmlformats.org/drawingml/2006/main">
              <a:ext uri="{FF2B5EF4-FFF2-40B4-BE49-F238E27FC236}">
                <a16:creationId xmlns:a16="http://schemas.microsoft.com/office/drawing/2014/main" id="{3E0AFDEB-68F2-4C81-A09B-35D48564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d6f42f67c84611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755a204c3456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46">
            <a:extLst xmlns:a="http://schemas.openxmlformats.org/drawingml/2006/main">
              <a:ext uri="{FF2B5EF4-FFF2-40B4-BE49-F238E27FC236}">
                <a16:creationId xmlns:a16="http://schemas.microsoft.com/office/drawing/2014/main" id="{0ED28FD6-B363-4AFC-9ED0-89A09387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47">
            <a:extLst xmlns:a="http://schemas.openxmlformats.org/drawingml/2006/main">
              <a:ext uri="{FF2B5EF4-FFF2-40B4-BE49-F238E27FC236}">
                <a16:creationId xmlns:a16="http://schemas.microsoft.com/office/drawing/2014/main" id="{9EB7992D-40EF-4BA8-B67D-ECEC0A2C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348">
            <a:extLst xmlns:a="http://schemas.openxmlformats.org/drawingml/2006/main">
              <a:ext uri="{FF2B5EF4-FFF2-40B4-BE49-F238E27FC236}">
                <a16:creationId xmlns:a16="http://schemas.microsoft.com/office/drawing/2014/main" id="{B185BA80-7B26-4142-916B-6241C9E4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349">
            <a:extLst xmlns:a="http://schemas.openxmlformats.org/drawingml/2006/main">
              <a:ext uri="{FF2B5EF4-FFF2-40B4-BE49-F238E27FC236}">
                <a16:creationId xmlns:a16="http://schemas.microsoft.com/office/drawing/2014/main" id="{507A75A5-760B-4648-BE94-FB49BB94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350">
            <a:extLst xmlns:a="http://schemas.openxmlformats.org/drawingml/2006/main">
              <a:ext uri="{FF2B5EF4-FFF2-40B4-BE49-F238E27FC236}">
                <a16:creationId xmlns:a16="http://schemas.microsoft.com/office/drawing/2014/main" id="{C0A31675-2869-4E1E-838C-D0BFCBC1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d41d67540a44b6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012eb0b1747bc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51">
            <a:extLst xmlns:a="http://schemas.openxmlformats.org/drawingml/2006/main">
              <a:ext uri="{FF2B5EF4-FFF2-40B4-BE49-F238E27FC236}">
                <a16:creationId xmlns:a16="http://schemas.microsoft.com/office/drawing/2014/main" id="{7172822C-15E6-4521-96EF-85ED7456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ccc146613904363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2359b18944d21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52">
            <a:extLst xmlns:a="http://schemas.openxmlformats.org/drawingml/2006/main">
              <a:ext uri="{FF2B5EF4-FFF2-40B4-BE49-F238E27FC236}">
                <a16:creationId xmlns:a16="http://schemas.microsoft.com/office/drawing/2014/main" id="{267EE8EF-5C71-4126-B712-207A26BA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53">
            <a:extLst xmlns:a="http://schemas.openxmlformats.org/drawingml/2006/main">
              <a:ext uri="{FF2B5EF4-FFF2-40B4-BE49-F238E27FC236}">
                <a16:creationId xmlns:a16="http://schemas.microsoft.com/office/drawing/2014/main" id="{ADAD1642-B56F-45F1-A162-735B88AB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354">
            <a:extLst xmlns:a="http://schemas.openxmlformats.org/drawingml/2006/main">
              <a:ext uri="{FF2B5EF4-FFF2-40B4-BE49-F238E27FC236}">
                <a16:creationId xmlns:a16="http://schemas.microsoft.com/office/drawing/2014/main" id="{5C44777F-9ED5-4705-8868-6D6C54F2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355">
            <a:extLst xmlns:a="http://schemas.openxmlformats.org/drawingml/2006/main">
              <a:ext uri="{FF2B5EF4-FFF2-40B4-BE49-F238E27FC236}">
                <a16:creationId xmlns:a16="http://schemas.microsoft.com/office/drawing/2014/main" id="{71871FB0-670F-4F1F-8A39-FFBF87DF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356">
            <a:extLst xmlns:a="http://schemas.openxmlformats.org/drawingml/2006/main">
              <a:ext uri="{FF2B5EF4-FFF2-40B4-BE49-F238E27FC236}">
                <a16:creationId xmlns:a16="http://schemas.microsoft.com/office/drawing/2014/main" id="{C83D5062-2D7F-4E93-A5C9-686E33DC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41e13cac94437e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0f428ba4c04380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57">
            <a:extLst xmlns:a="http://schemas.openxmlformats.org/drawingml/2006/main">
              <a:ext uri="{FF2B5EF4-FFF2-40B4-BE49-F238E27FC236}">
                <a16:creationId xmlns:a16="http://schemas.microsoft.com/office/drawing/2014/main" id="{42A6C2A1-DB5B-48DC-933B-4B3D4FAA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e27772041f5494f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99359f8524118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81383611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358">
            <a:extLst xmlns:a="http://schemas.openxmlformats.org/drawingml/2006/main">
              <a:ext uri="{FF2B5EF4-FFF2-40B4-BE49-F238E27FC236}">
                <a16:creationId xmlns:a16="http://schemas.microsoft.com/office/drawing/2014/main" id="{C4538290-7013-4F3B-AE20-64932522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098DCF-FA5E-46EE-BFD0-F579873F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3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0">
            <a:extLst xmlns:a="http://schemas.openxmlformats.org/drawingml/2006/main">
              <a:ext uri="{FF2B5EF4-FFF2-40B4-BE49-F238E27FC236}">
                <a16:creationId xmlns:a16="http://schemas.microsoft.com/office/drawing/2014/main" id="{2DA02CB1-DDF4-4B2A-9D99-A4B55616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14E5EEF-5FD9-40D7-AEAF-F91DD1D4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1">
            <a:extLst xmlns:a="http://schemas.openxmlformats.org/drawingml/2006/main">
              <a:ext uri="{FF2B5EF4-FFF2-40B4-BE49-F238E27FC236}">
                <a16:creationId xmlns:a16="http://schemas.microsoft.com/office/drawing/2014/main" id="{A7BEEE86-DF2B-4943-8A1C-1DC3927B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2">
            <a:extLst xmlns:a="http://schemas.openxmlformats.org/drawingml/2006/main">
              <a:ext uri="{FF2B5EF4-FFF2-40B4-BE49-F238E27FC236}">
                <a16:creationId xmlns:a16="http://schemas.microsoft.com/office/drawing/2014/main" id="{A44368AE-C23B-46A1-8199-44085D1A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363">
            <a:extLst xmlns:a="http://schemas.openxmlformats.org/drawingml/2006/main">
              <a:ext uri="{FF2B5EF4-FFF2-40B4-BE49-F238E27FC236}">
                <a16:creationId xmlns:a16="http://schemas.microsoft.com/office/drawing/2014/main" id="{6AB7928A-60D7-475A-B712-E9CE3530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364">
            <a:extLst xmlns:a="http://schemas.openxmlformats.org/drawingml/2006/main">
              <a:ext uri="{FF2B5EF4-FFF2-40B4-BE49-F238E27FC236}">
                <a16:creationId xmlns:a16="http://schemas.microsoft.com/office/drawing/2014/main" id="{46C41E79-D798-43FD-8229-E6CB2836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365">
            <a:extLst xmlns:a="http://schemas.openxmlformats.org/drawingml/2006/main">
              <a:ext uri="{FF2B5EF4-FFF2-40B4-BE49-F238E27FC236}">
                <a16:creationId xmlns:a16="http://schemas.microsoft.com/office/drawing/2014/main" id="{64A3D59D-AAE9-4611-860C-47759D4D7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66">
            <a:extLst xmlns:a="http://schemas.openxmlformats.org/drawingml/2006/main">
              <a:ext uri="{FF2B5EF4-FFF2-40B4-BE49-F238E27FC236}">
                <a16:creationId xmlns:a16="http://schemas.microsoft.com/office/drawing/2014/main" id="{D430B8BB-1FA7-4606-A7E6-879A9414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367">
            <a:extLst xmlns:a="http://schemas.openxmlformats.org/drawingml/2006/main">
              <a:ext uri="{FF2B5EF4-FFF2-40B4-BE49-F238E27FC236}">
                <a16:creationId xmlns:a16="http://schemas.microsoft.com/office/drawing/2014/main" id="{DE4C0809-B430-4719-AF06-F67FEE88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368">
            <a:extLst xmlns:a="http://schemas.openxmlformats.org/drawingml/2006/main">
              <a:ext uri="{FF2B5EF4-FFF2-40B4-BE49-F238E27FC236}">
                <a16:creationId xmlns:a16="http://schemas.microsoft.com/office/drawing/2014/main" id="{2FEF4C2E-A1EC-4BD7-83E7-D1647F80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369">
            <a:extLst xmlns:a="http://schemas.openxmlformats.org/drawingml/2006/main">
              <a:ext uri="{FF2B5EF4-FFF2-40B4-BE49-F238E27FC236}">
                <a16:creationId xmlns:a16="http://schemas.microsoft.com/office/drawing/2014/main" id="{FE6F7BA5-4F5A-4582-8778-451AD241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0">
            <a:extLst xmlns:a="http://schemas.openxmlformats.org/drawingml/2006/main">
              <a:ext uri="{FF2B5EF4-FFF2-40B4-BE49-F238E27FC236}">
                <a16:creationId xmlns:a16="http://schemas.microsoft.com/office/drawing/2014/main" id="{8CC4F9E1-18A6-4A47-91A4-9EEB2CA2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71">
            <a:extLst xmlns:a="http://schemas.openxmlformats.org/drawingml/2006/main">
              <a:ext uri="{FF2B5EF4-FFF2-40B4-BE49-F238E27FC236}">
                <a16:creationId xmlns:a16="http://schemas.microsoft.com/office/drawing/2014/main" id="{95DF8A7F-468A-4D48-98EB-6ABCC68B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372">
            <a:extLst xmlns:a="http://schemas.openxmlformats.org/drawingml/2006/main">
              <a:ext uri="{FF2B5EF4-FFF2-40B4-BE49-F238E27FC236}">
                <a16:creationId xmlns:a16="http://schemas.microsoft.com/office/drawing/2014/main" id="{99FD2E5D-753F-4579-AF51-039E0B82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373">
            <a:extLst xmlns:a="http://schemas.openxmlformats.org/drawingml/2006/main">
              <a:ext uri="{FF2B5EF4-FFF2-40B4-BE49-F238E27FC236}">
                <a16:creationId xmlns:a16="http://schemas.microsoft.com/office/drawing/2014/main" id="{6319D313-A26A-42F4-8FA8-6C702AA9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74">
            <a:extLst xmlns:a="http://schemas.openxmlformats.org/drawingml/2006/main">
              <a:ext uri="{FF2B5EF4-FFF2-40B4-BE49-F238E27FC236}">
                <a16:creationId xmlns:a16="http://schemas.microsoft.com/office/drawing/2014/main" id="{CFBA1154-4EC4-4595-94B2-4F7FBA87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75">
            <a:extLst xmlns:a="http://schemas.openxmlformats.org/drawingml/2006/main">
              <a:ext uri="{FF2B5EF4-FFF2-40B4-BE49-F238E27FC236}">
                <a16:creationId xmlns:a16="http://schemas.microsoft.com/office/drawing/2014/main" id="{0D7CF173-E64B-4009-9E4A-36970D06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376">
            <a:extLst xmlns:a="http://schemas.openxmlformats.org/drawingml/2006/main">
              <a:ext uri="{FF2B5EF4-FFF2-40B4-BE49-F238E27FC236}">
                <a16:creationId xmlns:a16="http://schemas.microsoft.com/office/drawing/2014/main" id="{A704CCE0-E27F-4B3C-A7A9-811E1C15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952">
            <a:extLst xmlns:a="http://schemas.openxmlformats.org/drawingml/2006/main">
              <a:ext uri="{FF2B5EF4-FFF2-40B4-BE49-F238E27FC236}">
                <a16:creationId xmlns:a16="http://schemas.microsoft.com/office/drawing/2014/main" id="{B512DFEE-8FA2-4261-B60F-E1EB5761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14728c45064792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db3205d5d7431d"/>
              </a:rPr>
              <a:t>Codex Voice ↗</a:t>
            </a:r>
          </a:p>
        </p:txBody>
      </p:sp>
      <p:sp>
        <p:nvSpPr>
          <p:cNvPr id="23" name="shape-985">
            <a:extLst xmlns:a="http://schemas.openxmlformats.org/drawingml/2006/main">
              <a:ext uri="{FF2B5EF4-FFF2-40B4-BE49-F238E27FC236}">
                <a16:creationId xmlns:a16="http://schemas.microsoft.com/office/drawing/2014/main" id="{5A3FF0EB-E16C-48B1-A3E2-722226BE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7d3cba37f4d9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86">
            <a:extLst xmlns:a="http://schemas.openxmlformats.org/drawingml/2006/main">
              <a:ext uri="{FF2B5EF4-FFF2-40B4-BE49-F238E27FC236}">
                <a16:creationId xmlns:a16="http://schemas.microsoft.com/office/drawing/2014/main" id="{BF64C5DC-C67F-47AC-A3B2-6E21CE0C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1de2d757146e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87">
            <a:extLst xmlns:a="http://schemas.openxmlformats.org/drawingml/2006/main">
              <a:ext uri="{FF2B5EF4-FFF2-40B4-BE49-F238E27FC236}">
                <a16:creationId xmlns:a16="http://schemas.microsoft.com/office/drawing/2014/main" id="{A2C28FFE-4BF2-4D74-A61F-0AFC7791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05752569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77">
            <a:extLst xmlns:a="http://schemas.openxmlformats.org/drawingml/2006/main">
              <a:ext uri="{FF2B5EF4-FFF2-40B4-BE49-F238E27FC236}">
                <a16:creationId xmlns:a16="http://schemas.microsoft.com/office/drawing/2014/main" id="{3E88D0DB-9372-4983-9BC3-437398CA3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B01395B-0FA2-4543-B615-8EFC2E6F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3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9">
            <a:extLst xmlns:a="http://schemas.openxmlformats.org/drawingml/2006/main">
              <a:ext uri="{FF2B5EF4-FFF2-40B4-BE49-F238E27FC236}">
                <a16:creationId xmlns:a16="http://schemas.microsoft.com/office/drawing/2014/main" id="{FF7949E5-BFF6-4794-9249-69A7FECC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820F71E-6913-4DD5-B1B9-382AF0FC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80">
            <a:extLst xmlns:a="http://schemas.openxmlformats.org/drawingml/2006/main">
              <a:ext uri="{FF2B5EF4-FFF2-40B4-BE49-F238E27FC236}">
                <a16:creationId xmlns:a16="http://schemas.microsoft.com/office/drawing/2014/main" id="{55CCC826-8680-44FA-9FBB-8BF7AABF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81">
            <a:extLst xmlns:a="http://schemas.openxmlformats.org/drawingml/2006/main">
              <a:ext uri="{FF2B5EF4-FFF2-40B4-BE49-F238E27FC236}">
                <a16:creationId xmlns:a16="http://schemas.microsoft.com/office/drawing/2014/main" id="{1F4BA0C3-39B4-425C-BC94-56778DE2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82">
            <a:extLst xmlns:a="http://schemas.openxmlformats.org/drawingml/2006/main">
              <a:ext uri="{FF2B5EF4-FFF2-40B4-BE49-F238E27FC236}">
                <a16:creationId xmlns:a16="http://schemas.microsoft.com/office/drawing/2014/main" id="{04824785-8102-483F-9646-432B93CB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383">
            <a:extLst xmlns:a="http://schemas.openxmlformats.org/drawingml/2006/main">
              <a:ext uri="{FF2B5EF4-FFF2-40B4-BE49-F238E27FC236}">
                <a16:creationId xmlns:a16="http://schemas.microsoft.com/office/drawing/2014/main" id="{5BC58AC1-147F-4694-BB86-68B0946E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384">
            <a:extLst xmlns:a="http://schemas.openxmlformats.org/drawingml/2006/main">
              <a:ext uri="{FF2B5EF4-FFF2-40B4-BE49-F238E27FC236}">
                <a16:creationId xmlns:a16="http://schemas.microsoft.com/office/drawing/2014/main" id="{ABE6AC93-B30E-47BA-BB96-A137643F2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385">
            <a:extLst xmlns:a="http://schemas.openxmlformats.org/drawingml/2006/main">
              <a:ext uri="{FF2B5EF4-FFF2-40B4-BE49-F238E27FC236}">
                <a16:creationId xmlns:a16="http://schemas.microsoft.com/office/drawing/2014/main" id="{C8732F3C-D2FC-4AE7-8563-CD58D9FD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953">
            <a:extLst xmlns:a="http://schemas.openxmlformats.org/drawingml/2006/main">
              <a:ext uri="{FF2B5EF4-FFF2-40B4-BE49-F238E27FC236}">
                <a16:creationId xmlns:a16="http://schemas.microsoft.com/office/drawing/2014/main" id="{34D94C93-E123-4387-9621-F8A6EB87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c94a99ec3f41aa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69a7a541b646c5"/>
              </a:rPr>
              <a:t>Codex Voice ↗</a:t>
            </a:r>
          </a:p>
        </p:txBody>
      </p:sp>
      <p:sp>
        <p:nvSpPr>
          <p:cNvPr id="13" name="shape-988">
            <a:extLst xmlns:a="http://schemas.openxmlformats.org/drawingml/2006/main">
              <a:ext uri="{FF2B5EF4-FFF2-40B4-BE49-F238E27FC236}">
                <a16:creationId xmlns:a16="http://schemas.microsoft.com/office/drawing/2014/main" id="{77498A3C-E5B0-4040-9494-FBAE7C8D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1f0d6a82a478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89">
            <a:extLst xmlns:a="http://schemas.openxmlformats.org/drawingml/2006/main">
              <a:ext uri="{FF2B5EF4-FFF2-40B4-BE49-F238E27FC236}">
                <a16:creationId xmlns:a16="http://schemas.microsoft.com/office/drawing/2014/main" id="{62258664-0E3A-4F57-89C2-23F51F2B6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c11cdce94744f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90">
            <a:extLst xmlns:a="http://schemas.openxmlformats.org/drawingml/2006/main">
              <a:ext uri="{FF2B5EF4-FFF2-40B4-BE49-F238E27FC236}">
                <a16:creationId xmlns:a16="http://schemas.microsoft.com/office/drawing/2014/main" id="{E53D8E50-02C0-4E3A-BBF4-F53F3955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77853758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86">
            <a:extLst xmlns:a="http://schemas.openxmlformats.org/drawingml/2006/main">
              <a:ext uri="{FF2B5EF4-FFF2-40B4-BE49-F238E27FC236}">
                <a16:creationId xmlns:a16="http://schemas.microsoft.com/office/drawing/2014/main" id="{E70FBC5B-357D-4BBB-8FB3-49CDAA57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597AC2-25AC-4CBA-BA6C-3A78DAA4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8">
            <a:extLst xmlns:a="http://schemas.openxmlformats.org/drawingml/2006/main">
              <a:ext uri="{FF2B5EF4-FFF2-40B4-BE49-F238E27FC236}">
                <a16:creationId xmlns:a16="http://schemas.microsoft.com/office/drawing/2014/main" id="{4AE5B899-6197-4104-990E-18A6FD5B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01C196-38C0-466B-8ACA-9A5BC187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89">
            <a:extLst xmlns:a="http://schemas.openxmlformats.org/drawingml/2006/main">
              <a:ext uri="{FF2B5EF4-FFF2-40B4-BE49-F238E27FC236}">
                <a16:creationId xmlns:a16="http://schemas.microsoft.com/office/drawing/2014/main" id="{9025622A-EA5F-4720-8B4B-7E928E1A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90">
            <a:extLst xmlns:a="http://schemas.openxmlformats.org/drawingml/2006/main">
              <a:ext uri="{FF2B5EF4-FFF2-40B4-BE49-F238E27FC236}">
                <a16:creationId xmlns:a16="http://schemas.microsoft.com/office/drawing/2014/main" id="{FEC277E9-A0E2-4230-890D-03337BE2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91">
            <a:extLst xmlns:a="http://schemas.openxmlformats.org/drawingml/2006/main">
              <a:ext uri="{FF2B5EF4-FFF2-40B4-BE49-F238E27FC236}">
                <a16:creationId xmlns:a16="http://schemas.microsoft.com/office/drawing/2014/main" id="{723625F7-C459-4A8B-A05B-73E5D9DC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2">
            <a:extLst xmlns:a="http://schemas.openxmlformats.org/drawingml/2006/main">
              <a:ext uri="{FF2B5EF4-FFF2-40B4-BE49-F238E27FC236}">
                <a16:creationId xmlns:a16="http://schemas.microsoft.com/office/drawing/2014/main" id="{EF89A3CE-D6EB-43D3-888E-DCC07214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393">
            <a:extLst xmlns:a="http://schemas.openxmlformats.org/drawingml/2006/main">
              <a:ext uri="{FF2B5EF4-FFF2-40B4-BE49-F238E27FC236}">
                <a16:creationId xmlns:a16="http://schemas.microsoft.com/office/drawing/2014/main" id="{1BF85809-E479-4F99-B8FA-16DD1A13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94">
            <a:extLst xmlns:a="http://schemas.openxmlformats.org/drawingml/2006/main">
              <a:ext uri="{FF2B5EF4-FFF2-40B4-BE49-F238E27FC236}">
                <a16:creationId xmlns:a16="http://schemas.microsoft.com/office/drawing/2014/main" id="{C231EFD9-7D85-4091-9518-D036C42C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395">
            <a:extLst xmlns:a="http://schemas.openxmlformats.org/drawingml/2006/main">
              <a:ext uri="{FF2B5EF4-FFF2-40B4-BE49-F238E27FC236}">
                <a16:creationId xmlns:a16="http://schemas.microsoft.com/office/drawing/2014/main" id="{A9775602-1A44-4DF7-A572-92E4BE0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96">
            <a:extLst xmlns:a="http://schemas.openxmlformats.org/drawingml/2006/main">
              <a:ext uri="{FF2B5EF4-FFF2-40B4-BE49-F238E27FC236}">
                <a16:creationId xmlns:a16="http://schemas.microsoft.com/office/drawing/2014/main" id="{D46A8BF5-E8B0-4163-82F2-9A2EF5EB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397">
            <a:extLst xmlns:a="http://schemas.openxmlformats.org/drawingml/2006/main">
              <a:ext uri="{FF2B5EF4-FFF2-40B4-BE49-F238E27FC236}">
                <a16:creationId xmlns:a16="http://schemas.microsoft.com/office/drawing/2014/main" id="{AE9D79E9-342E-432D-9BB3-7A731A46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98">
            <a:extLst xmlns:a="http://schemas.openxmlformats.org/drawingml/2006/main">
              <a:ext uri="{FF2B5EF4-FFF2-40B4-BE49-F238E27FC236}">
                <a16:creationId xmlns:a16="http://schemas.microsoft.com/office/drawing/2014/main" id="{42E34DB0-24E4-4510-9854-A87493B1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399">
            <a:extLst xmlns:a="http://schemas.openxmlformats.org/drawingml/2006/main">
              <a:ext uri="{FF2B5EF4-FFF2-40B4-BE49-F238E27FC236}">
                <a16:creationId xmlns:a16="http://schemas.microsoft.com/office/drawing/2014/main" id="{CAE76227-01FE-495C-8D39-6F8610D8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00">
            <a:extLst xmlns:a="http://schemas.openxmlformats.org/drawingml/2006/main">
              <a:ext uri="{FF2B5EF4-FFF2-40B4-BE49-F238E27FC236}">
                <a16:creationId xmlns:a16="http://schemas.microsoft.com/office/drawing/2014/main" id="{1FE08E2E-2664-4227-ACEC-5D7FBE99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01">
            <a:extLst xmlns:a="http://schemas.openxmlformats.org/drawingml/2006/main">
              <a:ext uri="{FF2B5EF4-FFF2-40B4-BE49-F238E27FC236}">
                <a16:creationId xmlns:a16="http://schemas.microsoft.com/office/drawing/2014/main" id="{AA3077E6-9741-4063-B2E9-B5DCEB18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954">
            <a:extLst xmlns:a="http://schemas.openxmlformats.org/drawingml/2006/main">
              <a:ext uri="{FF2B5EF4-FFF2-40B4-BE49-F238E27FC236}">
                <a16:creationId xmlns:a16="http://schemas.microsoft.com/office/drawing/2014/main" id="{D46CB2E2-7B37-4F64-A36F-70336563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8142b74f284a77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54fc82b58f4123"/>
              </a:rPr>
              <a:t>Codex Voice ↗</a:t>
            </a:r>
          </a:p>
        </p:txBody>
      </p:sp>
      <p:sp>
        <p:nvSpPr>
          <p:cNvPr id="20" name="shape-991">
            <a:extLst xmlns:a="http://schemas.openxmlformats.org/drawingml/2006/main">
              <a:ext uri="{FF2B5EF4-FFF2-40B4-BE49-F238E27FC236}">
                <a16:creationId xmlns:a16="http://schemas.microsoft.com/office/drawing/2014/main" id="{BCCC506E-5B77-46A3-85A9-EFE4021B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03342678ec474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92">
            <a:extLst xmlns:a="http://schemas.openxmlformats.org/drawingml/2006/main">
              <a:ext uri="{FF2B5EF4-FFF2-40B4-BE49-F238E27FC236}">
                <a16:creationId xmlns:a16="http://schemas.microsoft.com/office/drawing/2014/main" id="{E0678582-4E4D-41A1-A3F5-2D05EB77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16ee8f3c2432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93">
            <a:extLst xmlns:a="http://schemas.openxmlformats.org/drawingml/2006/main">
              <a:ext uri="{FF2B5EF4-FFF2-40B4-BE49-F238E27FC236}">
                <a16:creationId xmlns:a16="http://schemas.microsoft.com/office/drawing/2014/main" id="{95A4D7DB-0613-42FE-8446-31CE8C84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81317464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402">
            <a:extLst xmlns:a="http://schemas.openxmlformats.org/drawingml/2006/main">
              <a:ext uri="{FF2B5EF4-FFF2-40B4-BE49-F238E27FC236}">
                <a16:creationId xmlns:a16="http://schemas.microsoft.com/office/drawing/2014/main" id="{65244424-C483-41EA-A8E6-B3B7FB35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4102B7-50ED-4D06-8866-C4E47D6B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4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04">
            <a:extLst xmlns:a="http://schemas.openxmlformats.org/drawingml/2006/main">
              <a:ext uri="{FF2B5EF4-FFF2-40B4-BE49-F238E27FC236}">
                <a16:creationId xmlns:a16="http://schemas.microsoft.com/office/drawing/2014/main" id="{1179ECF7-CDE3-4915-9501-94799232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C53423A-6227-4853-B5DD-41A78EE0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405">
            <a:extLst xmlns:a="http://schemas.openxmlformats.org/drawingml/2006/main">
              <a:ext uri="{FF2B5EF4-FFF2-40B4-BE49-F238E27FC236}">
                <a16:creationId xmlns:a16="http://schemas.microsoft.com/office/drawing/2014/main" id="{D023C892-831B-4B92-A329-BDEF604B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06">
            <a:extLst xmlns:a="http://schemas.openxmlformats.org/drawingml/2006/main">
              <a:ext uri="{FF2B5EF4-FFF2-40B4-BE49-F238E27FC236}">
                <a16:creationId xmlns:a16="http://schemas.microsoft.com/office/drawing/2014/main" id="{6EE453C6-91EC-4AC3-BA02-461DCD34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7">
            <a:extLst xmlns:a="http://schemas.openxmlformats.org/drawingml/2006/main">
              <a:ext uri="{FF2B5EF4-FFF2-40B4-BE49-F238E27FC236}">
                <a16:creationId xmlns:a16="http://schemas.microsoft.com/office/drawing/2014/main" id="{C0CE397A-F5DE-470D-A2F2-FEC2656B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08">
            <a:extLst xmlns:a="http://schemas.openxmlformats.org/drawingml/2006/main">
              <a:ext uri="{FF2B5EF4-FFF2-40B4-BE49-F238E27FC236}">
                <a16:creationId xmlns:a16="http://schemas.microsoft.com/office/drawing/2014/main" id="{29C92F39-3E7D-44F0-9DED-1820A102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409">
            <a:extLst xmlns:a="http://schemas.openxmlformats.org/drawingml/2006/main">
              <a:ext uri="{FF2B5EF4-FFF2-40B4-BE49-F238E27FC236}">
                <a16:creationId xmlns:a16="http://schemas.microsoft.com/office/drawing/2014/main" id="{9E08C31C-B86E-4E83-BAD0-753DF5AC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410">
            <a:extLst xmlns:a="http://schemas.openxmlformats.org/drawingml/2006/main">
              <a:ext uri="{FF2B5EF4-FFF2-40B4-BE49-F238E27FC236}">
                <a16:creationId xmlns:a16="http://schemas.microsoft.com/office/drawing/2014/main" id="{A37C1B4B-3845-403A-B3C5-3C73CDD0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11">
            <a:extLst xmlns:a="http://schemas.openxmlformats.org/drawingml/2006/main">
              <a:ext uri="{FF2B5EF4-FFF2-40B4-BE49-F238E27FC236}">
                <a16:creationId xmlns:a16="http://schemas.microsoft.com/office/drawing/2014/main" id="{FCDC8D90-1871-4BDD-A1C5-E5D6E01D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12">
            <a:extLst xmlns:a="http://schemas.openxmlformats.org/drawingml/2006/main">
              <a:ext uri="{FF2B5EF4-FFF2-40B4-BE49-F238E27FC236}">
                <a16:creationId xmlns:a16="http://schemas.microsoft.com/office/drawing/2014/main" id="{8648B38E-D327-4594-B1E7-5CAD8BF6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13">
            <a:extLst xmlns:a="http://schemas.openxmlformats.org/drawingml/2006/main">
              <a:ext uri="{FF2B5EF4-FFF2-40B4-BE49-F238E27FC236}">
                <a16:creationId xmlns:a16="http://schemas.microsoft.com/office/drawing/2014/main" id="{64972230-5188-4F8B-93E4-755F7CC8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14">
            <a:extLst xmlns:a="http://schemas.openxmlformats.org/drawingml/2006/main">
              <a:ext uri="{FF2B5EF4-FFF2-40B4-BE49-F238E27FC236}">
                <a16:creationId xmlns:a16="http://schemas.microsoft.com/office/drawing/2014/main" id="{BAB42C6B-9BB0-48CA-8EA6-35FC29B1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415">
            <a:extLst xmlns:a="http://schemas.openxmlformats.org/drawingml/2006/main">
              <a:ext uri="{FF2B5EF4-FFF2-40B4-BE49-F238E27FC236}">
                <a16:creationId xmlns:a16="http://schemas.microsoft.com/office/drawing/2014/main" id="{869495B0-A113-474C-9A32-E11E75DE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416">
            <a:extLst xmlns:a="http://schemas.openxmlformats.org/drawingml/2006/main">
              <a:ext uri="{FF2B5EF4-FFF2-40B4-BE49-F238E27FC236}">
                <a16:creationId xmlns:a16="http://schemas.microsoft.com/office/drawing/2014/main" id="{1C69945F-FFAF-4DCC-BA05-7D15F636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17">
            <a:extLst xmlns:a="http://schemas.openxmlformats.org/drawingml/2006/main">
              <a:ext uri="{FF2B5EF4-FFF2-40B4-BE49-F238E27FC236}">
                <a16:creationId xmlns:a16="http://schemas.microsoft.com/office/drawing/2014/main" id="{419F8C39-7385-4BAF-9FB3-CC49C74D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18">
            <a:extLst xmlns:a="http://schemas.openxmlformats.org/drawingml/2006/main">
              <a:ext uri="{FF2B5EF4-FFF2-40B4-BE49-F238E27FC236}">
                <a16:creationId xmlns:a16="http://schemas.microsoft.com/office/drawing/2014/main" id="{6CC240D7-F0C7-44E8-ABC7-9774AEA1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19">
            <a:extLst xmlns:a="http://schemas.openxmlformats.org/drawingml/2006/main">
              <a:ext uri="{FF2B5EF4-FFF2-40B4-BE49-F238E27FC236}">
                <a16:creationId xmlns:a16="http://schemas.microsoft.com/office/drawing/2014/main" id="{2E60C57D-5272-4F58-80A1-6DFA284F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20">
            <a:extLst xmlns:a="http://schemas.openxmlformats.org/drawingml/2006/main">
              <a:ext uri="{FF2B5EF4-FFF2-40B4-BE49-F238E27FC236}">
                <a16:creationId xmlns:a16="http://schemas.microsoft.com/office/drawing/2014/main" id="{40DA3825-9A79-47A6-9D48-B25F4AD3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421">
            <a:extLst xmlns:a="http://schemas.openxmlformats.org/drawingml/2006/main">
              <a:ext uri="{FF2B5EF4-FFF2-40B4-BE49-F238E27FC236}">
                <a16:creationId xmlns:a16="http://schemas.microsoft.com/office/drawing/2014/main" id="{60DB2CFB-A606-4D65-8B01-2505CE01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422">
            <a:extLst xmlns:a="http://schemas.openxmlformats.org/drawingml/2006/main">
              <a:ext uri="{FF2B5EF4-FFF2-40B4-BE49-F238E27FC236}">
                <a16:creationId xmlns:a16="http://schemas.microsoft.com/office/drawing/2014/main" id="{74F97DCC-7432-47D2-9EB5-8F30CA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23">
            <a:extLst xmlns:a="http://schemas.openxmlformats.org/drawingml/2006/main">
              <a:ext uri="{FF2B5EF4-FFF2-40B4-BE49-F238E27FC236}">
                <a16:creationId xmlns:a16="http://schemas.microsoft.com/office/drawing/2014/main" id="{B55DA4CA-A722-43FA-94A8-9BBBA1BC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24">
            <a:extLst xmlns:a="http://schemas.openxmlformats.org/drawingml/2006/main">
              <a:ext uri="{FF2B5EF4-FFF2-40B4-BE49-F238E27FC236}">
                <a16:creationId xmlns:a16="http://schemas.microsoft.com/office/drawing/2014/main" id="{BC0201B8-FE7A-4522-B884-0456FBDD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25">
            <a:extLst xmlns:a="http://schemas.openxmlformats.org/drawingml/2006/main">
              <a:ext uri="{FF2B5EF4-FFF2-40B4-BE49-F238E27FC236}">
                <a16:creationId xmlns:a16="http://schemas.microsoft.com/office/drawing/2014/main" id="{F670E068-2FAF-4DE4-989F-6EB66A1C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26">
            <a:extLst xmlns:a="http://schemas.openxmlformats.org/drawingml/2006/main">
              <a:ext uri="{FF2B5EF4-FFF2-40B4-BE49-F238E27FC236}">
                <a16:creationId xmlns:a16="http://schemas.microsoft.com/office/drawing/2014/main" id="{CD3ADBC2-8722-42E7-AB89-EA2EB8CF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427">
            <a:extLst xmlns:a="http://schemas.openxmlformats.org/drawingml/2006/main">
              <a:ext uri="{FF2B5EF4-FFF2-40B4-BE49-F238E27FC236}">
                <a16:creationId xmlns:a16="http://schemas.microsoft.com/office/drawing/2014/main" id="{12B47AB0-2435-4F08-887D-95F4A754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428">
            <a:extLst xmlns:a="http://schemas.openxmlformats.org/drawingml/2006/main">
              <a:ext uri="{FF2B5EF4-FFF2-40B4-BE49-F238E27FC236}">
                <a16:creationId xmlns:a16="http://schemas.microsoft.com/office/drawing/2014/main" id="{2D3A0131-B756-4CA6-B897-57157A1E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29">
            <a:extLst xmlns:a="http://schemas.openxmlformats.org/drawingml/2006/main">
              <a:ext uri="{FF2B5EF4-FFF2-40B4-BE49-F238E27FC236}">
                <a16:creationId xmlns:a16="http://schemas.microsoft.com/office/drawing/2014/main" id="{E53292CD-BF6C-4F52-8BCA-08E75ABC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30">
            <a:extLst xmlns:a="http://schemas.openxmlformats.org/drawingml/2006/main">
              <a:ext uri="{FF2B5EF4-FFF2-40B4-BE49-F238E27FC236}">
                <a16:creationId xmlns:a16="http://schemas.microsoft.com/office/drawing/2014/main" id="{02759713-3224-4BE2-A9F7-053245517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31">
            <a:extLst xmlns:a="http://schemas.openxmlformats.org/drawingml/2006/main">
              <a:ext uri="{FF2B5EF4-FFF2-40B4-BE49-F238E27FC236}">
                <a16:creationId xmlns:a16="http://schemas.microsoft.com/office/drawing/2014/main" id="{BE5CBAE4-14C3-4640-BACE-CDAF5E98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32">
            <a:extLst xmlns:a="http://schemas.openxmlformats.org/drawingml/2006/main">
              <a:ext uri="{FF2B5EF4-FFF2-40B4-BE49-F238E27FC236}">
                <a16:creationId xmlns:a16="http://schemas.microsoft.com/office/drawing/2014/main" id="{5B10B792-E55E-4C09-BF75-58BDF231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23AAD5BA-61E8-4D3D-B66E-9A9190CB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434">
            <a:extLst xmlns:a="http://schemas.openxmlformats.org/drawingml/2006/main">
              <a:ext uri="{FF2B5EF4-FFF2-40B4-BE49-F238E27FC236}">
                <a16:creationId xmlns:a16="http://schemas.microsoft.com/office/drawing/2014/main" id="{05681B9C-10EB-4D55-B1B8-A8C98E51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5">
            <a:extLst xmlns:a="http://schemas.openxmlformats.org/drawingml/2006/main">
              <a:ext uri="{FF2B5EF4-FFF2-40B4-BE49-F238E27FC236}">
                <a16:creationId xmlns:a16="http://schemas.microsoft.com/office/drawing/2014/main" id="{E93D61B1-9E87-46DE-81A0-C502FFA9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7a9f2d1a86d41a8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146e256fbf44d8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303e85e06a47cc"/>
              </a:rPr>
              <a:t>Gemini Notebook ↗</a:t>
            </a:r>
          </a:p>
        </p:txBody>
      </p:sp>
      <p:sp>
        <p:nvSpPr>
          <p:cNvPr id="37" name="shape-994">
            <a:extLst xmlns:a="http://schemas.openxmlformats.org/drawingml/2006/main">
              <a:ext uri="{FF2B5EF4-FFF2-40B4-BE49-F238E27FC236}">
                <a16:creationId xmlns:a16="http://schemas.microsoft.com/office/drawing/2014/main" id="{E74BC9F0-721E-4FC8-9FB7-840F81E3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61ef806f54ce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95">
            <a:extLst xmlns:a="http://schemas.openxmlformats.org/drawingml/2006/main">
              <a:ext uri="{FF2B5EF4-FFF2-40B4-BE49-F238E27FC236}">
                <a16:creationId xmlns:a16="http://schemas.microsoft.com/office/drawing/2014/main" id="{7649B010-3B59-4D93-82E1-C8DD0BAB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afd7fbeee410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96">
            <a:extLst xmlns:a="http://schemas.openxmlformats.org/drawingml/2006/main">
              <a:ext uri="{FF2B5EF4-FFF2-40B4-BE49-F238E27FC236}">
                <a16:creationId xmlns:a16="http://schemas.microsoft.com/office/drawing/2014/main" id="{A776FCAD-3EE8-4566-B6F6-2DE96799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6209660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5">
            <a:extLst xmlns:a="http://schemas.openxmlformats.org/drawingml/2006/main">
              <a:ext uri="{FF2B5EF4-FFF2-40B4-BE49-F238E27FC236}">
                <a16:creationId xmlns:a16="http://schemas.microsoft.com/office/drawing/2014/main" id="{4375751F-693B-483A-87B0-EFAA8D82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A21C68-C8C3-40FF-8A44-C8218B79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4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7">
            <a:extLst xmlns:a="http://schemas.openxmlformats.org/drawingml/2006/main">
              <a:ext uri="{FF2B5EF4-FFF2-40B4-BE49-F238E27FC236}">
                <a16:creationId xmlns:a16="http://schemas.microsoft.com/office/drawing/2014/main" id="{07B239B3-6088-47BB-8BFA-A847A639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41C388-4CDA-47BE-B991-75565054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38">
            <a:extLst xmlns:a="http://schemas.openxmlformats.org/drawingml/2006/main">
              <a:ext uri="{FF2B5EF4-FFF2-40B4-BE49-F238E27FC236}">
                <a16:creationId xmlns:a16="http://schemas.microsoft.com/office/drawing/2014/main" id="{8E34CA36-2287-4D38-A174-E8C839B5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39">
            <a:extLst xmlns:a="http://schemas.openxmlformats.org/drawingml/2006/main">
              <a:ext uri="{FF2B5EF4-FFF2-40B4-BE49-F238E27FC236}">
                <a16:creationId xmlns:a16="http://schemas.microsoft.com/office/drawing/2014/main" id="{07486A79-80C7-4332-A65C-A33D780B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40">
            <a:extLst xmlns:a="http://schemas.openxmlformats.org/drawingml/2006/main">
              <a:ext uri="{FF2B5EF4-FFF2-40B4-BE49-F238E27FC236}">
                <a16:creationId xmlns:a16="http://schemas.microsoft.com/office/drawing/2014/main" id="{1014C395-85A1-4E33-8896-C72C930B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41">
            <a:extLst xmlns:a="http://schemas.openxmlformats.org/drawingml/2006/main">
              <a:ext uri="{FF2B5EF4-FFF2-40B4-BE49-F238E27FC236}">
                <a16:creationId xmlns:a16="http://schemas.microsoft.com/office/drawing/2014/main" id="{A11CECED-909D-4A24-A91D-76D9DBB0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442">
            <a:extLst xmlns:a="http://schemas.openxmlformats.org/drawingml/2006/main">
              <a:ext uri="{FF2B5EF4-FFF2-40B4-BE49-F238E27FC236}">
                <a16:creationId xmlns:a16="http://schemas.microsoft.com/office/drawing/2014/main" id="{CA781F87-601A-4A30-B698-CF63B34F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443">
            <a:extLst xmlns:a="http://schemas.openxmlformats.org/drawingml/2006/main">
              <a:ext uri="{FF2B5EF4-FFF2-40B4-BE49-F238E27FC236}">
                <a16:creationId xmlns:a16="http://schemas.microsoft.com/office/drawing/2014/main" id="{4FB90F60-4B34-4948-A6EB-C62C92A4E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4">
            <a:extLst xmlns:a="http://schemas.openxmlformats.org/drawingml/2006/main">
              <a:ext uri="{FF2B5EF4-FFF2-40B4-BE49-F238E27FC236}">
                <a16:creationId xmlns:a16="http://schemas.microsoft.com/office/drawing/2014/main" id="{2D47847D-AE28-43B0-9EB7-58822396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45">
            <a:extLst xmlns:a="http://schemas.openxmlformats.org/drawingml/2006/main">
              <a:ext uri="{FF2B5EF4-FFF2-40B4-BE49-F238E27FC236}">
                <a16:creationId xmlns:a16="http://schemas.microsoft.com/office/drawing/2014/main" id="{762DD10E-8C92-42D5-8201-7CA893DB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6">
            <a:extLst xmlns:a="http://schemas.openxmlformats.org/drawingml/2006/main">
              <a:ext uri="{FF2B5EF4-FFF2-40B4-BE49-F238E27FC236}">
                <a16:creationId xmlns:a16="http://schemas.microsoft.com/office/drawing/2014/main" id="{276B38FD-DC8E-41D6-8D3B-407DB654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7">
            <a:extLst xmlns:a="http://schemas.openxmlformats.org/drawingml/2006/main">
              <a:ext uri="{FF2B5EF4-FFF2-40B4-BE49-F238E27FC236}">
                <a16:creationId xmlns:a16="http://schemas.microsoft.com/office/drawing/2014/main" id="{1CF2AD7D-F5A4-405F-B154-BBADB972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448">
            <a:extLst xmlns:a="http://schemas.openxmlformats.org/drawingml/2006/main">
              <a:ext uri="{FF2B5EF4-FFF2-40B4-BE49-F238E27FC236}">
                <a16:creationId xmlns:a16="http://schemas.microsoft.com/office/drawing/2014/main" id="{64570B77-68CC-4F4D-92BE-8D80614A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449">
            <a:extLst xmlns:a="http://schemas.openxmlformats.org/drawingml/2006/main">
              <a:ext uri="{FF2B5EF4-FFF2-40B4-BE49-F238E27FC236}">
                <a16:creationId xmlns:a16="http://schemas.microsoft.com/office/drawing/2014/main" id="{DF9FB7F7-A376-472F-8370-5A63A856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50">
            <a:extLst xmlns:a="http://schemas.openxmlformats.org/drawingml/2006/main">
              <a:ext uri="{FF2B5EF4-FFF2-40B4-BE49-F238E27FC236}">
                <a16:creationId xmlns:a16="http://schemas.microsoft.com/office/drawing/2014/main" id="{6339E34C-7819-4B6B-88FA-FC73C534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51">
            <a:extLst xmlns:a="http://schemas.openxmlformats.org/drawingml/2006/main">
              <a:ext uri="{FF2B5EF4-FFF2-40B4-BE49-F238E27FC236}">
                <a16:creationId xmlns:a16="http://schemas.microsoft.com/office/drawing/2014/main" id="{F7203E39-D95E-477C-ADD7-0D2B9170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2">
            <a:extLst xmlns:a="http://schemas.openxmlformats.org/drawingml/2006/main">
              <a:ext uri="{FF2B5EF4-FFF2-40B4-BE49-F238E27FC236}">
                <a16:creationId xmlns:a16="http://schemas.microsoft.com/office/drawing/2014/main" id="{DFBEA1C3-2AFF-4B9D-AB9B-FDF34B50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3">
            <a:extLst xmlns:a="http://schemas.openxmlformats.org/drawingml/2006/main">
              <a:ext uri="{FF2B5EF4-FFF2-40B4-BE49-F238E27FC236}">
                <a16:creationId xmlns:a16="http://schemas.microsoft.com/office/drawing/2014/main" id="{E746055E-7442-4F5C-B59E-2DE09488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454">
            <a:extLst xmlns:a="http://schemas.openxmlformats.org/drawingml/2006/main">
              <a:ext uri="{FF2B5EF4-FFF2-40B4-BE49-F238E27FC236}">
                <a16:creationId xmlns:a16="http://schemas.microsoft.com/office/drawing/2014/main" id="{4AF1DCD0-EEBD-4CAE-B0E5-0A05CF8F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455">
            <a:extLst xmlns:a="http://schemas.openxmlformats.org/drawingml/2006/main">
              <a:ext uri="{FF2B5EF4-FFF2-40B4-BE49-F238E27FC236}">
                <a16:creationId xmlns:a16="http://schemas.microsoft.com/office/drawing/2014/main" id="{FC7D46D0-AA93-416C-AB4B-CDFA24DD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6">
            <a:extLst xmlns:a="http://schemas.openxmlformats.org/drawingml/2006/main">
              <a:ext uri="{FF2B5EF4-FFF2-40B4-BE49-F238E27FC236}">
                <a16:creationId xmlns:a16="http://schemas.microsoft.com/office/drawing/2014/main" id="{50BF5E01-2166-4E74-8385-6D04AC85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57">
            <a:extLst xmlns:a="http://schemas.openxmlformats.org/drawingml/2006/main">
              <a:ext uri="{FF2B5EF4-FFF2-40B4-BE49-F238E27FC236}">
                <a16:creationId xmlns:a16="http://schemas.microsoft.com/office/drawing/2014/main" id="{F9028261-7D5B-4F89-A2AA-49F4C2C2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8">
            <a:extLst xmlns:a="http://schemas.openxmlformats.org/drawingml/2006/main">
              <a:ext uri="{FF2B5EF4-FFF2-40B4-BE49-F238E27FC236}">
                <a16:creationId xmlns:a16="http://schemas.microsoft.com/office/drawing/2014/main" id="{E68C9F09-670F-41EE-BC1D-ABE5DD94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9">
            <a:extLst xmlns:a="http://schemas.openxmlformats.org/drawingml/2006/main">
              <a:ext uri="{FF2B5EF4-FFF2-40B4-BE49-F238E27FC236}">
                <a16:creationId xmlns:a16="http://schemas.microsoft.com/office/drawing/2014/main" id="{E1799339-B6AC-490C-B1EB-B5D44222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460">
            <a:extLst xmlns:a="http://schemas.openxmlformats.org/drawingml/2006/main">
              <a:ext uri="{FF2B5EF4-FFF2-40B4-BE49-F238E27FC236}">
                <a16:creationId xmlns:a16="http://schemas.microsoft.com/office/drawing/2014/main" id="{8AF25969-034B-4FF1-8BB1-6987D057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461">
            <a:extLst xmlns:a="http://schemas.openxmlformats.org/drawingml/2006/main">
              <a:ext uri="{FF2B5EF4-FFF2-40B4-BE49-F238E27FC236}">
                <a16:creationId xmlns:a16="http://schemas.microsoft.com/office/drawing/2014/main" id="{D5BB8B92-F7DE-4F9A-8F73-1ADC3A73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62">
            <a:extLst xmlns:a="http://schemas.openxmlformats.org/drawingml/2006/main">
              <a:ext uri="{FF2B5EF4-FFF2-40B4-BE49-F238E27FC236}">
                <a16:creationId xmlns:a16="http://schemas.microsoft.com/office/drawing/2014/main" id="{FEEC62D4-C6D5-436E-ACBA-C88D3488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63">
            <a:extLst xmlns:a="http://schemas.openxmlformats.org/drawingml/2006/main">
              <a:ext uri="{FF2B5EF4-FFF2-40B4-BE49-F238E27FC236}">
                <a16:creationId xmlns:a16="http://schemas.microsoft.com/office/drawing/2014/main" id="{E0AD1AAE-75EF-4EE1-BD8C-F40EFB13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64">
            <a:extLst xmlns:a="http://schemas.openxmlformats.org/drawingml/2006/main">
              <a:ext uri="{FF2B5EF4-FFF2-40B4-BE49-F238E27FC236}">
                <a16:creationId xmlns:a16="http://schemas.microsoft.com/office/drawing/2014/main" id="{49A1FA9C-34C2-4376-BCC8-E0AE0878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65">
            <a:extLst xmlns:a="http://schemas.openxmlformats.org/drawingml/2006/main">
              <a:ext uri="{FF2B5EF4-FFF2-40B4-BE49-F238E27FC236}">
                <a16:creationId xmlns:a16="http://schemas.microsoft.com/office/drawing/2014/main" id="{1B3503FD-433B-4BE1-BF1E-EBEE2AA6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466">
            <a:extLst xmlns:a="http://schemas.openxmlformats.org/drawingml/2006/main">
              <a:ext uri="{FF2B5EF4-FFF2-40B4-BE49-F238E27FC236}">
                <a16:creationId xmlns:a16="http://schemas.microsoft.com/office/drawing/2014/main" id="{42B16CD2-3BE0-4A83-A71A-A7CC5AA7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467">
            <a:extLst xmlns:a="http://schemas.openxmlformats.org/drawingml/2006/main">
              <a:ext uri="{FF2B5EF4-FFF2-40B4-BE49-F238E27FC236}">
                <a16:creationId xmlns:a16="http://schemas.microsoft.com/office/drawing/2014/main" id="{39DEF2BA-E08D-439F-BAEE-23CD213E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279119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68">
            <a:extLst xmlns:a="http://schemas.openxmlformats.org/drawingml/2006/main">
              <a:ext uri="{FF2B5EF4-FFF2-40B4-BE49-F238E27FC236}">
                <a16:creationId xmlns:a16="http://schemas.microsoft.com/office/drawing/2014/main" id="{B446E1BC-BBA8-4390-A9F9-09274D07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469">
            <a:extLst xmlns:a="http://schemas.openxmlformats.org/drawingml/2006/main">
              <a:ext uri="{FF2B5EF4-FFF2-40B4-BE49-F238E27FC236}">
                <a16:creationId xmlns:a16="http://schemas.microsoft.com/office/drawing/2014/main" id="{C100B7AB-385E-400B-A7C6-CB8A4C17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470">
            <a:extLst xmlns:a="http://schemas.openxmlformats.org/drawingml/2006/main">
              <a:ext uri="{FF2B5EF4-FFF2-40B4-BE49-F238E27FC236}">
                <a16:creationId xmlns:a16="http://schemas.microsoft.com/office/drawing/2014/main" id="{6BA54D8C-0640-418C-9795-EEC57E43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471">
            <a:extLst xmlns:a="http://schemas.openxmlformats.org/drawingml/2006/main">
              <a:ext uri="{FF2B5EF4-FFF2-40B4-BE49-F238E27FC236}">
                <a16:creationId xmlns:a16="http://schemas.microsoft.com/office/drawing/2014/main" id="{94B8F432-B296-4CB8-9EEE-CE9688D9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72">
            <a:extLst xmlns:a="http://schemas.openxmlformats.org/drawingml/2006/main">
              <a:ext uri="{FF2B5EF4-FFF2-40B4-BE49-F238E27FC236}">
                <a16:creationId xmlns:a16="http://schemas.microsoft.com/office/drawing/2014/main" id="{43B4DBCE-A892-4433-B38A-410561D1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74">
            <a:extLst xmlns:a="http://schemas.openxmlformats.org/drawingml/2006/main">
              <a:ext uri="{FF2B5EF4-FFF2-40B4-BE49-F238E27FC236}">
                <a16:creationId xmlns:a16="http://schemas.microsoft.com/office/drawing/2014/main" id="{A3528DC1-97C2-4E7B-9EA4-3FEC908C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04B7C58-609B-482E-972E-E22020E0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956">
            <a:extLst xmlns:a="http://schemas.openxmlformats.org/drawingml/2006/main">
              <a:ext uri="{FF2B5EF4-FFF2-40B4-BE49-F238E27FC236}">
                <a16:creationId xmlns:a16="http://schemas.microsoft.com/office/drawing/2014/main" id="{24403E52-537D-40B0-B1A6-16641E94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fb248f0b63c4983"/>
              </a:rPr>
              <a:t>開啟 Gemini Notebook ↗</a:t>
            </a:r>
          </a:p>
        </p:txBody>
      </p:sp>
      <p:sp>
        <p:nvSpPr>
          <p:cNvPr id="10" name="shape-997">
            <a:extLst xmlns:a="http://schemas.openxmlformats.org/drawingml/2006/main">
              <a:ext uri="{FF2B5EF4-FFF2-40B4-BE49-F238E27FC236}">
                <a16:creationId xmlns:a16="http://schemas.microsoft.com/office/drawing/2014/main" id="{3B0FEC2F-A984-4500-898D-F0ABA409B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72c6667d042c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98">
            <a:extLst xmlns:a="http://schemas.openxmlformats.org/drawingml/2006/main">
              <a:ext uri="{FF2B5EF4-FFF2-40B4-BE49-F238E27FC236}">
                <a16:creationId xmlns:a16="http://schemas.microsoft.com/office/drawing/2014/main" id="{227BFE96-B8E0-4695-9DDC-DA1FFACD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08142572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75">
            <a:extLst xmlns:a="http://schemas.openxmlformats.org/drawingml/2006/main">
              <a:ext uri="{FF2B5EF4-FFF2-40B4-BE49-F238E27FC236}">
                <a16:creationId xmlns:a16="http://schemas.microsoft.com/office/drawing/2014/main" id="{FF095189-EB7D-4F9B-A13F-71389A06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A5CFC1-23A6-4A16-84BD-955E938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7">
            <a:extLst xmlns:a="http://schemas.openxmlformats.org/drawingml/2006/main">
              <a:ext uri="{FF2B5EF4-FFF2-40B4-BE49-F238E27FC236}">
                <a16:creationId xmlns:a16="http://schemas.microsoft.com/office/drawing/2014/main" id="{E36390F1-261B-4208-B7F7-298B48B9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306395C-7732-4F79-ABAD-DAD08F89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78">
            <a:extLst xmlns:a="http://schemas.openxmlformats.org/drawingml/2006/main">
              <a:ext uri="{FF2B5EF4-FFF2-40B4-BE49-F238E27FC236}">
                <a16:creationId xmlns:a16="http://schemas.microsoft.com/office/drawing/2014/main" id="{51DC3C3D-51F8-486E-9117-1F39D323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79">
            <a:extLst xmlns:a="http://schemas.openxmlformats.org/drawingml/2006/main">
              <a:ext uri="{FF2B5EF4-FFF2-40B4-BE49-F238E27FC236}">
                <a16:creationId xmlns:a16="http://schemas.microsoft.com/office/drawing/2014/main" id="{4DC556F4-8841-4F16-8DA6-27B15DE6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80">
            <a:extLst xmlns:a="http://schemas.openxmlformats.org/drawingml/2006/main">
              <a:ext uri="{FF2B5EF4-FFF2-40B4-BE49-F238E27FC236}">
                <a16:creationId xmlns:a16="http://schemas.microsoft.com/office/drawing/2014/main" id="{E25B36CC-FDFB-47D7-9174-5D26EE0E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481">
            <a:extLst xmlns:a="http://schemas.openxmlformats.org/drawingml/2006/main">
              <a:ext uri="{FF2B5EF4-FFF2-40B4-BE49-F238E27FC236}">
                <a16:creationId xmlns:a16="http://schemas.microsoft.com/office/drawing/2014/main" id="{030993FA-F44C-4AA6-813C-3BDBCD9A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482">
            <a:extLst xmlns:a="http://schemas.openxmlformats.org/drawingml/2006/main">
              <a:ext uri="{FF2B5EF4-FFF2-40B4-BE49-F238E27FC236}">
                <a16:creationId xmlns:a16="http://schemas.microsoft.com/office/drawing/2014/main" id="{31E7E447-C5C1-4C06-9741-00C5DFE0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483">
            <a:extLst xmlns:a="http://schemas.openxmlformats.org/drawingml/2006/main">
              <a:ext uri="{FF2B5EF4-FFF2-40B4-BE49-F238E27FC236}">
                <a16:creationId xmlns:a16="http://schemas.microsoft.com/office/drawing/2014/main" id="{163D4195-E6F2-435A-A63A-F33D0997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484">
            <a:extLst xmlns:a="http://schemas.openxmlformats.org/drawingml/2006/main">
              <a:ext uri="{FF2B5EF4-FFF2-40B4-BE49-F238E27FC236}">
                <a16:creationId xmlns:a16="http://schemas.microsoft.com/office/drawing/2014/main" id="{F7D6B76E-6C19-43CA-9C7B-4EE6598A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485">
            <a:extLst xmlns:a="http://schemas.openxmlformats.org/drawingml/2006/main">
              <a:ext uri="{FF2B5EF4-FFF2-40B4-BE49-F238E27FC236}">
                <a16:creationId xmlns:a16="http://schemas.microsoft.com/office/drawing/2014/main" id="{71A278BB-AE5F-4968-9514-829AC388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486">
            <a:extLst xmlns:a="http://schemas.openxmlformats.org/drawingml/2006/main">
              <a:ext uri="{FF2B5EF4-FFF2-40B4-BE49-F238E27FC236}">
                <a16:creationId xmlns:a16="http://schemas.microsoft.com/office/drawing/2014/main" id="{7C83C673-E0A1-4D36-A1A4-1C364EAA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487">
            <a:extLst xmlns:a="http://schemas.openxmlformats.org/drawingml/2006/main">
              <a:ext uri="{FF2B5EF4-FFF2-40B4-BE49-F238E27FC236}">
                <a16:creationId xmlns:a16="http://schemas.microsoft.com/office/drawing/2014/main" id="{D950CD6A-C399-4D77-8F8C-57A8D0AB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957">
            <a:extLst xmlns:a="http://schemas.openxmlformats.org/drawingml/2006/main">
              <a:ext uri="{FF2B5EF4-FFF2-40B4-BE49-F238E27FC236}">
                <a16:creationId xmlns:a16="http://schemas.microsoft.com/office/drawing/2014/main" id="{B725EFEE-E887-47A7-A452-ABC8AE72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b5a3d8a7e284eae"/>
              </a:rPr>
              <a:t>開啟 Gemini Notebook ↗</a:t>
            </a:r>
          </a:p>
        </p:txBody>
      </p:sp>
      <p:sp>
        <p:nvSpPr>
          <p:cNvPr id="19" name="shape-999">
            <a:extLst xmlns:a="http://schemas.openxmlformats.org/drawingml/2006/main">
              <a:ext uri="{FF2B5EF4-FFF2-40B4-BE49-F238E27FC236}">
                <a16:creationId xmlns:a16="http://schemas.microsoft.com/office/drawing/2014/main" id="{1974BC50-E4B5-4BC9-9A92-40197268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9a9a3fab9450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0">
            <a:extLst xmlns:a="http://schemas.openxmlformats.org/drawingml/2006/main">
              <a:ext uri="{FF2B5EF4-FFF2-40B4-BE49-F238E27FC236}">
                <a16:creationId xmlns:a16="http://schemas.microsoft.com/office/drawing/2014/main" id="{2982A8F2-FE9E-4E35-AC76-A67A06CB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3551367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88">
            <a:extLst xmlns:a="http://schemas.openxmlformats.org/drawingml/2006/main">
              <a:ext uri="{FF2B5EF4-FFF2-40B4-BE49-F238E27FC236}">
                <a16:creationId xmlns:a16="http://schemas.microsoft.com/office/drawing/2014/main" id="{AFAC83FE-3828-45B5-8A6D-488D3D2E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82C6F6-64D5-489D-9BB7-FFFDBC871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4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0">
            <a:extLst xmlns:a="http://schemas.openxmlformats.org/drawingml/2006/main">
              <a:ext uri="{FF2B5EF4-FFF2-40B4-BE49-F238E27FC236}">
                <a16:creationId xmlns:a16="http://schemas.microsoft.com/office/drawing/2014/main" id="{84646950-76FB-4B2F-A3D4-15CB8133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698FC1-01DF-4FE6-B22F-AE67F13A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91">
            <a:extLst xmlns:a="http://schemas.openxmlformats.org/drawingml/2006/main">
              <a:ext uri="{FF2B5EF4-FFF2-40B4-BE49-F238E27FC236}">
                <a16:creationId xmlns:a16="http://schemas.microsoft.com/office/drawing/2014/main" id="{31F04D97-28B4-4D04-9F31-1ECDBEDF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92">
            <a:extLst xmlns:a="http://schemas.openxmlformats.org/drawingml/2006/main">
              <a:ext uri="{FF2B5EF4-FFF2-40B4-BE49-F238E27FC236}">
                <a16:creationId xmlns:a16="http://schemas.microsoft.com/office/drawing/2014/main" id="{EF1C5F2C-24C5-4BEE-AB26-B79659BB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493">
            <a:extLst xmlns:a="http://schemas.openxmlformats.org/drawingml/2006/main">
              <a:ext uri="{FF2B5EF4-FFF2-40B4-BE49-F238E27FC236}">
                <a16:creationId xmlns:a16="http://schemas.microsoft.com/office/drawing/2014/main" id="{8F1D6EF5-5A18-4219-A12E-F3E3CF8A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494">
            <a:extLst xmlns:a="http://schemas.openxmlformats.org/drawingml/2006/main">
              <a:ext uri="{FF2B5EF4-FFF2-40B4-BE49-F238E27FC236}">
                <a16:creationId xmlns:a16="http://schemas.microsoft.com/office/drawing/2014/main" id="{6D4E1993-79A6-4A59-8883-C4936E866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495">
            <a:extLst xmlns:a="http://schemas.openxmlformats.org/drawingml/2006/main">
              <a:ext uri="{FF2B5EF4-FFF2-40B4-BE49-F238E27FC236}">
                <a16:creationId xmlns:a16="http://schemas.microsoft.com/office/drawing/2014/main" id="{3FAE83A4-800F-4425-8BB5-8BFA19C8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96">
            <a:extLst xmlns:a="http://schemas.openxmlformats.org/drawingml/2006/main">
              <a:ext uri="{FF2B5EF4-FFF2-40B4-BE49-F238E27FC236}">
                <a16:creationId xmlns:a16="http://schemas.microsoft.com/office/drawing/2014/main" id="{0E2254E0-6652-4A47-A614-AD1D39901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97">
            <a:extLst xmlns:a="http://schemas.openxmlformats.org/drawingml/2006/main">
              <a:ext uri="{FF2B5EF4-FFF2-40B4-BE49-F238E27FC236}">
                <a16:creationId xmlns:a16="http://schemas.microsoft.com/office/drawing/2014/main" id="{FC35B745-E79B-4A45-8C15-AC637E8B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498">
            <a:extLst xmlns:a="http://schemas.openxmlformats.org/drawingml/2006/main">
              <a:ext uri="{FF2B5EF4-FFF2-40B4-BE49-F238E27FC236}">
                <a16:creationId xmlns:a16="http://schemas.microsoft.com/office/drawing/2014/main" id="{66A360E3-234B-4D37-A3EB-8501B0FD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499">
            <a:extLst xmlns:a="http://schemas.openxmlformats.org/drawingml/2006/main">
              <a:ext uri="{FF2B5EF4-FFF2-40B4-BE49-F238E27FC236}">
                <a16:creationId xmlns:a16="http://schemas.microsoft.com/office/drawing/2014/main" id="{977EEC49-3AD2-4EF6-B6D3-85613A1A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00">
            <a:extLst xmlns:a="http://schemas.openxmlformats.org/drawingml/2006/main">
              <a:ext uri="{FF2B5EF4-FFF2-40B4-BE49-F238E27FC236}">
                <a16:creationId xmlns:a16="http://schemas.microsoft.com/office/drawing/2014/main" id="{162E6671-29CA-4D5A-B0CB-4C5CDB4D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501">
            <a:extLst xmlns:a="http://schemas.openxmlformats.org/drawingml/2006/main">
              <a:ext uri="{FF2B5EF4-FFF2-40B4-BE49-F238E27FC236}">
                <a16:creationId xmlns:a16="http://schemas.microsoft.com/office/drawing/2014/main" id="{90835800-FEEC-4807-B031-4BEF01F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502">
            <a:extLst xmlns:a="http://schemas.openxmlformats.org/drawingml/2006/main">
              <a:ext uri="{FF2B5EF4-FFF2-40B4-BE49-F238E27FC236}">
                <a16:creationId xmlns:a16="http://schemas.microsoft.com/office/drawing/2014/main" id="{27411EBC-5F9F-4303-8979-B9FAD8B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958">
            <a:extLst xmlns:a="http://schemas.openxmlformats.org/drawingml/2006/main">
              <a:ext uri="{FF2B5EF4-FFF2-40B4-BE49-F238E27FC236}">
                <a16:creationId xmlns:a16="http://schemas.microsoft.com/office/drawing/2014/main" id="{29370DCC-9F88-4282-9CDB-B0ADE0BC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379aaa6d114095"/>
              </a:rPr>
              <a:t>開啟 Gemini Notebook ↗</a:t>
            </a:r>
          </a:p>
        </p:txBody>
      </p:sp>
      <p:sp>
        <p:nvSpPr>
          <p:cNvPr id="19" name="shape-1001">
            <a:extLst xmlns:a="http://schemas.openxmlformats.org/drawingml/2006/main">
              <a:ext uri="{FF2B5EF4-FFF2-40B4-BE49-F238E27FC236}">
                <a16:creationId xmlns:a16="http://schemas.microsoft.com/office/drawing/2014/main" id="{4213362A-98F1-4519-B08F-42DD58F7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06be2484d549e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2">
            <a:extLst xmlns:a="http://schemas.openxmlformats.org/drawingml/2006/main">
              <a:ext uri="{FF2B5EF4-FFF2-40B4-BE49-F238E27FC236}">
                <a16:creationId xmlns:a16="http://schemas.microsoft.com/office/drawing/2014/main" id="{0113A199-8C11-4E40-AF2C-4D69FB4D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58656513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03">
            <a:extLst xmlns:a="http://schemas.openxmlformats.org/drawingml/2006/main">
              <a:ext uri="{FF2B5EF4-FFF2-40B4-BE49-F238E27FC236}">
                <a16:creationId xmlns:a16="http://schemas.microsoft.com/office/drawing/2014/main" id="{1FBFC778-B00B-4AEB-B50F-1DCF7C9C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CCCA97-E491-4FB1-B9A1-D7F4423A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5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5">
            <a:extLst xmlns:a="http://schemas.openxmlformats.org/drawingml/2006/main">
              <a:ext uri="{FF2B5EF4-FFF2-40B4-BE49-F238E27FC236}">
                <a16:creationId xmlns:a16="http://schemas.microsoft.com/office/drawing/2014/main" id="{66E0F4A9-5523-4726-8317-996A0633A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579EC4-714E-40F5-8174-997E693B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506">
            <a:extLst xmlns:a="http://schemas.openxmlformats.org/drawingml/2006/main">
              <a:ext uri="{FF2B5EF4-FFF2-40B4-BE49-F238E27FC236}">
                <a16:creationId xmlns:a16="http://schemas.microsoft.com/office/drawing/2014/main" id="{EAF0BDDC-98B3-46DA-BB74-274CCFA3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07">
            <a:extLst xmlns:a="http://schemas.openxmlformats.org/drawingml/2006/main">
              <a:ext uri="{FF2B5EF4-FFF2-40B4-BE49-F238E27FC236}">
                <a16:creationId xmlns:a16="http://schemas.microsoft.com/office/drawing/2014/main" id="{94217FB2-BBFD-429E-9B50-EA6F8E05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08">
            <a:extLst xmlns:a="http://schemas.openxmlformats.org/drawingml/2006/main">
              <a:ext uri="{FF2B5EF4-FFF2-40B4-BE49-F238E27FC236}">
                <a16:creationId xmlns:a16="http://schemas.microsoft.com/office/drawing/2014/main" id="{4479424D-D68B-4B5C-A080-99B0396A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09">
            <a:extLst xmlns:a="http://schemas.openxmlformats.org/drawingml/2006/main">
              <a:ext uri="{FF2B5EF4-FFF2-40B4-BE49-F238E27FC236}">
                <a16:creationId xmlns:a16="http://schemas.microsoft.com/office/drawing/2014/main" id="{1F009C09-F284-453C-8C7A-BA902A96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510">
            <a:extLst xmlns:a="http://schemas.openxmlformats.org/drawingml/2006/main">
              <a:ext uri="{FF2B5EF4-FFF2-40B4-BE49-F238E27FC236}">
                <a16:creationId xmlns:a16="http://schemas.microsoft.com/office/drawing/2014/main" id="{457740A3-E591-4AF7-88D3-F09A0B44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511">
            <a:extLst xmlns:a="http://schemas.openxmlformats.org/drawingml/2006/main">
              <a:ext uri="{FF2B5EF4-FFF2-40B4-BE49-F238E27FC236}">
                <a16:creationId xmlns:a16="http://schemas.microsoft.com/office/drawing/2014/main" id="{AE1061BA-4DBE-49F0-BB7B-9D98E350F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2">
            <a:extLst xmlns:a="http://schemas.openxmlformats.org/drawingml/2006/main">
              <a:ext uri="{FF2B5EF4-FFF2-40B4-BE49-F238E27FC236}">
                <a16:creationId xmlns:a16="http://schemas.microsoft.com/office/drawing/2014/main" id="{288B5FB0-F8E2-4887-A0F0-3E8B8944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513">
            <a:extLst xmlns:a="http://schemas.openxmlformats.org/drawingml/2006/main">
              <a:ext uri="{FF2B5EF4-FFF2-40B4-BE49-F238E27FC236}">
                <a16:creationId xmlns:a16="http://schemas.microsoft.com/office/drawing/2014/main" id="{742061C3-B0E6-4E5A-950B-80420ED5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4">
            <a:extLst xmlns:a="http://schemas.openxmlformats.org/drawingml/2006/main">
              <a:ext uri="{FF2B5EF4-FFF2-40B4-BE49-F238E27FC236}">
                <a16:creationId xmlns:a16="http://schemas.microsoft.com/office/drawing/2014/main" id="{4A9BD772-A1C2-4B74-81C7-78C90E5E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15">
            <a:extLst xmlns:a="http://schemas.openxmlformats.org/drawingml/2006/main">
              <a:ext uri="{FF2B5EF4-FFF2-40B4-BE49-F238E27FC236}">
                <a16:creationId xmlns:a16="http://schemas.microsoft.com/office/drawing/2014/main" id="{D7511987-7519-45C1-B8E4-7F30A530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516">
            <a:extLst xmlns:a="http://schemas.openxmlformats.org/drawingml/2006/main">
              <a:ext uri="{FF2B5EF4-FFF2-40B4-BE49-F238E27FC236}">
                <a16:creationId xmlns:a16="http://schemas.microsoft.com/office/drawing/2014/main" id="{183E9197-15D9-490C-A607-B7CC6491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517">
            <a:extLst xmlns:a="http://schemas.openxmlformats.org/drawingml/2006/main">
              <a:ext uri="{FF2B5EF4-FFF2-40B4-BE49-F238E27FC236}">
                <a16:creationId xmlns:a16="http://schemas.microsoft.com/office/drawing/2014/main" id="{9CD999FC-E738-49DA-AEA8-362B4494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18">
            <a:extLst xmlns:a="http://schemas.openxmlformats.org/drawingml/2006/main">
              <a:ext uri="{FF2B5EF4-FFF2-40B4-BE49-F238E27FC236}">
                <a16:creationId xmlns:a16="http://schemas.microsoft.com/office/drawing/2014/main" id="{A5800416-FB61-4CCD-8481-B576F772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519">
            <a:extLst xmlns:a="http://schemas.openxmlformats.org/drawingml/2006/main">
              <a:ext uri="{FF2B5EF4-FFF2-40B4-BE49-F238E27FC236}">
                <a16:creationId xmlns:a16="http://schemas.microsoft.com/office/drawing/2014/main" id="{133D0872-8A6A-4A3E-BB15-ED6F1773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0">
            <a:extLst xmlns:a="http://schemas.openxmlformats.org/drawingml/2006/main">
              <a:ext uri="{FF2B5EF4-FFF2-40B4-BE49-F238E27FC236}">
                <a16:creationId xmlns:a16="http://schemas.microsoft.com/office/drawing/2014/main" id="{2C0BCF07-160D-4143-9531-9AB7089C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1">
            <a:extLst xmlns:a="http://schemas.openxmlformats.org/drawingml/2006/main">
              <a:ext uri="{FF2B5EF4-FFF2-40B4-BE49-F238E27FC236}">
                <a16:creationId xmlns:a16="http://schemas.microsoft.com/office/drawing/2014/main" id="{750F65A9-0C32-4F5C-812E-C605F982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522">
            <a:extLst xmlns:a="http://schemas.openxmlformats.org/drawingml/2006/main">
              <a:ext uri="{FF2B5EF4-FFF2-40B4-BE49-F238E27FC236}">
                <a16:creationId xmlns:a16="http://schemas.microsoft.com/office/drawing/2014/main" id="{A8714FF5-992A-4918-BE5C-B341868D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523">
            <a:extLst xmlns:a="http://schemas.openxmlformats.org/drawingml/2006/main">
              <a:ext uri="{FF2B5EF4-FFF2-40B4-BE49-F238E27FC236}">
                <a16:creationId xmlns:a16="http://schemas.microsoft.com/office/drawing/2014/main" id="{35CE1EF9-4067-46BA-8014-E93A1094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4">
            <a:extLst xmlns:a="http://schemas.openxmlformats.org/drawingml/2006/main">
              <a:ext uri="{FF2B5EF4-FFF2-40B4-BE49-F238E27FC236}">
                <a16:creationId xmlns:a16="http://schemas.microsoft.com/office/drawing/2014/main" id="{967B9D7F-F766-4E2E-B9E2-A20F10C9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525">
            <a:extLst xmlns:a="http://schemas.openxmlformats.org/drawingml/2006/main">
              <a:ext uri="{FF2B5EF4-FFF2-40B4-BE49-F238E27FC236}">
                <a16:creationId xmlns:a16="http://schemas.microsoft.com/office/drawing/2014/main" id="{D98B7DAA-8671-4547-8A91-23380A1E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26">
            <a:extLst xmlns:a="http://schemas.openxmlformats.org/drawingml/2006/main">
              <a:ext uri="{FF2B5EF4-FFF2-40B4-BE49-F238E27FC236}">
                <a16:creationId xmlns:a16="http://schemas.microsoft.com/office/drawing/2014/main" id="{046F2186-AF35-4B38-8C63-A6F2D4D8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27">
            <a:extLst xmlns:a="http://schemas.openxmlformats.org/drawingml/2006/main">
              <a:ext uri="{FF2B5EF4-FFF2-40B4-BE49-F238E27FC236}">
                <a16:creationId xmlns:a16="http://schemas.microsoft.com/office/drawing/2014/main" id="{09D3ADAE-6F96-495F-881D-4C0DADA9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528">
            <a:extLst xmlns:a="http://schemas.openxmlformats.org/drawingml/2006/main">
              <a:ext uri="{FF2B5EF4-FFF2-40B4-BE49-F238E27FC236}">
                <a16:creationId xmlns:a16="http://schemas.microsoft.com/office/drawing/2014/main" id="{478CC769-3273-4D56-ABE6-B6321E018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529">
            <a:extLst xmlns:a="http://schemas.openxmlformats.org/drawingml/2006/main">
              <a:ext uri="{FF2B5EF4-FFF2-40B4-BE49-F238E27FC236}">
                <a16:creationId xmlns:a16="http://schemas.microsoft.com/office/drawing/2014/main" id="{ABF9253E-8D7B-4186-99FF-4E91DBB3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62">
            <a:extLst xmlns:a="http://schemas.openxmlformats.org/drawingml/2006/main">
              <a:ext uri="{FF2B5EF4-FFF2-40B4-BE49-F238E27FC236}">
                <a16:creationId xmlns:a16="http://schemas.microsoft.com/office/drawing/2014/main" id="{93FC4C8C-EED0-4554-9B09-23312DA6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1b9b0903d64878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4e53c0782342d3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8e28b2dfbb4587"/>
              </a:rPr>
              <a:t>Cockpit ↗</a:t>
            </a:r>
          </a:p>
        </p:txBody>
      </p:sp>
      <p:sp>
        <p:nvSpPr>
          <p:cNvPr id="31" name="shape-1009">
            <a:extLst xmlns:a="http://schemas.openxmlformats.org/drawingml/2006/main">
              <a:ext uri="{FF2B5EF4-FFF2-40B4-BE49-F238E27FC236}">
                <a16:creationId xmlns:a16="http://schemas.microsoft.com/office/drawing/2014/main" id="{F40C1FD6-2B02-4221-A47C-8760FDAB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be75f3ec724bc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1010">
            <a:extLst xmlns:a="http://schemas.openxmlformats.org/drawingml/2006/main">
              <a:ext uri="{FF2B5EF4-FFF2-40B4-BE49-F238E27FC236}">
                <a16:creationId xmlns:a16="http://schemas.microsoft.com/office/drawing/2014/main" id="{7FD65E88-C188-4A12-AC89-8669C88D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27c4cff8e4c87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1011">
            <a:extLst xmlns:a="http://schemas.openxmlformats.org/drawingml/2006/main">
              <a:ext uri="{FF2B5EF4-FFF2-40B4-BE49-F238E27FC236}">
                <a16:creationId xmlns:a16="http://schemas.microsoft.com/office/drawing/2014/main" id="{0A609F8A-3BEF-4C44-A9F4-B1E4FB9A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9d2753289c4027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1012">
            <a:extLst xmlns:a="http://schemas.openxmlformats.org/drawingml/2006/main">
              <a:ext uri="{FF2B5EF4-FFF2-40B4-BE49-F238E27FC236}">
                <a16:creationId xmlns:a16="http://schemas.microsoft.com/office/drawing/2014/main" id="{996D816D-9755-42DA-9126-3FA4FFC3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59108933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530">
            <a:extLst xmlns:a="http://schemas.openxmlformats.org/drawingml/2006/main">
              <a:ext uri="{FF2B5EF4-FFF2-40B4-BE49-F238E27FC236}">
                <a16:creationId xmlns:a16="http://schemas.microsoft.com/office/drawing/2014/main" id="{A59A15DC-2B49-4621-AE60-6BD2F604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D64ED4-5D27-4FAF-8EFD-C56FE12E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5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2">
            <a:extLst xmlns:a="http://schemas.openxmlformats.org/drawingml/2006/main">
              <a:ext uri="{FF2B5EF4-FFF2-40B4-BE49-F238E27FC236}">
                <a16:creationId xmlns:a16="http://schemas.microsoft.com/office/drawing/2014/main" id="{7DB4FDCF-78D9-4A02-9568-18C38708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92EC1F8-69F3-47BF-9A38-1F4DAFADF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533">
            <a:extLst xmlns:a="http://schemas.openxmlformats.org/drawingml/2006/main">
              <a:ext uri="{FF2B5EF4-FFF2-40B4-BE49-F238E27FC236}">
                <a16:creationId xmlns:a16="http://schemas.microsoft.com/office/drawing/2014/main" id="{C15E7B41-4408-48CA-B1D5-63BEC1D2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34">
            <a:extLst xmlns:a="http://schemas.openxmlformats.org/drawingml/2006/main">
              <a:ext uri="{FF2B5EF4-FFF2-40B4-BE49-F238E27FC236}">
                <a16:creationId xmlns:a16="http://schemas.microsoft.com/office/drawing/2014/main" id="{278B6BC1-D0E9-4E03-BF22-3A89C86B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35">
            <a:extLst xmlns:a="http://schemas.openxmlformats.org/drawingml/2006/main">
              <a:ext uri="{FF2B5EF4-FFF2-40B4-BE49-F238E27FC236}">
                <a16:creationId xmlns:a16="http://schemas.microsoft.com/office/drawing/2014/main" id="{E0786BB5-602C-4A3A-9DCB-11B0BD49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36">
            <a:extLst xmlns:a="http://schemas.openxmlformats.org/drawingml/2006/main">
              <a:ext uri="{FF2B5EF4-FFF2-40B4-BE49-F238E27FC236}">
                <a16:creationId xmlns:a16="http://schemas.microsoft.com/office/drawing/2014/main" id="{B7444611-9E68-41A1-8BD5-47805871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537">
            <a:extLst xmlns:a="http://schemas.openxmlformats.org/drawingml/2006/main">
              <a:ext uri="{FF2B5EF4-FFF2-40B4-BE49-F238E27FC236}">
                <a16:creationId xmlns:a16="http://schemas.microsoft.com/office/drawing/2014/main" id="{F9EA58B0-9A30-40A3-8C7C-2BDF6F2E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38">
            <a:extLst xmlns:a="http://schemas.openxmlformats.org/drawingml/2006/main">
              <a:ext uri="{FF2B5EF4-FFF2-40B4-BE49-F238E27FC236}">
                <a16:creationId xmlns:a16="http://schemas.microsoft.com/office/drawing/2014/main" id="{BD3014DA-991B-45CF-B8F8-B3C1F5A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539">
            <a:extLst xmlns:a="http://schemas.openxmlformats.org/drawingml/2006/main">
              <a:ext uri="{FF2B5EF4-FFF2-40B4-BE49-F238E27FC236}">
                <a16:creationId xmlns:a16="http://schemas.microsoft.com/office/drawing/2014/main" id="{A246544B-270E-42FC-882C-2EEB2637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40">
            <a:extLst xmlns:a="http://schemas.openxmlformats.org/drawingml/2006/main">
              <a:ext uri="{FF2B5EF4-FFF2-40B4-BE49-F238E27FC236}">
                <a16:creationId xmlns:a16="http://schemas.microsoft.com/office/drawing/2014/main" id="{63ABAD02-C567-47D7-B9CE-6404F4B1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541">
            <a:extLst xmlns:a="http://schemas.openxmlformats.org/drawingml/2006/main">
              <a:ext uri="{FF2B5EF4-FFF2-40B4-BE49-F238E27FC236}">
                <a16:creationId xmlns:a16="http://schemas.microsoft.com/office/drawing/2014/main" id="{0E3EE84F-22CC-489D-9AD8-0B106BF2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42">
            <a:extLst xmlns:a="http://schemas.openxmlformats.org/drawingml/2006/main">
              <a:ext uri="{FF2B5EF4-FFF2-40B4-BE49-F238E27FC236}">
                <a16:creationId xmlns:a16="http://schemas.microsoft.com/office/drawing/2014/main" id="{871984A5-7788-4C0E-A84F-30F824B9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543">
            <a:extLst xmlns:a="http://schemas.openxmlformats.org/drawingml/2006/main">
              <a:ext uri="{FF2B5EF4-FFF2-40B4-BE49-F238E27FC236}">
                <a16:creationId xmlns:a16="http://schemas.microsoft.com/office/drawing/2014/main" id="{A8D361C7-81EE-4C5C-818A-103B30D4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44">
            <a:extLst xmlns:a="http://schemas.openxmlformats.org/drawingml/2006/main">
              <a:ext uri="{FF2B5EF4-FFF2-40B4-BE49-F238E27FC236}">
                <a16:creationId xmlns:a16="http://schemas.microsoft.com/office/drawing/2014/main" id="{970AE17B-96B0-4C62-A884-EA37A95C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45">
            <a:extLst xmlns:a="http://schemas.openxmlformats.org/drawingml/2006/main">
              <a:ext uri="{FF2B5EF4-FFF2-40B4-BE49-F238E27FC236}">
                <a16:creationId xmlns:a16="http://schemas.microsoft.com/office/drawing/2014/main" id="{E8C8AA60-5F09-4CDE-9DC0-91D28765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963">
            <a:extLst xmlns:a="http://schemas.openxmlformats.org/drawingml/2006/main">
              <a:ext uri="{FF2B5EF4-FFF2-40B4-BE49-F238E27FC236}">
                <a16:creationId xmlns:a16="http://schemas.microsoft.com/office/drawing/2014/main" id="{F970242F-BF38-4F19-B35F-9A511E93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acb26462e746ed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1e376dd98b4cbe"/>
              </a:rPr>
              <a:t>Cockpit ↗</a:t>
            </a:r>
          </a:p>
        </p:txBody>
      </p:sp>
      <p:sp>
        <p:nvSpPr>
          <p:cNvPr id="20" name="shape-1013">
            <a:extLst xmlns:a="http://schemas.openxmlformats.org/drawingml/2006/main">
              <a:ext uri="{FF2B5EF4-FFF2-40B4-BE49-F238E27FC236}">
                <a16:creationId xmlns:a16="http://schemas.microsoft.com/office/drawing/2014/main" id="{B96B1438-05F6-4B9E-89DC-B3C37AA5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fe1285867f454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014">
            <a:extLst xmlns:a="http://schemas.openxmlformats.org/drawingml/2006/main">
              <a:ext uri="{FF2B5EF4-FFF2-40B4-BE49-F238E27FC236}">
                <a16:creationId xmlns:a16="http://schemas.microsoft.com/office/drawing/2014/main" id="{8739A1EA-61A9-45DD-86F6-6AC9250A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6aa1fcaf440d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015">
            <a:extLst xmlns:a="http://schemas.openxmlformats.org/drawingml/2006/main">
              <a:ext uri="{FF2B5EF4-FFF2-40B4-BE49-F238E27FC236}">
                <a16:creationId xmlns:a16="http://schemas.microsoft.com/office/drawing/2014/main" id="{4160C879-954B-4FB1-9AE5-70317996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85156592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46">
            <a:extLst xmlns:a="http://schemas.openxmlformats.org/drawingml/2006/main">
              <a:ext uri="{FF2B5EF4-FFF2-40B4-BE49-F238E27FC236}">
                <a16:creationId xmlns:a16="http://schemas.microsoft.com/office/drawing/2014/main" id="{46CD47CA-1843-4BDD-8570-5ADC22C5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B190D2-B030-4F48-A30F-D9A421CA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5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8">
            <a:extLst xmlns:a="http://schemas.openxmlformats.org/drawingml/2006/main">
              <a:ext uri="{FF2B5EF4-FFF2-40B4-BE49-F238E27FC236}">
                <a16:creationId xmlns:a16="http://schemas.microsoft.com/office/drawing/2014/main" id="{726C97C0-9B12-4D6C-9219-4E4C29BE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D348F3E-23CD-4241-9C6A-F9E5D112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549">
            <a:extLst xmlns:a="http://schemas.openxmlformats.org/drawingml/2006/main">
              <a:ext uri="{FF2B5EF4-FFF2-40B4-BE49-F238E27FC236}">
                <a16:creationId xmlns:a16="http://schemas.microsoft.com/office/drawing/2014/main" id="{A876DF84-A8C7-4D77-A448-4CC29AD5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50">
            <a:extLst xmlns:a="http://schemas.openxmlformats.org/drawingml/2006/main">
              <a:ext uri="{FF2B5EF4-FFF2-40B4-BE49-F238E27FC236}">
                <a16:creationId xmlns:a16="http://schemas.microsoft.com/office/drawing/2014/main" id="{3A53BAF8-C7F7-4F6A-9887-F18A23A2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51">
            <a:extLst xmlns:a="http://schemas.openxmlformats.org/drawingml/2006/main">
              <a:ext uri="{FF2B5EF4-FFF2-40B4-BE49-F238E27FC236}">
                <a16:creationId xmlns:a16="http://schemas.microsoft.com/office/drawing/2014/main" id="{0D5B1A68-2D1B-413B-8D9E-8AAD3FB0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552">
            <a:extLst xmlns:a="http://schemas.openxmlformats.org/drawingml/2006/main">
              <a:ext uri="{FF2B5EF4-FFF2-40B4-BE49-F238E27FC236}">
                <a16:creationId xmlns:a16="http://schemas.microsoft.com/office/drawing/2014/main" id="{6D130096-0645-45ED-9139-2E5C38A8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553">
            <a:extLst xmlns:a="http://schemas.openxmlformats.org/drawingml/2006/main">
              <a:ext uri="{FF2B5EF4-FFF2-40B4-BE49-F238E27FC236}">
                <a16:creationId xmlns:a16="http://schemas.microsoft.com/office/drawing/2014/main" id="{29448849-9D1C-4EC3-A21C-C1405ED6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54">
            <a:extLst xmlns:a="http://schemas.openxmlformats.org/drawingml/2006/main">
              <a:ext uri="{FF2B5EF4-FFF2-40B4-BE49-F238E27FC236}">
                <a16:creationId xmlns:a16="http://schemas.microsoft.com/office/drawing/2014/main" id="{55EF8903-A79F-4355-B648-B13433A8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55">
            <a:extLst xmlns:a="http://schemas.openxmlformats.org/drawingml/2006/main">
              <a:ext uri="{FF2B5EF4-FFF2-40B4-BE49-F238E27FC236}">
                <a16:creationId xmlns:a16="http://schemas.microsoft.com/office/drawing/2014/main" id="{5014038E-B3D6-4E45-9AD0-0FEE5007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556">
            <a:extLst xmlns:a="http://schemas.openxmlformats.org/drawingml/2006/main">
              <a:ext uri="{FF2B5EF4-FFF2-40B4-BE49-F238E27FC236}">
                <a16:creationId xmlns:a16="http://schemas.microsoft.com/office/drawing/2014/main" id="{75E503DC-A6F8-47E8-8C71-0D502A82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557">
            <a:extLst xmlns:a="http://schemas.openxmlformats.org/drawingml/2006/main">
              <a:ext uri="{FF2B5EF4-FFF2-40B4-BE49-F238E27FC236}">
                <a16:creationId xmlns:a16="http://schemas.microsoft.com/office/drawing/2014/main" id="{DD42469F-EA97-451F-85FA-712EFC5B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58">
            <a:extLst xmlns:a="http://schemas.openxmlformats.org/drawingml/2006/main">
              <a:ext uri="{FF2B5EF4-FFF2-40B4-BE49-F238E27FC236}">
                <a16:creationId xmlns:a16="http://schemas.microsoft.com/office/drawing/2014/main" id="{E764A3A2-528C-4940-9C4D-5355718F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59">
            <a:extLst xmlns:a="http://schemas.openxmlformats.org/drawingml/2006/main">
              <a:ext uri="{FF2B5EF4-FFF2-40B4-BE49-F238E27FC236}">
                <a16:creationId xmlns:a16="http://schemas.microsoft.com/office/drawing/2014/main" id="{FA02A469-3866-4458-9169-6075389C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560">
            <a:extLst xmlns:a="http://schemas.openxmlformats.org/drawingml/2006/main">
              <a:ext uri="{FF2B5EF4-FFF2-40B4-BE49-F238E27FC236}">
                <a16:creationId xmlns:a16="http://schemas.microsoft.com/office/drawing/2014/main" id="{C3967B73-DAD2-4D11-BB3C-6113B098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959">
            <a:extLst xmlns:a="http://schemas.openxmlformats.org/drawingml/2006/main">
              <a:ext uri="{FF2B5EF4-FFF2-40B4-BE49-F238E27FC236}">
                <a16:creationId xmlns:a16="http://schemas.microsoft.com/office/drawing/2014/main" id="{65EB4B1D-E5FF-4822-8351-C3E1F942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f904dc0198743b0"/>
              </a:rPr>
              <a:t>開啟 Gemini Notebook ↗</a:t>
            </a:r>
          </a:p>
        </p:txBody>
      </p:sp>
      <p:sp>
        <p:nvSpPr>
          <p:cNvPr id="19" name="shape-1003">
            <a:extLst xmlns:a="http://schemas.openxmlformats.org/drawingml/2006/main">
              <a:ext uri="{FF2B5EF4-FFF2-40B4-BE49-F238E27FC236}">
                <a16:creationId xmlns:a16="http://schemas.microsoft.com/office/drawing/2014/main" id="{4128EE7C-18F9-41DC-9565-037AB9BE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eccb1192449b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41BD49E8-D954-410A-BF72-B36ECA76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58793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1">
            <a:extLst xmlns:a="http://schemas.openxmlformats.org/drawingml/2006/main">
              <a:ext uri="{FF2B5EF4-FFF2-40B4-BE49-F238E27FC236}">
                <a16:creationId xmlns:a16="http://schemas.microsoft.com/office/drawing/2014/main" id="{02E2C333-F345-455E-84A7-F91C2A2B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BEA733-7E10-475C-8B02-19233A893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5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3">
            <a:extLst xmlns:a="http://schemas.openxmlformats.org/drawingml/2006/main">
              <a:ext uri="{FF2B5EF4-FFF2-40B4-BE49-F238E27FC236}">
                <a16:creationId xmlns:a16="http://schemas.microsoft.com/office/drawing/2014/main" id="{33146CC7-236A-4072-BC7D-134B6FB02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DC73BA-1EFA-44A0-B6FB-247A24CD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64">
            <a:extLst xmlns:a="http://schemas.openxmlformats.org/drawingml/2006/main">
              <a:ext uri="{FF2B5EF4-FFF2-40B4-BE49-F238E27FC236}">
                <a16:creationId xmlns:a16="http://schemas.microsoft.com/office/drawing/2014/main" id="{DAD4CA77-F64A-4E0C-8AFA-60E29D48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65">
            <a:extLst xmlns:a="http://schemas.openxmlformats.org/drawingml/2006/main">
              <a:ext uri="{FF2B5EF4-FFF2-40B4-BE49-F238E27FC236}">
                <a16:creationId xmlns:a16="http://schemas.microsoft.com/office/drawing/2014/main" id="{62AAC9A7-0142-4B87-99D3-D1F516AF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66">
            <a:extLst xmlns:a="http://schemas.openxmlformats.org/drawingml/2006/main">
              <a:ext uri="{FF2B5EF4-FFF2-40B4-BE49-F238E27FC236}">
                <a16:creationId xmlns:a16="http://schemas.microsoft.com/office/drawing/2014/main" id="{64BA350D-2840-4DA0-A492-5DBE1155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567">
            <a:extLst xmlns:a="http://schemas.openxmlformats.org/drawingml/2006/main">
              <a:ext uri="{FF2B5EF4-FFF2-40B4-BE49-F238E27FC236}">
                <a16:creationId xmlns:a16="http://schemas.microsoft.com/office/drawing/2014/main" id="{7757B4FF-32C4-4A06-A9BE-3D1757CD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568">
            <a:extLst xmlns:a="http://schemas.openxmlformats.org/drawingml/2006/main">
              <a:ext uri="{FF2B5EF4-FFF2-40B4-BE49-F238E27FC236}">
                <a16:creationId xmlns:a16="http://schemas.microsoft.com/office/drawing/2014/main" id="{06C31542-A99D-4041-A381-8292DD91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69">
            <a:extLst xmlns:a="http://schemas.openxmlformats.org/drawingml/2006/main">
              <a:ext uri="{FF2B5EF4-FFF2-40B4-BE49-F238E27FC236}">
                <a16:creationId xmlns:a16="http://schemas.microsoft.com/office/drawing/2014/main" id="{27386DEB-954E-4DB6-B785-05875709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70">
            <a:extLst xmlns:a="http://schemas.openxmlformats.org/drawingml/2006/main">
              <a:ext uri="{FF2B5EF4-FFF2-40B4-BE49-F238E27FC236}">
                <a16:creationId xmlns:a16="http://schemas.microsoft.com/office/drawing/2014/main" id="{3770962F-2A56-4DCE-9A08-8D2CF9FB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571">
            <a:extLst xmlns:a="http://schemas.openxmlformats.org/drawingml/2006/main">
              <a:ext uri="{FF2B5EF4-FFF2-40B4-BE49-F238E27FC236}">
                <a16:creationId xmlns:a16="http://schemas.microsoft.com/office/drawing/2014/main" id="{DC8709B3-B406-49AE-832D-1C7E6BCE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572">
            <a:extLst xmlns:a="http://schemas.openxmlformats.org/drawingml/2006/main">
              <a:ext uri="{FF2B5EF4-FFF2-40B4-BE49-F238E27FC236}">
                <a16:creationId xmlns:a16="http://schemas.microsoft.com/office/drawing/2014/main" id="{773E4EE6-42DF-4ECA-952C-C082223B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73">
            <a:extLst xmlns:a="http://schemas.openxmlformats.org/drawingml/2006/main">
              <a:ext uri="{FF2B5EF4-FFF2-40B4-BE49-F238E27FC236}">
                <a16:creationId xmlns:a16="http://schemas.microsoft.com/office/drawing/2014/main" id="{3F8A8065-4F8B-474D-9975-BC8D9B9B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74">
            <a:extLst xmlns:a="http://schemas.openxmlformats.org/drawingml/2006/main">
              <a:ext uri="{FF2B5EF4-FFF2-40B4-BE49-F238E27FC236}">
                <a16:creationId xmlns:a16="http://schemas.microsoft.com/office/drawing/2014/main" id="{898F4D94-7566-448F-9486-BB9ED619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575">
            <a:extLst xmlns:a="http://schemas.openxmlformats.org/drawingml/2006/main">
              <a:ext uri="{FF2B5EF4-FFF2-40B4-BE49-F238E27FC236}">
                <a16:creationId xmlns:a16="http://schemas.microsoft.com/office/drawing/2014/main" id="{44156170-BB9A-45D1-843C-778E66D9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576">
            <a:extLst xmlns:a="http://schemas.openxmlformats.org/drawingml/2006/main">
              <a:ext uri="{FF2B5EF4-FFF2-40B4-BE49-F238E27FC236}">
                <a16:creationId xmlns:a16="http://schemas.microsoft.com/office/drawing/2014/main" id="{27713047-5F13-4D1F-B86D-C2F8191A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77">
            <a:extLst xmlns:a="http://schemas.openxmlformats.org/drawingml/2006/main">
              <a:ext uri="{FF2B5EF4-FFF2-40B4-BE49-F238E27FC236}">
                <a16:creationId xmlns:a16="http://schemas.microsoft.com/office/drawing/2014/main" id="{2A254FDF-AA75-4D4D-B436-75C606F5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78">
            <a:extLst xmlns:a="http://schemas.openxmlformats.org/drawingml/2006/main">
              <a:ext uri="{FF2B5EF4-FFF2-40B4-BE49-F238E27FC236}">
                <a16:creationId xmlns:a16="http://schemas.microsoft.com/office/drawing/2014/main" id="{ECAF588B-E6D9-463E-943D-97E303A1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579">
            <a:extLst xmlns:a="http://schemas.openxmlformats.org/drawingml/2006/main">
              <a:ext uri="{FF2B5EF4-FFF2-40B4-BE49-F238E27FC236}">
                <a16:creationId xmlns:a16="http://schemas.microsoft.com/office/drawing/2014/main" id="{9D378D53-4310-4480-B764-0D970FE72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960">
            <a:extLst xmlns:a="http://schemas.openxmlformats.org/drawingml/2006/main">
              <a:ext uri="{FF2B5EF4-FFF2-40B4-BE49-F238E27FC236}">
                <a16:creationId xmlns:a16="http://schemas.microsoft.com/office/drawing/2014/main" id="{1B02972D-90D2-4063-8D30-C9A2A8B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5cc2f43d8f4c4d"/>
              </a:rPr>
              <a:t>開啟 Gemini Notebook ↗</a:t>
            </a:r>
          </a:p>
        </p:txBody>
      </p:sp>
      <p:sp>
        <p:nvSpPr>
          <p:cNvPr id="23" name="shape-1005">
            <a:extLst xmlns:a="http://schemas.openxmlformats.org/drawingml/2006/main">
              <a:ext uri="{FF2B5EF4-FFF2-40B4-BE49-F238E27FC236}">
                <a16:creationId xmlns:a16="http://schemas.microsoft.com/office/drawing/2014/main" id="{5E73CF65-A789-4228-AEF8-73606D73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183a3d2d64d8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06">
            <a:extLst xmlns:a="http://schemas.openxmlformats.org/drawingml/2006/main">
              <a:ext uri="{FF2B5EF4-FFF2-40B4-BE49-F238E27FC236}">
                <a16:creationId xmlns:a16="http://schemas.microsoft.com/office/drawing/2014/main" id="{EB61718E-FB42-48DB-AD62-2C0AE23B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4260610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80">
            <a:extLst xmlns:a="http://schemas.openxmlformats.org/drawingml/2006/main">
              <a:ext uri="{FF2B5EF4-FFF2-40B4-BE49-F238E27FC236}">
                <a16:creationId xmlns:a16="http://schemas.microsoft.com/office/drawing/2014/main" id="{A52736AE-A8DF-4921-B799-7ADD8D1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B2CFC9-1C44-4EE8-94FB-122A4F27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5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2">
            <a:extLst xmlns:a="http://schemas.openxmlformats.org/drawingml/2006/main">
              <a:ext uri="{FF2B5EF4-FFF2-40B4-BE49-F238E27FC236}">
                <a16:creationId xmlns:a16="http://schemas.microsoft.com/office/drawing/2014/main" id="{7B491772-2C24-4F4A-A205-370E0754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1EF575-33E2-4132-801A-8A0B587A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83">
            <a:extLst xmlns:a="http://schemas.openxmlformats.org/drawingml/2006/main">
              <a:ext uri="{FF2B5EF4-FFF2-40B4-BE49-F238E27FC236}">
                <a16:creationId xmlns:a16="http://schemas.microsoft.com/office/drawing/2014/main" id="{63888B1D-77C7-4DBB-AFC8-D4C9E482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84">
            <a:extLst xmlns:a="http://schemas.openxmlformats.org/drawingml/2006/main">
              <a:ext uri="{FF2B5EF4-FFF2-40B4-BE49-F238E27FC236}">
                <a16:creationId xmlns:a16="http://schemas.microsoft.com/office/drawing/2014/main" id="{4E070B1F-2C33-4946-8204-87839C61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85">
            <a:extLst xmlns:a="http://schemas.openxmlformats.org/drawingml/2006/main">
              <a:ext uri="{FF2B5EF4-FFF2-40B4-BE49-F238E27FC236}">
                <a16:creationId xmlns:a16="http://schemas.microsoft.com/office/drawing/2014/main" id="{7E5487FB-6564-49C8-8D07-C5BD81DE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586">
            <a:extLst xmlns:a="http://schemas.openxmlformats.org/drawingml/2006/main">
              <a:ext uri="{FF2B5EF4-FFF2-40B4-BE49-F238E27FC236}">
                <a16:creationId xmlns:a16="http://schemas.microsoft.com/office/drawing/2014/main" id="{047BAC2B-0F76-4DBD-AFF3-ECD909BD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587">
            <a:extLst xmlns:a="http://schemas.openxmlformats.org/drawingml/2006/main">
              <a:ext uri="{FF2B5EF4-FFF2-40B4-BE49-F238E27FC236}">
                <a16:creationId xmlns:a16="http://schemas.microsoft.com/office/drawing/2014/main" id="{808C9837-042F-4839-AAE6-9CD850A6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88">
            <a:extLst xmlns:a="http://schemas.openxmlformats.org/drawingml/2006/main">
              <a:ext uri="{FF2B5EF4-FFF2-40B4-BE49-F238E27FC236}">
                <a16:creationId xmlns:a16="http://schemas.microsoft.com/office/drawing/2014/main" id="{8A455612-EC62-4261-8702-16336172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89">
            <a:extLst xmlns:a="http://schemas.openxmlformats.org/drawingml/2006/main">
              <a:ext uri="{FF2B5EF4-FFF2-40B4-BE49-F238E27FC236}">
                <a16:creationId xmlns:a16="http://schemas.microsoft.com/office/drawing/2014/main" id="{811A302B-D9A1-4348-A8D4-0CF2C98F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590">
            <a:extLst xmlns:a="http://schemas.openxmlformats.org/drawingml/2006/main">
              <a:ext uri="{FF2B5EF4-FFF2-40B4-BE49-F238E27FC236}">
                <a16:creationId xmlns:a16="http://schemas.microsoft.com/office/drawing/2014/main" id="{6A4A36E6-FAA5-4BBE-B6B6-069BBC841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591">
            <a:extLst xmlns:a="http://schemas.openxmlformats.org/drawingml/2006/main">
              <a:ext uri="{FF2B5EF4-FFF2-40B4-BE49-F238E27FC236}">
                <a16:creationId xmlns:a16="http://schemas.microsoft.com/office/drawing/2014/main" id="{01725178-186B-4D30-BFC7-57C3AC7A0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92">
            <a:extLst xmlns:a="http://schemas.openxmlformats.org/drawingml/2006/main">
              <a:ext uri="{FF2B5EF4-FFF2-40B4-BE49-F238E27FC236}">
                <a16:creationId xmlns:a16="http://schemas.microsoft.com/office/drawing/2014/main" id="{A773ADAC-7680-4F41-AD2E-4DC85D88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93">
            <a:extLst xmlns:a="http://schemas.openxmlformats.org/drawingml/2006/main">
              <a:ext uri="{FF2B5EF4-FFF2-40B4-BE49-F238E27FC236}">
                <a16:creationId xmlns:a16="http://schemas.microsoft.com/office/drawing/2014/main" id="{B0D12418-5F04-40B0-8C52-47782A16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594">
            <a:extLst xmlns:a="http://schemas.openxmlformats.org/drawingml/2006/main">
              <a:ext uri="{FF2B5EF4-FFF2-40B4-BE49-F238E27FC236}">
                <a16:creationId xmlns:a16="http://schemas.microsoft.com/office/drawing/2014/main" id="{A0AD6F06-0F30-4C34-8C9E-0D316661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595">
            <a:extLst xmlns:a="http://schemas.openxmlformats.org/drawingml/2006/main">
              <a:ext uri="{FF2B5EF4-FFF2-40B4-BE49-F238E27FC236}">
                <a16:creationId xmlns:a16="http://schemas.microsoft.com/office/drawing/2014/main" id="{71BCFCD7-A93A-45A5-8B32-D6944954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96">
            <a:extLst xmlns:a="http://schemas.openxmlformats.org/drawingml/2006/main">
              <a:ext uri="{FF2B5EF4-FFF2-40B4-BE49-F238E27FC236}">
                <a16:creationId xmlns:a16="http://schemas.microsoft.com/office/drawing/2014/main" id="{273230F8-EE95-4ED2-BE2A-73355B6F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97">
            <a:extLst xmlns:a="http://schemas.openxmlformats.org/drawingml/2006/main">
              <a:ext uri="{FF2B5EF4-FFF2-40B4-BE49-F238E27FC236}">
                <a16:creationId xmlns:a16="http://schemas.microsoft.com/office/drawing/2014/main" id="{B4E4E0FB-89FE-454A-BC8C-1AB76818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598">
            <a:extLst xmlns:a="http://schemas.openxmlformats.org/drawingml/2006/main">
              <a:ext uri="{FF2B5EF4-FFF2-40B4-BE49-F238E27FC236}">
                <a16:creationId xmlns:a16="http://schemas.microsoft.com/office/drawing/2014/main" id="{95392918-07FE-48ED-B5FC-91CF11D5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961">
            <a:extLst xmlns:a="http://schemas.openxmlformats.org/drawingml/2006/main">
              <a:ext uri="{FF2B5EF4-FFF2-40B4-BE49-F238E27FC236}">
                <a16:creationId xmlns:a16="http://schemas.microsoft.com/office/drawing/2014/main" id="{E15B2F54-BA5C-42F7-9DF0-861A052B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072268279b4a77"/>
              </a:rPr>
              <a:t>開啟 Gemini Notebook ↗</a:t>
            </a:r>
          </a:p>
        </p:txBody>
      </p:sp>
      <p:sp>
        <p:nvSpPr>
          <p:cNvPr id="23" name="shape-1007">
            <a:extLst xmlns:a="http://schemas.openxmlformats.org/drawingml/2006/main">
              <a:ext uri="{FF2B5EF4-FFF2-40B4-BE49-F238E27FC236}">
                <a16:creationId xmlns:a16="http://schemas.microsoft.com/office/drawing/2014/main" id="{68AAE1D1-D42E-49C4-BF76-B5D16599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9352304f5440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08">
            <a:extLst xmlns:a="http://schemas.openxmlformats.org/drawingml/2006/main">
              <a:ext uri="{FF2B5EF4-FFF2-40B4-BE49-F238E27FC236}">
                <a16:creationId xmlns:a16="http://schemas.microsoft.com/office/drawing/2014/main" id="{D0C9F737-2635-44A8-BCAF-1BEA8A25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0811085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99">
            <a:extLst xmlns:a="http://schemas.openxmlformats.org/drawingml/2006/main">
              <a:ext uri="{FF2B5EF4-FFF2-40B4-BE49-F238E27FC236}">
                <a16:creationId xmlns:a16="http://schemas.microsoft.com/office/drawing/2014/main" id="{9D48B5A0-4C32-4449-BDA7-52DD903D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600">
            <a:extLst xmlns:a="http://schemas.openxmlformats.org/drawingml/2006/main">
              <a:ext uri="{FF2B5EF4-FFF2-40B4-BE49-F238E27FC236}">
                <a16:creationId xmlns:a16="http://schemas.microsoft.com/office/drawing/2014/main" id="{41C20874-D46E-423A-A90E-109033E0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601">
            <a:extLst xmlns:a="http://schemas.openxmlformats.org/drawingml/2006/main">
              <a:ext uri="{FF2B5EF4-FFF2-40B4-BE49-F238E27FC236}">
                <a16:creationId xmlns:a16="http://schemas.microsoft.com/office/drawing/2014/main" id="{C53F79E1-EDE9-43DC-802E-DD5643AF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602">
            <a:extLst xmlns:a="http://schemas.openxmlformats.org/drawingml/2006/main">
              <a:ext uri="{FF2B5EF4-FFF2-40B4-BE49-F238E27FC236}">
                <a16:creationId xmlns:a16="http://schemas.microsoft.com/office/drawing/2014/main" id="{9A71E85C-BE98-47B2-8703-727C908D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03">
            <a:extLst xmlns:a="http://schemas.openxmlformats.org/drawingml/2006/main">
              <a:ext uri="{FF2B5EF4-FFF2-40B4-BE49-F238E27FC236}">
                <a16:creationId xmlns:a16="http://schemas.microsoft.com/office/drawing/2014/main" id="{3383939F-C822-4B35-9A73-82E6AE0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05">
            <a:extLst xmlns:a="http://schemas.openxmlformats.org/drawingml/2006/main">
              <a:ext uri="{FF2B5EF4-FFF2-40B4-BE49-F238E27FC236}">
                <a16:creationId xmlns:a16="http://schemas.microsoft.com/office/drawing/2014/main" id="{574FF2E6-FBC2-4812-9206-373CF744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44C29F-19CB-4C20-9573-C2C12039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964">
            <a:extLst xmlns:a="http://schemas.openxmlformats.org/drawingml/2006/main">
              <a:ext uri="{FF2B5EF4-FFF2-40B4-BE49-F238E27FC236}">
                <a16:creationId xmlns:a16="http://schemas.microsoft.com/office/drawing/2014/main" id="{2FC01628-C199-457A-A75E-882E464A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0095c8356134e4a"/>
              </a:rPr>
              <a:t>建立／查看 Gem ↗</a:t>
            </a:r>
          </a:p>
        </p:txBody>
      </p:sp>
      <p:sp>
        <p:nvSpPr>
          <p:cNvPr id="10" name="shape-1016">
            <a:extLst xmlns:a="http://schemas.openxmlformats.org/drawingml/2006/main">
              <a:ext uri="{FF2B5EF4-FFF2-40B4-BE49-F238E27FC236}">
                <a16:creationId xmlns:a16="http://schemas.microsoft.com/office/drawing/2014/main" id="{D3594FDA-031D-4B2E-AC10-90D6E3C8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8aca6a877d487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17">
            <a:extLst xmlns:a="http://schemas.openxmlformats.org/drawingml/2006/main">
              <a:ext uri="{FF2B5EF4-FFF2-40B4-BE49-F238E27FC236}">
                <a16:creationId xmlns:a16="http://schemas.microsoft.com/office/drawing/2014/main" id="{F990F98C-B9B3-4F77-959A-5C207AAB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2196949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606">
            <a:extLst xmlns:a="http://schemas.openxmlformats.org/drawingml/2006/main">
              <a:ext uri="{FF2B5EF4-FFF2-40B4-BE49-F238E27FC236}">
                <a16:creationId xmlns:a16="http://schemas.microsoft.com/office/drawing/2014/main" id="{045AC000-68F5-417A-A592-3D3B8681A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3FF22C-90E8-49CC-8EF3-329B0315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08">
            <a:extLst xmlns:a="http://schemas.openxmlformats.org/drawingml/2006/main">
              <a:ext uri="{FF2B5EF4-FFF2-40B4-BE49-F238E27FC236}">
                <a16:creationId xmlns:a16="http://schemas.microsoft.com/office/drawing/2014/main" id="{D22D4D5A-70BF-4708-9B85-E1EB3539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9E0C33-9DEA-4A0D-9AD2-E5287DC9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609">
            <a:extLst xmlns:a="http://schemas.openxmlformats.org/drawingml/2006/main">
              <a:ext uri="{FF2B5EF4-FFF2-40B4-BE49-F238E27FC236}">
                <a16:creationId xmlns:a16="http://schemas.microsoft.com/office/drawing/2014/main" id="{140D1CBC-EF07-487B-BA1F-85686FB3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10">
            <a:extLst xmlns:a="http://schemas.openxmlformats.org/drawingml/2006/main">
              <a:ext uri="{FF2B5EF4-FFF2-40B4-BE49-F238E27FC236}">
                <a16:creationId xmlns:a16="http://schemas.microsoft.com/office/drawing/2014/main" id="{C429F9FE-A0F9-4F3A-8D2A-E9276247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611">
            <a:extLst xmlns:a="http://schemas.openxmlformats.org/drawingml/2006/main">
              <a:ext uri="{FF2B5EF4-FFF2-40B4-BE49-F238E27FC236}">
                <a16:creationId xmlns:a16="http://schemas.microsoft.com/office/drawing/2014/main" id="{0F4CA08D-1421-4243-9CC8-7BD3181F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612">
            <a:extLst xmlns:a="http://schemas.openxmlformats.org/drawingml/2006/main">
              <a:ext uri="{FF2B5EF4-FFF2-40B4-BE49-F238E27FC236}">
                <a16:creationId xmlns:a16="http://schemas.microsoft.com/office/drawing/2014/main" id="{95D4AD19-6FF8-4E97-AEBE-BEA4DDE6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613">
            <a:extLst xmlns:a="http://schemas.openxmlformats.org/drawingml/2006/main">
              <a:ext uri="{FF2B5EF4-FFF2-40B4-BE49-F238E27FC236}">
                <a16:creationId xmlns:a16="http://schemas.microsoft.com/office/drawing/2014/main" id="{0C4F3D7D-E4D1-4D8E-AEE4-663F3C07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614">
            <a:extLst xmlns:a="http://schemas.openxmlformats.org/drawingml/2006/main">
              <a:ext uri="{FF2B5EF4-FFF2-40B4-BE49-F238E27FC236}">
                <a16:creationId xmlns:a16="http://schemas.microsoft.com/office/drawing/2014/main" id="{BA2A9BD2-8E27-4D8C-A916-51031544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965">
            <a:extLst xmlns:a="http://schemas.openxmlformats.org/drawingml/2006/main">
              <a:ext uri="{FF2B5EF4-FFF2-40B4-BE49-F238E27FC236}">
                <a16:creationId xmlns:a16="http://schemas.microsoft.com/office/drawing/2014/main" id="{663ADEA9-481F-4251-8B0D-2039905C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c733432fae47a6"/>
              </a:rPr>
              <a:t>建立／查看 Gem ↗</a:t>
            </a:r>
          </a:p>
        </p:txBody>
      </p:sp>
      <p:sp>
        <p:nvSpPr>
          <p:cNvPr id="13" name="shape-1018">
            <a:extLst xmlns:a="http://schemas.openxmlformats.org/drawingml/2006/main">
              <a:ext uri="{FF2B5EF4-FFF2-40B4-BE49-F238E27FC236}">
                <a16:creationId xmlns:a16="http://schemas.microsoft.com/office/drawing/2014/main" id="{5963A447-2C91-4583-A523-15AA1A93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a405bd1e77494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019">
            <a:extLst xmlns:a="http://schemas.openxmlformats.org/drawingml/2006/main">
              <a:ext uri="{FF2B5EF4-FFF2-40B4-BE49-F238E27FC236}">
                <a16:creationId xmlns:a16="http://schemas.microsoft.com/office/drawing/2014/main" id="{B1FC37EC-4813-4381-8E87-0A33541A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58581745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15">
            <a:extLst xmlns:a="http://schemas.openxmlformats.org/drawingml/2006/main">
              <a:ext uri="{FF2B5EF4-FFF2-40B4-BE49-F238E27FC236}">
                <a16:creationId xmlns:a16="http://schemas.microsoft.com/office/drawing/2014/main" id="{F50DF252-BD8B-4754-8BA6-E421E995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3B3B60-55A1-45C3-B534-0361676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6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7">
            <a:extLst xmlns:a="http://schemas.openxmlformats.org/drawingml/2006/main">
              <a:ext uri="{FF2B5EF4-FFF2-40B4-BE49-F238E27FC236}">
                <a16:creationId xmlns:a16="http://schemas.microsoft.com/office/drawing/2014/main" id="{AD11B6EC-1D7A-42BC-B6F6-8F37AC26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E27AC68-C81D-4675-B5A6-F7BD8D21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8">
            <a:extLst xmlns:a="http://schemas.openxmlformats.org/drawingml/2006/main">
              <a:ext uri="{FF2B5EF4-FFF2-40B4-BE49-F238E27FC236}">
                <a16:creationId xmlns:a16="http://schemas.microsoft.com/office/drawing/2014/main" id="{FD7B17AE-BBA6-4961-9A73-CB3E583E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9">
            <a:extLst xmlns:a="http://schemas.openxmlformats.org/drawingml/2006/main">
              <a:ext uri="{FF2B5EF4-FFF2-40B4-BE49-F238E27FC236}">
                <a16:creationId xmlns:a16="http://schemas.microsoft.com/office/drawing/2014/main" id="{A29CC858-4764-4EAA-9DD0-98370B3D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20">
            <a:extLst xmlns:a="http://schemas.openxmlformats.org/drawingml/2006/main">
              <a:ext uri="{FF2B5EF4-FFF2-40B4-BE49-F238E27FC236}">
                <a16:creationId xmlns:a16="http://schemas.microsoft.com/office/drawing/2014/main" id="{D8B41EE2-E71A-4066-BE69-438E34EC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621">
            <a:extLst xmlns:a="http://schemas.openxmlformats.org/drawingml/2006/main">
              <a:ext uri="{FF2B5EF4-FFF2-40B4-BE49-F238E27FC236}">
                <a16:creationId xmlns:a16="http://schemas.microsoft.com/office/drawing/2014/main" id="{A4ABB505-AEEF-4609-9AE6-1D501E0A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622">
            <a:extLst xmlns:a="http://schemas.openxmlformats.org/drawingml/2006/main">
              <a:ext uri="{FF2B5EF4-FFF2-40B4-BE49-F238E27FC236}">
                <a16:creationId xmlns:a16="http://schemas.microsoft.com/office/drawing/2014/main" id="{78BF2CED-7703-4022-94F1-2111159F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3">
            <a:extLst xmlns:a="http://schemas.openxmlformats.org/drawingml/2006/main">
              <a:ext uri="{FF2B5EF4-FFF2-40B4-BE49-F238E27FC236}">
                <a16:creationId xmlns:a16="http://schemas.microsoft.com/office/drawing/2014/main" id="{BF8BA9E7-FF1D-47FC-93F0-B3CF87E2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24">
            <a:extLst xmlns:a="http://schemas.openxmlformats.org/drawingml/2006/main">
              <a:ext uri="{FF2B5EF4-FFF2-40B4-BE49-F238E27FC236}">
                <a16:creationId xmlns:a16="http://schemas.microsoft.com/office/drawing/2014/main" id="{0A35A7BE-8285-4B2E-BAB6-E8819002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625">
            <a:extLst xmlns:a="http://schemas.openxmlformats.org/drawingml/2006/main">
              <a:ext uri="{FF2B5EF4-FFF2-40B4-BE49-F238E27FC236}">
                <a16:creationId xmlns:a16="http://schemas.microsoft.com/office/drawing/2014/main" id="{8C1003AB-3530-48E4-B753-C881CE005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626">
            <a:extLst xmlns:a="http://schemas.openxmlformats.org/drawingml/2006/main">
              <a:ext uri="{FF2B5EF4-FFF2-40B4-BE49-F238E27FC236}">
                <a16:creationId xmlns:a16="http://schemas.microsoft.com/office/drawing/2014/main" id="{AF3F3DA5-D00B-40E0-9086-A185480C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7">
            <a:extLst xmlns:a="http://schemas.openxmlformats.org/drawingml/2006/main">
              <a:ext uri="{FF2B5EF4-FFF2-40B4-BE49-F238E27FC236}">
                <a16:creationId xmlns:a16="http://schemas.microsoft.com/office/drawing/2014/main" id="{684A2FB7-7B2B-4853-978D-8FF57B37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28">
            <a:extLst xmlns:a="http://schemas.openxmlformats.org/drawingml/2006/main">
              <a:ext uri="{FF2B5EF4-FFF2-40B4-BE49-F238E27FC236}">
                <a16:creationId xmlns:a16="http://schemas.microsoft.com/office/drawing/2014/main" id="{8D6FAA35-3997-4FA8-8C2D-084AE587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629">
            <a:extLst xmlns:a="http://schemas.openxmlformats.org/drawingml/2006/main">
              <a:ext uri="{FF2B5EF4-FFF2-40B4-BE49-F238E27FC236}">
                <a16:creationId xmlns:a16="http://schemas.microsoft.com/office/drawing/2014/main" id="{03CC6921-0EC8-42AD-BF7E-1B3D490F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630">
            <a:extLst xmlns:a="http://schemas.openxmlformats.org/drawingml/2006/main">
              <a:ext uri="{FF2B5EF4-FFF2-40B4-BE49-F238E27FC236}">
                <a16:creationId xmlns:a16="http://schemas.microsoft.com/office/drawing/2014/main" id="{7DF69EF7-F66B-4A5C-BE72-487FC106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31">
            <a:extLst xmlns:a="http://schemas.openxmlformats.org/drawingml/2006/main">
              <a:ext uri="{FF2B5EF4-FFF2-40B4-BE49-F238E27FC236}">
                <a16:creationId xmlns:a16="http://schemas.microsoft.com/office/drawing/2014/main" id="{F8E1919C-64F4-4A53-8F07-D6BC3D74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632">
            <a:extLst xmlns:a="http://schemas.openxmlformats.org/drawingml/2006/main">
              <a:ext uri="{FF2B5EF4-FFF2-40B4-BE49-F238E27FC236}">
                <a16:creationId xmlns:a16="http://schemas.microsoft.com/office/drawing/2014/main" id="{D10BB823-1871-415D-B991-8AC5BF39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633">
            <a:extLst xmlns:a="http://schemas.openxmlformats.org/drawingml/2006/main">
              <a:ext uri="{FF2B5EF4-FFF2-40B4-BE49-F238E27FC236}">
                <a16:creationId xmlns:a16="http://schemas.microsoft.com/office/drawing/2014/main" id="{1D1A02C8-7649-4160-9A67-B70B20FA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966">
            <a:extLst xmlns:a="http://schemas.openxmlformats.org/drawingml/2006/main">
              <a:ext uri="{FF2B5EF4-FFF2-40B4-BE49-F238E27FC236}">
                <a16:creationId xmlns:a16="http://schemas.microsoft.com/office/drawing/2014/main" id="{8FBD2F3D-4ECD-4C88-880D-DE05872E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303ba1ba784ac9"/>
              </a:rPr>
              <a:t>建立／查看 Gem ↗</a:t>
            </a:r>
          </a:p>
        </p:txBody>
      </p:sp>
      <p:sp>
        <p:nvSpPr>
          <p:cNvPr id="23" name="shape-1020">
            <a:extLst xmlns:a="http://schemas.openxmlformats.org/drawingml/2006/main">
              <a:ext uri="{FF2B5EF4-FFF2-40B4-BE49-F238E27FC236}">
                <a16:creationId xmlns:a16="http://schemas.microsoft.com/office/drawing/2014/main" id="{F50EE86C-4BAD-44EF-9BD4-029A9BC25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71ab4be954c5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21">
            <a:extLst xmlns:a="http://schemas.openxmlformats.org/drawingml/2006/main">
              <a:ext uri="{FF2B5EF4-FFF2-40B4-BE49-F238E27FC236}">
                <a16:creationId xmlns:a16="http://schemas.microsoft.com/office/drawing/2014/main" id="{0F310556-CC47-4507-BE0E-8584F5C2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08640168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634">
            <a:extLst xmlns:a="http://schemas.openxmlformats.org/drawingml/2006/main">
              <a:ext uri="{FF2B5EF4-FFF2-40B4-BE49-F238E27FC236}">
                <a16:creationId xmlns:a16="http://schemas.microsoft.com/office/drawing/2014/main" id="{61F7519F-12A8-4155-B27D-6A737167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99AF91-2CC1-4977-9C48-A334299E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6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36">
            <a:extLst xmlns:a="http://schemas.openxmlformats.org/drawingml/2006/main">
              <a:ext uri="{FF2B5EF4-FFF2-40B4-BE49-F238E27FC236}">
                <a16:creationId xmlns:a16="http://schemas.microsoft.com/office/drawing/2014/main" id="{84577CB1-1644-42F9-A601-0462BAA2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D42B7A-6A18-4454-9136-9D0AF539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text-637">
            <a:extLst xmlns:a="http://schemas.openxmlformats.org/drawingml/2006/main">
              <a:ext uri="{FF2B5EF4-FFF2-40B4-BE49-F238E27FC236}">
                <a16:creationId xmlns:a16="http://schemas.microsoft.com/office/drawing/2014/main" id="{39BFC796-54A4-4920-97C2-9D4FC7B2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638">
            <a:extLst xmlns:a="http://schemas.openxmlformats.org/drawingml/2006/main">
              <a:ext uri="{FF2B5EF4-FFF2-40B4-BE49-F238E27FC236}">
                <a16:creationId xmlns:a16="http://schemas.microsoft.com/office/drawing/2014/main" id="{7F4D9014-4C99-470E-9AAC-B4FF73A7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639">
            <a:extLst xmlns:a="http://schemas.openxmlformats.org/drawingml/2006/main">
              <a:ext uri="{FF2B5EF4-FFF2-40B4-BE49-F238E27FC236}">
                <a16:creationId xmlns:a16="http://schemas.microsoft.com/office/drawing/2014/main" id="{5F6738EB-DC7C-4184-97C3-D77BB57F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640">
            <a:extLst xmlns:a="http://schemas.openxmlformats.org/drawingml/2006/main">
              <a:ext uri="{FF2B5EF4-FFF2-40B4-BE49-F238E27FC236}">
                <a16:creationId xmlns:a16="http://schemas.microsoft.com/office/drawing/2014/main" id="{FE945A0E-2C32-4CC5-9699-6E3E378A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641">
            <a:extLst xmlns:a="http://schemas.openxmlformats.org/drawingml/2006/main">
              <a:ext uri="{FF2B5EF4-FFF2-40B4-BE49-F238E27FC236}">
                <a16:creationId xmlns:a16="http://schemas.microsoft.com/office/drawing/2014/main" id="{BA088F8E-A506-4933-AF97-FA83052A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642">
            <a:extLst xmlns:a="http://schemas.openxmlformats.org/drawingml/2006/main">
              <a:ext uri="{FF2B5EF4-FFF2-40B4-BE49-F238E27FC236}">
                <a16:creationId xmlns:a16="http://schemas.microsoft.com/office/drawing/2014/main" id="{D41D4225-2D36-482B-AEB2-A8A16E5F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643">
            <a:extLst xmlns:a="http://schemas.openxmlformats.org/drawingml/2006/main">
              <a:ext uri="{FF2B5EF4-FFF2-40B4-BE49-F238E27FC236}">
                <a16:creationId xmlns:a16="http://schemas.microsoft.com/office/drawing/2014/main" id="{F06FC524-74DA-4817-BEF8-3503B5F4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967">
            <a:extLst xmlns:a="http://schemas.openxmlformats.org/drawingml/2006/main">
              <a:ext uri="{FF2B5EF4-FFF2-40B4-BE49-F238E27FC236}">
                <a16:creationId xmlns:a16="http://schemas.microsoft.com/office/drawing/2014/main" id="{1C3C2AE6-E891-4D84-A471-AE6BABC4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e2e535460ba49c4"/>
              </a:rPr>
              <a:t>建立／查看 Gem ↗</a:t>
            </a:r>
          </a:p>
        </p:txBody>
      </p:sp>
      <p:sp>
        <p:nvSpPr>
          <p:cNvPr id="14" name="shape-1022">
            <a:extLst xmlns:a="http://schemas.openxmlformats.org/drawingml/2006/main">
              <a:ext uri="{FF2B5EF4-FFF2-40B4-BE49-F238E27FC236}">
                <a16:creationId xmlns:a16="http://schemas.microsoft.com/office/drawing/2014/main" id="{5CB559D0-6CD2-44F9-8F99-25F7EC61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199a62fd5f4c0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023">
            <a:extLst xmlns:a="http://schemas.openxmlformats.org/drawingml/2006/main">
              <a:ext uri="{FF2B5EF4-FFF2-40B4-BE49-F238E27FC236}">
                <a16:creationId xmlns:a16="http://schemas.microsoft.com/office/drawing/2014/main" id="{ABA7EE2C-193F-44A4-85D4-686E7569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80111733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644">
            <a:extLst xmlns:a="http://schemas.openxmlformats.org/drawingml/2006/main">
              <a:ext uri="{FF2B5EF4-FFF2-40B4-BE49-F238E27FC236}">
                <a16:creationId xmlns:a16="http://schemas.microsoft.com/office/drawing/2014/main" id="{A274C69A-CED7-4028-8442-D13FA0A3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ED1006-1DB8-4077-A44B-CFA654ED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46">
            <a:extLst xmlns:a="http://schemas.openxmlformats.org/drawingml/2006/main">
              <a:ext uri="{FF2B5EF4-FFF2-40B4-BE49-F238E27FC236}">
                <a16:creationId xmlns:a16="http://schemas.microsoft.com/office/drawing/2014/main" id="{E2B195CC-6C4D-4995-938A-5F1451BA8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8FC14D-DDCF-4C43-9A16-3D99DAAE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text-647">
            <a:extLst xmlns:a="http://schemas.openxmlformats.org/drawingml/2006/main">
              <a:ext uri="{FF2B5EF4-FFF2-40B4-BE49-F238E27FC236}">
                <a16:creationId xmlns:a16="http://schemas.microsoft.com/office/drawing/2014/main" id="{FDCA9CF8-1CA7-449A-B587-708EF2FD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48">
            <a:extLst xmlns:a="http://schemas.openxmlformats.org/drawingml/2006/main">
              <a:ext uri="{FF2B5EF4-FFF2-40B4-BE49-F238E27FC236}">
                <a16:creationId xmlns:a16="http://schemas.microsoft.com/office/drawing/2014/main" id="{5D3EAB31-CC5E-43F0-A762-29FD5B21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49">
            <a:extLst xmlns:a="http://schemas.openxmlformats.org/drawingml/2006/main">
              <a:ext uri="{FF2B5EF4-FFF2-40B4-BE49-F238E27FC236}">
                <a16:creationId xmlns:a16="http://schemas.microsoft.com/office/drawing/2014/main" id="{1DE2360C-FF67-42FB-B981-32F32EF2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50">
            <a:extLst xmlns:a="http://schemas.openxmlformats.org/drawingml/2006/main">
              <a:ext uri="{FF2B5EF4-FFF2-40B4-BE49-F238E27FC236}">
                <a16:creationId xmlns:a16="http://schemas.microsoft.com/office/drawing/2014/main" id="{EB6C502C-E5C3-4CFE-B384-360FF326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651">
            <a:extLst xmlns:a="http://schemas.openxmlformats.org/drawingml/2006/main">
              <a:ext uri="{FF2B5EF4-FFF2-40B4-BE49-F238E27FC236}">
                <a16:creationId xmlns:a16="http://schemas.microsoft.com/office/drawing/2014/main" id="{DB62A412-3566-4DFD-A7C0-887A5FC6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52">
            <a:extLst xmlns:a="http://schemas.openxmlformats.org/drawingml/2006/main">
              <a:ext uri="{FF2B5EF4-FFF2-40B4-BE49-F238E27FC236}">
                <a16:creationId xmlns:a16="http://schemas.microsoft.com/office/drawing/2014/main" id="{A2091ACC-63A1-4D44-8542-8CA3FA7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653">
            <a:extLst xmlns:a="http://schemas.openxmlformats.org/drawingml/2006/main">
              <a:ext uri="{FF2B5EF4-FFF2-40B4-BE49-F238E27FC236}">
                <a16:creationId xmlns:a16="http://schemas.microsoft.com/office/drawing/2014/main" id="{39CDE982-0917-4FBA-976F-FBEF2D62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54">
            <a:extLst xmlns:a="http://schemas.openxmlformats.org/drawingml/2006/main">
              <a:ext uri="{FF2B5EF4-FFF2-40B4-BE49-F238E27FC236}">
                <a16:creationId xmlns:a16="http://schemas.microsoft.com/office/drawing/2014/main" id="{369CC94A-5398-4CC8-8B55-06C212F7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655">
            <a:extLst xmlns:a="http://schemas.openxmlformats.org/drawingml/2006/main">
              <a:ext uri="{FF2B5EF4-FFF2-40B4-BE49-F238E27FC236}">
                <a16:creationId xmlns:a16="http://schemas.microsoft.com/office/drawing/2014/main" id="{698AD339-80ED-4BF8-A823-3E37B006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56">
            <a:extLst xmlns:a="http://schemas.openxmlformats.org/drawingml/2006/main">
              <a:ext uri="{FF2B5EF4-FFF2-40B4-BE49-F238E27FC236}">
                <a16:creationId xmlns:a16="http://schemas.microsoft.com/office/drawing/2014/main" id="{4A352F39-0A12-4F9D-B5D8-7CCA4BC44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657">
            <a:extLst xmlns:a="http://schemas.openxmlformats.org/drawingml/2006/main">
              <a:ext uri="{FF2B5EF4-FFF2-40B4-BE49-F238E27FC236}">
                <a16:creationId xmlns:a16="http://schemas.microsoft.com/office/drawing/2014/main" id="{53E32AF2-7809-40D8-97DA-6E1BF6C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58">
            <a:extLst xmlns:a="http://schemas.openxmlformats.org/drawingml/2006/main">
              <a:ext uri="{FF2B5EF4-FFF2-40B4-BE49-F238E27FC236}">
                <a16:creationId xmlns:a16="http://schemas.microsoft.com/office/drawing/2014/main" id="{358FBCAA-5703-4E59-8496-76922E84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59">
            <a:extLst xmlns:a="http://schemas.openxmlformats.org/drawingml/2006/main">
              <a:ext uri="{FF2B5EF4-FFF2-40B4-BE49-F238E27FC236}">
                <a16:creationId xmlns:a16="http://schemas.microsoft.com/office/drawing/2014/main" id="{58D9FEAE-2852-4BC0-B4B2-CA5C640A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968">
            <a:extLst xmlns:a="http://schemas.openxmlformats.org/drawingml/2006/main">
              <a:ext uri="{FF2B5EF4-FFF2-40B4-BE49-F238E27FC236}">
                <a16:creationId xmlns:a16="http://schemas.microsoft.com/office/drawing/2014/main" id="{5692369D-717C-485E-8E22-D53C2598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028566a7fb48aa"/>
              </a:rPr>
              <a:t>建立／查看 Gem ↗</a:t>
            </a:r>
          </a:p>
        </p:txBody>
      </p:sp>
      <p:sp>
        <p:nvSpPr>
          <p:cNvPr id="20" name="shape-1024">
            <a:extLst xmlns:a="http://schemas.openxmlformats.org/drawingml/2006/main">
              <a:ext uri="{FF2B5EF4-FFF2-40B4-BE49-F238E27FC236}">
                <a16:creationId xmlns:a16="http://schemas.microsoft.com/office/drawing/2014/main" id="{C0482AA1-B395-4B58-94BB-48163B2D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6f8d2f146410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025">
            <a:extLst xmlns:a="http://schemas.openxmlformats.org/drawingml/2006/main">
              <a:ext uri="{FF2B5EF4-FFF2-40B4-BE49-F238E27FC236}">
                <a16:creationId xmlns:a16="http://schemas.microsoft.com/office/drawing/2014/main" id="{50339BEB-8BED-44C9-A973-A0E3622C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56924098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60">
            <a:extLst xmlns:a="http://schemas.openxmlformats.org/drawingml/2006/main">
              <a:ext uri="{FF2B5EF4-FFF2-40B4-BE49-F238E27FC236}">
                <a16:creationId xmlns:a16="http://schemas.microsoft.com/office/drawing/2014/main" id="{09AC8610-ED1F-4708-A1C7-BE69FADF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27364F-010F-40FE-B1B5-E2F74C51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2">
            <a:extLst xmlns:a="http://schemas.openxmlformats.org/drawingml/2006/main">
              <a:ext uri="{FF2B5EF4-FFF2-40B4-BE49-F238E27FC236}">
                <a16:creationId xmlns:a16="http://schemas.microsoft.com/office/drawing/2014/main" id="{3B97EF77-2BF6-4D47-8196-4BC660A3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5A8964-2490-4DCC-A218-9DCC0C51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63">
            <a:extLst xmlns:a="http://schemas.openxmlformats.org/drawingml/2006/main">
              <a:ext uri="{FF2B5EF4-FFF2-40B4-BE49-F238E27FC236}">
                <a16:creationId xmlns:a16="http://schemas.microsoft.com/office/drawing/2014/main" id="{2ACF2581-D5A3-470C-A0D1-58E8D887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64">
            <a:extLst xmlns:a="http://schemas.openxmlformats.org/drawingml/2006/main">
              <a:ext uri="{FF2B5EF4-FFF2-40B4-BE49-F238E27FC236}">
                <a16:creationId xmlns:a16="http://schemas.microsoft.com/office/drawing/2014/main" id="{3BD10A68-E043-44D2-AE12-A93D6E3E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65">
            <a:extLst xmlns:a="http://schemas.openxmlformats.org/drawingml/2006/main">
              <a:ext uri="{FF2B5EF4-FFF2-40B4-BE49-F238E27FC236}">
                <a16:creationId xmlns:a16="http://schemas.microsoft.com/office/drawing/2014/main" id="{06E9E435-888A-4C0D-BD64-B6FB4932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666">
            <a:extLst xmlns:a="http://schemas.openxmlformats.org/drawingml/2006/main">
              <a:ext uri="{FF2B5EF4-FFF2-40B4-BE49-F238E27FC236}">
                <a16:creationId xmlns:a16="http://schemas.microsoft.com/office/drawing/2014/main" id="{BCB30016-04CF-4E59-9586-2210B646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667">
            <a:extLst xmlns:a="http://schemas.openxmlformats.org/drawingml/2006/main">
              <a:ext uri="{FF2B5EF4-FFF2-40B4-BE49-F238E27FC236}">
                <a16:creationId xmlns:a16="http://schemas.microsoft.com/office/drawing/2014/main" id="{FCEBCA86-1886-4E7B-B9AA-82C3005E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68">
            <a:extLst xmlns:a="http://schemas.openxmlformats.org/drawingml/2006/main">
              <a:ext uri="{FF2B5EF4-FFF2-40B4-BE49-F238E27FC236}">
                <a16:creationId xmlns:a16="http://schemas.microsoft.com/office/drawing/2014/main" id="{C9F20497-B207-48BD-A1C5-330E2AD6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69">
            <a:extLst xmlns:a="http://schemas.openxmlformats.org/drawingml/2006/main">
              <a:ext uri="{FF2B5EF4-FFF2-40B4-BE49-F238E27FC236}">
                <a16:creationId xmlns:a16="http://schemas.microsoft.com/office/drawing/2014/main" id="{5D955B78-1E79-482C-A4FC-E7D4A56E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670">
            <a:extLst xmlns:a="http://schemas.openxmlformats.org/drawingml/2006/main">
              <a:ext uri="{FF2B5EF4-FFF2-40B4-BE49-F238E27FC236}">
                <a16:creationId xmlns:a16="http://schemas.microsoft.com/office/drawing/2014/main" id="{052DE338-6470-46D5-899D-1416351E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671">
            <a:extLst xmlns:a="http://schemas.openxmlformats.org/drawingml/2006/main">
              <a:ext uri="{FF2B5EF4-FFF2-40B4-BE49-F238E27FC236}">
                <a16:creationId xmlns:a16="http://schemas.microsoft.com/office/drawing/2014/main" id="{1502FD84-B76F-4604-B3D4-8386CFCD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72">
            <a:extLst xmlns:a="http://schemas.openxmlformats.org/drawingml/2006/main">
              <a:ext uri="{FF2B5EF4-FFF2-40B4-BE49-F238E27FC236}">
                <a16:creationId xmlns:a16="http://schemas.microsoft.com/office/drawing/2014/main" id="{F8371EA8-D8B7-4786-81C0-2753353A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73">
            <a:extLst xmlns:a="http://schemas.openxmlformats.org/drawingml/2006/main">
              <a:ext uri="{FF2B5EF4-FFF2-40B4-BE49-F238E27FC236}">
                <a16:creationId xmlns:a16="http://schemas.microsoft.com/office/drawing/2014/main" id="{B9446BAC-D935-44FF-9406-5D8E0E667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674">
            <a:extLst xmlns:a="http://schemas.openxmlformats.org/drawingml/2006/main">
              <a:ext uri="{FF2B5EF4-FFF2-40B4-BE49-F238E27FC236}">
                <a16:creationId xmlns:a16="http://schemas.microsoft.com/office/drawing/2014/main" id="{B999AA97-C3FA-4600-95A9-57FCF2CA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675">
            <a:extLst xmlns:a="http://schemas.openxmlformats.org/drawingml/2006/main">
              <a:ext uri="{FF2B5EF4-FFF2-40B4-BE49-F238E27FC236}">
                <a16:creationId xmlns:a16="http://schemas.microsoft.com/office/drawing/2014/main" id="{8C968B13-4053-45CA-AA0E-49A8BB9F7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76">
            <a:extLst xmlns:a="http://schemas.openxmlformats.org/drawingml/2006/main">
              <a:ext uri="{FF2B5EF4-FFF2-40B4-BE49-F238E27FC236}">
                <a16:creationId xmlns:a16="http://schemas.microsoft.com/office/drawing/2014/main" id="{A4BE3412-BBEE-4273-B9EA-0AA313E9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77">
            <a:extLst xmlns:a="http://schemas.openxmlformats.org/drawingml/2006/main">
              <a:ext uri="{FF2B5EF4-FFF2-40B4-BE49-F238E27FC236}">
                <a16:creationId xmlns:a16="http://schemas.microsoft.com/office/drawing/2014/main" id="{8C31B44A-7C95-4103-BA2B-8F8E6EEA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678">
            <a:extLst xmlns:a="http://schemas.openxmlformats.org/drawingml/2006/main">
              <a:ext uri="{FF2B5EF4-FFF2-40B4-BE49-F238E27FC236}">
                <a16:creationId xmlns:a16="http://schemas.microsoft.com/office/drawing/2014/main" id="{07DD30E6-02B3-4B54-9A34-20DB1113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969">
            <a:extLst xmlns:a="http://schemas.openxmlformats.org/drawingml/2006/main">
              <a:ext uri="{FF2B5EF4-FFF2-40B4-BE49-F238E27FC236}">
                <a16:creationId xmlns:a16="http://schemas.microsoft.com/office/drawing/2014/main" id="{61E62C39-5D8B-42BF-84EE-3EF8D298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e5161408b346f4"/>
              </a:rPr>
              <a:t>建立／查看 Gem ↗</a:t>
            </a:r>
          </a:p>
        </p:txBody>
      </p:sp>
      <p:sp>
        <p:nvSpPr>
          <p:cNvPr id="23" name="shape-1026">
            <a:extLst xmlns:a="http://schemas.openxmlformats.org/drawingml/2006/main">
              <a:ext uri="{FF2B5EF4-FFF2-40B4-BE49-F238E27FC236}">
                <a16:creationId xmlns:a16="http://schemas.microsoft.com/office/drawing/2014/main" id="{8112F7B2-9023-463A-9703-D1E2DE8E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6c5d34f73434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27">
            <a:extLst xmlns:a="http://schemas.openxmlformats.org/drawingml/2006/main">
              <a:ext uri="{FF2B5EF4-FFF2-40B4-BE49-F238E27FC236}">
                <a16:creationId xmlns:a16="http://schemas.microsoft.com/office/drawing/2014/main" id="{168FC8CE-EC58-4E00-A988-247FE5B8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99211108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79">
            <a:extLst xmlns:a="http://schemas.openxmlformats.org/drawingml/2006/main">
              <a:ext uri="{FF2B5EF4-FFF2-40B4-BE49-F238E27FC236}">
                <a16:creationId xmlns:a16="http://schemas.microsoft.com/office/drawing/2014/main" id="{75BF489E-8A8A-4484-A11C-65AEE5C6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680">
            <a:extLst xmlns:a="http://schemas.openxmlformats.org/drawingml/2006/main">
              <a:ext uri="{FF2B5EF4-FFF2-40B4-BE49-F238E27FC236}">
                <a16:creationId xmlns:a16="http://schemas.microsoft.com/office/drawing/2014/main" id="{2184123B-4B33-4678-A768-5A2AA0FE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681">
            <a:extLst xmlns:a="http://schemas.openxmlformats.org/drawingml/2006/main">
              <a:ext uri="{FF2B5EF4-FFF2-40B4-BE49-F238E27FC236}">
                <a16:creationId xmlns:a16="http://schemas.microsoft.com/office/drawing/2014/main" id="{FADBFEDD-17F7-44AC-863F-2168051FB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682">
            <a:extLst xmlns:a="http://schemas.openxmlformats.org/drawingml/2006/main">
              <a:ext uri="{FF2B5EF4-FFF2-40B4-BE49-F238E27FC236}">
                <a16:creationId xmlns:a16="http://schemas.microsoft.com/office/drawing/2014/main" id="{26C0DE42-B869-4860-A6A6-09C6DD76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83">
            <a:extLst xmlns:a="http://schemas.openxmlformats.org/drawingml/2006/main">
              <a:ext uri="{FF2B5EF4-FFF2-40B4-BE49-F238E27FC236}">
                <a16:creationId xmlns:a16="http://schemas.microsoft.com/office/drawing/2014/main" id="{D4295F5D-66EC-4B93-AD91-10087189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85">
            <a:extLst xmlns:a="http://schemas.openxmlformats.org/drawingml/2006/main">
              <a:ext uri="{FF2B5EF4-FFF2-40B4-BE49-F238E27FC236}">
                <a16:creationId xmlns:a16="http://schemas.microsoft.com/office/drawing/2014/main" id="{F8A05539-8A0E-462C-9A6D-1D4B0F33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EC1E20-19AB-4529-93D8-9D3C0479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9" name="text-970">
            <a:extLst xmlns:a="http://schemas.openxmlformats.org/drawingml/2006/main">
              <a:ext uri="{FF2B5EF4-FFF2-40B4-BE49-F238E27FC236}">
                <a16:creationId xmlns:a16="http://schemas.microsoft.com/office/drawing/2014/main" id="{D474C1FA-10C1-4E97-9ABA-40E8DB8A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7698249dab4b02"/>
              </a:rPr>
              <a:t>開啟 Gemini Canvas ↗</a:t>
            </a:r>
          </a:p>
        </p:txBody>
      </p:sp>
      <p:sp>
        <p:nvSpPr>
          <p:cNvPr id="10" name="shape-1028">
            <a:extLst xmlns:a="http://schemas.openxmlformats.org/drawingml/2006/main">
              <a:ext uri="{FF2B5EF4-FFF2-40B4-BE49-F238E27FC236}">
                <a16:creationId xmlns:a16="http://schemas.microsoft.com/office/drawing/2014/main" id="{DE318F73-167D-4846-8DD4-C4EC1D8D8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e9c8c07c14bc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29">
            <a:extLst xmlns:a="http://schemas.openxmlformats.org/drawingml/2006/main">
              <a:ext uri="{FF2B5EF4-FFF2-40B4-BE49-F238E27FC236}">
                <a16:creationId xmlns:a16="http://schemas.microsoft.com/office/drawing/2014/main" id="{0027F44E-2AA3-4BE3-9D23-A5AB8BD6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51213929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86">
            <a:extLst xmlns:a="http://schemas.openxmlformats.org/drawingml/2006/main">
              <a:ext uri="{FF2B5EF4-FFF2-40B4-BE49-F238E27FC236}">
                <a16:creationId xmlns:a16="http://schemas.microsoft.com/office/drawing/2014/main" id="{C02B15C0-E12D-46F5-A1A9-87E9ECC0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D24EAB-EE41-4066-AB93-E43A204F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6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8">
            <a:extLst xmlns:a="http://schemas.openxmlformats.org/drawingml/2006/main">
              <a:ext uri="{FF2B5EF4-FFF2-40B4-BE49-F238E27FC236}">
                <a16:creationId xmlns:a16="http://schemas.microsoft.com/office/drawing/2014/main" id="{F4C10AB3-3FA4-4C77-AF18-7E8F2A64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D79462-6786-4872-BC3B-CC40CD4A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689">
            <a:extLst xmlns:a="http://schemas.openxmlformats.org/drawingml/2006/main">
              <a:ext uri="{FF2B5EF4-FFF2-40B4-BE49-F238E27FC236}">
                <a16:creationId xmlns:a16="http://schemas.microsoft.com/office/drawing/2014/main" id="{8D63355F-70A1-43A4-B7D9-5CCEFE30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90">
            <a:extLst xmlns:a="http://schemas.openxmlformats.org/drawingml/2006/main">
              <a:ext uri="{FF2B5EF4-FFF2-40B4-BE49-F238E27FC236}">
                <a16:creationId xmlns:a16="http://schemas.microsoft.com/office/drawing/2014/main" id="{F9BB6F59-2A9F-4CC3-A678-095B1BF8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91">
            <a:extLst xmlns:a="http://schemas.openxmlformats.org/drawingml/2006/main">
              <a:ext uri="{FF2B5EF4-FFF2-40B4-BE49-F238E27FC236}">
                <a16:creationId xmlns:a16="http://schemas.microsoft.com/office/drawing/2014/main" id="{3763B08B-6472-4F04-BEE4-1894D17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692">
            <a:extLst xmlns:a="http://schemas.openxmlformats.org/drawingml/2006/main">
              <a:ext uri="{FF2B5EF4-FFF2-40B4-BE49-F238E27FC236}">
                <a16:creationId xmlns:a16="http://schemas.microsoft.com/office/drawing/2014/main" id="{3F48BF15-9A5A-439A-BD56-ED6F2555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43727D02-7A7B-4DCB-8397-7F573615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94">
            <a:extLst xmlns:a="http://schemas.openxmlformats.org/drawingml/2006/main">
              <a:ext uri="{FF2B5EF4-FFF2-40B4-BE49-F238E27FC236}">
                <a16:creationId xmlns:a16="http://schemas.microsoft.com/office/drawing/2014/main" id="{AFD3B134-0ED8-4374-9893-62F93A95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95">
            <a:extLst xmlns:a="http://schemas.openxmlformats.org/drawingml/2006/main">
              <a:ext uri="{FF2B5EF4-FFF2-40B4-BE49-F238E27FC236}">
                <a16:creationId xmlns:a16="http://schemas.microsoft.com/office/drawing/2014/main" id="{29284CE3-FEC8-4CBD-A4FC-A2CBBE72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696">
            <a:extLst xmlns:a="http://schemas.openxmlformats.org/drawingml/2006/main">
              <a:ext uri="{FF2B5EF4-FFF2-40B4-BE49-F238E27FC236}">
                <a16:creationId xmlns:a16="http://schemas.microsoft.com/office/drawing/2014/main" id="{4838A8AB-31AD-465C-8FBC-663F4841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697">
            <a:extLst xmlns:a="http://schemas.openxmlformats.org/drawingml/2006/main">
              <a:ext uri="{FF2B5EF4-FFF2-40B4-BE49-F238E27FC236}">
                <a16:creationId xmlns:a16="http://schemas.microsoft.com/office/drawing/2014/main" id="{37267EB9-E2A2-4058-BEB9-8B433725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98">
            <a:extLst xmlns:a="http://schemas.openxmlformats.org/drawingml/2006/main">
              <a:ext uri="{FF2B5EF4-FFF2-40B4-BE49-F238E27FC236}">
                <a16:creationId xmlns:a16="http://schemas.microsoft.com/office/drawing/2014/main" id="{387A0513-451F-4769-963C-FE7A4BF7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99">
            <a:extLst xmlns:a="http://schemas.openxmlformats.org/drawingml/2006/main">
              <a:ext uri="{FF2B5EF4-FFF2-40B4-BE49-F238E27FC236}">
                <a16:creationId xmlns:a16="http://schemas.microsoft.com/office/drawing/2014/main" id="{95CEB9A3-974D-473D-B0A6-7AFAC4A6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700">
            <a:extLst xmlns:a="http://schemas.openxmlformats.org/drawingml/2006/main">
              <a:ext uri="{FF2B5EF4-FFF2-40B4-BE49-F238E27FC236}">
                <a16:creationId xmlns:a16="http://schemas.microsoft.com/office/drawing/2014/main" id="{DFC6330A-3063-49CC-98E4-7E3ECBEC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701">
            <a:extLst xmlns:a="http://schemas.openxmlformats.org/drawingml/2006/main">
              <a:ext uri="{FF2B5EF4-FFF2-40B4-BE49-F238E27FC236}">
                <a16:creationId xmlns:a16="http://schemas.microsoft.com/office/drawing/2014/main" id="{4CDC7DB8-8A8B-489C-AD60-57E54DE2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02">
            <a:extLst xmlns:a="http://schemas.openxmlformats.org/drawingml/2006/main">
              <a:ext uri="{FF2B5EF4-FFF2-40B4-BE49-F238E27FC236}">
                <a16:creationId xmlns:a16="http://schemas.microsoft.com/office/drawing/2014/main" id="{1E0EEC4B-F36A-4F8F-9B51-4095E83B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703">
            <a:extLst xmlns:a="http://schemas.openxmlformats.org/drawingml/2006/main">
              <a:ext uri="{FF2B5EF4-FFF2-40B4-BE49-F238E27FC236}">
                <a16:creationId xmlns:a16="http://schemas.microsoft.com/office/drawing/2014/main" id="{6151D1FF-E97D-41B3-9EA3-7FFBEF4C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704">
            <a:extLst xmlns:a="http://schemas.openxmlformats.org/drawingml/2006/main">
              <a:ext uri="{FF2B5EF4-FFF2-40B4-BE49-F238E27FC236}">
                <a16:creationId xmlns:a16="http://schemas.microsoft.com/office/drawing/2014/main" id="{646580E1-480A-46E2-9F86-31FC803B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971">
            <a:extLst xmlns:a="http://schemas.openxmlformats.org/drawingml/2006/main">
              <a:ext uri="{FF2B5EF4-FFF2-40B4-BE49-F238E27FC236}">
                <a16:creationId xmlns:a16="http://schemas.microsoft.com/office/drawing/2014/main" id="{BF27CB5A-367F-45CB-9D9F-79BCC085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6587e9b8b8a4e7a"/>
              </a:rPr>
              <a:t>開啟 Gemini Canvas ↗</a:t>
            </a:r>
          </a:p>
        </p:txBody>
      </p:sp>
      <p:sp>
        <p:nvSpPr>
          <p:cNvPr id="23" name="shape-1030">
            <a:extLst xmlns:a="http://schemas.openxmlformats.org/drawingml/2006/main">
              <a:ext uri="{FF2B5EF4-FFF2-40B4-BE49-F238E27FC236}">
                <a16:creationId xmlns:a16="http://schemas.microsoft.com/office/drawing/2014/main" id="{B089F6A1-C7AF-44EA-9D5D-772BA826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7c135ca244ff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31">
            <a:extLst xmlns:a="http://schemas.openxmlformats.org/drawingml/2006/main">
              <a:ext uri="{FF2B5EF4-FFF2-40B4-BE49-F238E27FC236}">
                <a16:creationId xmlns:a16="http://schemas.microsoft.com/office/drawing/2014/main" id="{14BBDA03-B9A7-42FE-9A5B-BB08A40C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73942528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05">
            <a:extLst xmlns:a="http://schemas.openxmlformats.org/drawingml/2006/main">
              <a:ext uri="{FF2B5EF4-FFF2-40B4-BE49-F238E27FC236}">
                <a16:creationId xmlns:a16="http://schemas.microsoft.com/office/drawing/2014/main" id="{420B23AF-3FF2-41E1-A811-9BE49E6E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2C4807-B19E-4745-ACE8-0808DC02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7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7">
            <a:extLst xmlns:a="http://schemas.openxmlformats.org/drawingml/2006/main">
              <a:ext uri="{FF2B5EF4-FFF2-40B4-BE49-F238E27FC236}">
                <a16:creationId xmlns:a16="http://schemas.microsoft.com/office/drawing/2014/main" id="{CB438DDC-7200-406A-A8A0-BE575DD0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38DE63-9545-4C08-9F07-12523585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08">
            <a:extLst xmlns:a="http://schemas.openxmlformats.org/drawingml/2006/main">
              <a:ext uri="{FF2B5EF4-FFF2-40B4-BE49-F238E27FC236}">
                <a16:creationId xmlns:a16="http://schemas.microsoft.com/office/drawing/2014/main" id="{89846D34-56D0-4538-BC60-52F62955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09">
            <a:extLst xmlns:a="http://schemas.openxmlformats.org/drawingml/2006/main">
              <a:ext uri="{FF2B5EF4-FFF2-40B4-BE49-F238E27FC236}">
                <a16:creationId xmlns:a16="http://schemas.microsoft.com/office/drawing/2014/main" id="{486C2450-0359-4D2F-AD77-7534CA08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10">
            <a:extLst xmlns:a="http://schemas.openxmlformats.org/drawingml/2006/main">
              <a:ext uri="{FF2B5EF4-FFF2-40B4-BE49-F238E27FC236}">
                <a16:creationId xmlns:a16="http://schemas.microsoft.com/office/drawing/2014/main" id="{5DE42A3C-A04A-432E-B7BA-E12F58E8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11">
            <a:extLst xmlns:a="http://schemas.openxmlformats.org/drawingml/2006/main">
              <a:ext uri="{FF2B5EF4-FFF2-40B4-BE49-F238E27FC236}">
                <a16:creationId xmlns:a16="http://schemas.microsoft.com/office/drawing/2014/main" id="{F6330B98-FD0B-4C0C-90C7-8B0735AD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712">
            <a:extLst xmlns:a="http://schemas.openxmlformats.org/drawingml/2006/main">
              <a:ext uri="{FF2B5EF4-FFF2-40B4-BE49-F238E27FC236}">
                <a16:creationId xmlns:a16="http://schemas.microsoft.com/office/drawing/2014/main" id="{1BA3A657-129F-4475-873C-5AE3C08D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713">
            <a:extLst xmlns:a="http://schemas.openxmlformats.org/drawingml/2006/main">
              <a:ext uri="{FF2B5EF4-FFF2-40B4-BE49-F238E27FC236}">
                <a16:creationId xmlns:a16="http://schemas.microsoft.com/office/drawing/2014/main" id="{AF063A03-B2DE-4735-B550-DB6D2E27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14">
            <a:extLst xmlns:a="http://schemas.openxmlformats.org/drawingml/2006/main">
              <a:ext uri="{FF2B5EF4-FFF2-40B4-BE49-F238E27FC236}">
                <a16:creationId xmlns:a16="http://schemas.microsoft.com/office/drawing/2014/main" id="{7D7F9A0C-43D8-4B11-BC68-4C0C2A27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15">
            <a:extLst xmlns:a="http://schemas.openxmlformats.org/drawingml/2006/main">
              <a:ext uri="{FF2B5EF4-FFF2-40B4-BE49-F238E27FC236}">
                <a16:creationId xmlns:a16="http://schemas.microsoft.com/office/drawing/2014/main" id="{57BAB3E6-DE2A-4DD8-AECE-37E3561F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16">
            <a:extLst xmlns:a="http://schemas.openxmlformats.org/drawingml/2006/main">
              <a:ext uri="{FF2B5EF4-FFF2-40B4-BE49-F238E27FC236}">
                <a16:creationId xmlns:a16="http://schemas.microsoft.com/office/drawing/2014/main" id="{80394017-E265-45C0-B6B9-D2864066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17">
            <a:extLst xmlns:a="http://schemas.openxmlformats.org/drawingml/2006/main">
              <a:ext uri="{FF2B5EF4-FFF2-40B4-BE49-F238E27FC236}">
                <a16:creationId xmlns:a16="http://schemas.microsoft.com/office/drawing/2014/main" id="{A2C120F3-9845-4FDB-AC8A-46CD5C77B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718">
            <a:extLst xmlns:a="http://schemas.openxmlformats.org/drawingml/2006/main">
              <a:ext uri="{FF2B5EF4-FFF2-40B4-BE49-F238E27FC236}">
                <a16:creationId xmlns:a16="http://schemas.microsoft.com/office/drawing/2014/main" id="{49FF17D2-A528-496A-BB5F-E18415E3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719">
            <a:extLst xmlns:a="http://schemas.openxmlformats.org/drawingml/2006/main">
              <a:ext uri="{FF2B5EF4-FFF2-40B4-BE49-F238E27FC236}">
                <a16:creationId xmlns:a16="http://schemas.microsoft.com/office/drawing/2014/main" id="{4146D7B6-4702-49DB-AA62-4FE86EC0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20">
            <a:extLst xmlns:a="http://schemas.openxmlformats.org/drawingml/2006/main">
              <a:ext uri="{FF2B5EF4-FFF2-40B4-BE49-F238E27FC236}">
                <a16:creationId xmlns:a16="http://schemas.microsoft.com/office/drawing/2014/main" id="{E8550FE0-3876-4358-8FDC-2C7407FA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21">
            <a:extLst xmlns:a="http://schemas.openxmlformats.org/drawingml/2006/main">
              <a:ext uri="{FF2B5EF4-FFF2-40B4-BE49-F238E27FC236}">
                <a16:creationId xmlns:a16="http://schemas.microsoft.com/office/drawing/2014/main" id="{3C323F53-B2D6-4E27-B204-9C322731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22">
            <a:extLst xmlns:a="http://schemas.openxmlformats.org/drawingml/2006/main">
              <a:ext uri="{FF2B5EF4-FFF2-40B4-BE49-F238E27FC236}">
                <a16:creationId xmlns:a16="http://schemas.microsoft.com/office/drawing/2014/main" id="{2695630C-AC86-41FA-9948-FFECBA50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23">
            <a:extLst xmlns:a="http://schemas.openxmlformats.org/drawingml/2006/main">
              <a:ext uri="{FF2B5EF4-FFF2-40B4-BE49-F238E27FC236}">
                <a16:creationId xmlns:a16="http://schemas.microsoft.com/office/drawing/2014/main" id="{F0811CE7-CCAF-4F59-B225-AB0E2727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3A588E86-677E-4670-9FEE-B3ACD87E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725">
            <a:extLst xmlns:a="http://schemas.openxmlformats.org/drawingml/2006/main">
              <a:ext uri="{FF2B5EF4-FFF2-40B4-BE49-F238E27FC236}">
                <a16:creationId xmlns:a16="http://schemas.microsoft.com/office/drawing/2014/main" id="{B9AF70FA-8545-4953-98A8-E001BAF6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26">
            <a:extLst xmlns:a="http://schemas.openxmlformats.org/drawingml/2006/main">
              <a:ext uri="{FF2B5EF4-FFF2-40B4-BE49-F238E27FC236}">
                <a16:creationId xmlns:a16="http://schemas.microsoft.com/office/drawing/2014/main" id="{BD489956-41CE-46AC-8CEB-8E7F8A38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27">
            <a:extLst xmlns:a="http://schemas.openxmlformats.org/drawingml/2006/main">
              <a:ext uri="{FF2B5EF4-FFF2-40B4-BE49-F238E27FC236}">
                <a16:creationId xmlns:a16="http://schemas.microsoft.com/office/drawing/2014/main" id="{0847CF9E-547B-4E7D-8A4F-2BCE97CF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28">
            <a:extLst xmlns:a="http://schemas.openxmlformats.org/drawingml/2006/main">
              <a:ext uri="{FF2B5EF4-FFF2-40B4-BE49-F238E27FC236}">
                <a16:creationId xmlns:a16="http://schemas.microsoft.com/office/drawing/2014/main" id="{A980ACF7-E48A-4B29-9EDF-64850345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29">
            <a:extLst xmlns:a="http://schemas.openxmlformats.org/drawingml/2006/main">
              <a:ext uri="{FF2B5EF4-FFF2-40B4-BE49-F238E27FC236}">
                <a16:creationId xmlns:a16="http://schemas.microsoft.com/office/drawing/2014/main" id="{522AED09-F325-4293-97F5-D01D33E9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730">
            <a:extLst xmlns:a="http://schemas.openxmlformats.org/drawingml/2006/main">
              <a:ext uri="{FF2B5EF4-FFF2-40B4-BE49-F238E27FC236}">
                <a16:creationId xmlns:a16="http://schemas.microsoft.com/office/drawing/2014/main" id="{40DE6B7F-08B2-4C0F-BA07-899ABDF5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731">
            <a:extLst xmlns:a="http://schemas.openxmlformats.org/drawingml/2006/main">
              <a:ext uri="{FF2B5EF4-FFF2-40B4-BE49-F238E27FC236}">
                <a16:creationId xmlns:a16="http://schemas.microsoft.com/office/drawing/2014/main" id="{722A2D0A-3936-4322-9E0A-A30571B4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72">
            <a:extLst xmlns:a="http://schemas.openxmlformats.org/drawingml/2006/main">
              <a:ext uri="{FF2B5EF4-FFF2-40B4-BE49-F238E27FC236}">
                <a16:creationId xmlns:a16="http://schemas.microsoft.com/office/drawing/2014/main" id="{510A80DC-EDBD-44F8-B387-5B382710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4d45aff1974654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3eb4f5f41ad4730"/>
              </a:rPr>
              <a:t>會議紀錄系統 ↗</a:t>
            </a:r>
          </a:p>
        </p:txBody>
      </p:sp>
      <p:sp>
        <p:nvSpPr>
          <p:cNvPr id="31" name="shape-1032">
            <a:extLst xmlns:a="http://schemas.openxmlformats.org/drawingml/2006/main">
              <a:ext uri="{FF2B5EF4-FFF2-40B4-BE49-F238E27FC236}">
                <a16:creationId xmlns:a16="http://schemas.microsoft.com/office/drawing/2014/main" id="{50B35830-E0E5-4A53-96CA-4CA935B0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3202b9e90431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33">
            <a:extLst xmlns:a="http://schemas.openxmlformats.org/drawingml/2006/main">
              <a:ext uri="{FF2B5EF4-FFF2-40B4-BE49-F238E27FC236}">
                <a16:creationId xmlns:a16="http://schemas.microsoft.com/office/drawing/2014/main" id="{2ACA87DA-745C-49FD-BA6B-04B1B4D0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da89929334fb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34">
            <a:extLst xmlns:a="http://schemas.openxmlformats.org/drawingml/2006/main">
              <a:ext uri="{FF2B5EF4-FFF2-40B4-BE49-F238E27FC236}">
                <a16:creationId xmlns:a16="http://schemas.microsoft.com/office/drawing/2014/main" id="{9BAE9440-88B2-44E6-8F83-0AA416E7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73644153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732">
            <a:extLst xmlns:a="http://schemas.openxmlformats.org/drawingml/2006/main">
              <a:ext uri="{FF2B5EF4-FFF2-40B4-BE49-F238E27FC236}">
                <a16:creationId xmlns:a16="http://schemas.microsoft.com/office/drawing/2014/main" id="{8DB8BBAC-D3CC-4116-B32E-76CAD5A3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45E0B2D-A239-496D-8D66-56B3FA0B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7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34">
            <a:extLst xmlns:a="http://schemas.openxmlformats.org/drawingml/2006/main">
              <a:ext uri="{FF2B5EF4-FFF2-40B4-BE49-F238E27FC236}">
                <a16:creationId xmlns:a16="http://schemas.microsoft.com/office/drawing/2014/main" id="{B3C73A35-86EB-4400-A91E-6DDB2411E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6296405-7FEA-46FF-9BCB-C2224728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text-735">
            <a:extLst xmlns:a="http://schemas.openxmlformats.org/drawingml/2006/main">
              <a:ext uri="{FF2B5EF4-FFF2-40B4-BE49-F238E27FC236}">
                <a16:creationId xmlns:a16="http://schemas.microsoft.com/office/drawing/2014/main" id="{18981C04-EB80-451A-882D-006F4D96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736">
            <a:extLst xmlns:a="http://schemas.openxmlformats.org/drawingml/2006/main">
              <a:ext uri="{FF2B5EF4-FFF2-40B4-BE49-F238E27FC236}">
                <a16:creationId xmlns:a16="http://schemas.microsoft.com/office/drawing/2014/main" id="{3C95EA92-6277-4F6F-98D6-BDC3882F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737">
            <a:extLst xmlns:a="http://schemas.openxmlformats.org/drawingml/2006/main">
              <a:ext uri="{FF2B5EF4-FFF2-40B4-BE49-F238E27FC236}">
                <a16:creationId xmlns:a16="http://schemas.microsoft.com/office/drawing/2014/main" id="{3E3A85E9-F5D1-446A-9821-0A1709A0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38">
            <a:extLst xmlns:a="http://schemas.openxmlformats.org/drawingml/2006/main">
              <a:ext uri="{FF2B5EF4-FFF2-40B4-BE49-F238E27FC236}">
                <a16:creationId xmlns:a16="http://schemas.microsoft.com/office/drawing/2014/main" id="{E6E2E5CE-9ED9-4E45-843E-F0F32B9E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739">
            <a:extLst xmlns:a="http://schemas.openxmlformats.org/drawingml/2006/main">
              <a:ext uri="{FF2B5EF4-FFF2-40B4-BE49-F238E27FC236}">
                <a16:creationId xmlns:a16="http://schemas.microsoft.com/office/drawing/2014/main" id="{CF68CFC0-4C5F-4B11-9094-AC8F45C6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40">
            <a:extLst xmlns:a="http://schemas.openxmlformats.org/drawingml/2006/main">
              <a:ext uri="{FF2B5EF4-FFF2-40B4-BE49-F238E27FC236}">
                <a16:creationId xmlns:a16="http://schemas.microsoft.com/office/drawing/2014/main" id="{E913453F-DDD3-4670-A43D-3054465F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741">
            <a:extLst xmlns:a="http://schemas.openxmlformats.org/drawingml/2006/main">
              <a:ext uri="{FF2B5EF4-FFF2-40B4-BE49-F238E27FC236}">
                <a16:creationId xmlns:a16="http://schemas.microsoft.com/office/drawing/2014/main" id="{0DB55B98-4741-4E56-8AD2-6E527F7C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742">
            <a:extLst xmlns:a="http://schemas.openxmlformats.org/drawingml/2006/main">
              <a:ext uri="{FF2B5EF4-FFF2-40B4-BE49-F238E27FC236}">
                <a16:creationId xmlns:a16="http://schemas.microsoft.com/office/drawing/2014/main" id="{2050BDDB-BDC3-406C-AF8D-DA8E574E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743">
            <a:extLst xmlns:a="http://schemas.openxmlformats.org/drawingml/2006/main">
              <a:ext uri="{FF2B5EF4-FFF2-40B4-BE49-F238E27FC236}">
                <a16:creationId xmlns:a16="http://schemas.microsoft.com/office/drawing/2014/main" id="{939B6C49-BDF8-498B-B6AB-BC4C7781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744">
            <a:extLst xmlns:a="http://schemas.openxmlformats.org/drawingml/2006/main">
              <a:ext uri="{FF2B5EF4-FFF2-40B4-BE49-F238E27FC236}">
                <a16:creationId xmlns:a16="http://schemas.microsoft.com/office/drawing/2014/main" id="{BED52260-B56C-4D9D-8C78-F80027294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745">
            <a:extLst xmlns:a="http://schemas.openxmlformats.org/drawingml/2006/main">
              <a:ext uri="{FF2B5EF4-FFF2-40B4-BE49-F238E27FC236}">
                <a16:creationId xmlns:a16="http://schemas.microsoft.com/office/drawing/2014/main" id="{6FAD61FA-5F43-4F83-9665-594AD901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746">
            <a:extLst xmlns:a="http://schemas.openxmlformats.org/drawingml/2006/main">
              <a:ext uri="{FF2B5EF4-FFF2-40B4-BE49-F238E27FC236}">
                <a16:creationId xmlns:a16="http://schemas.microsoft.com/office/drawing/2014/main" id="{C121610A-0055-404D-8159-3A07CC4A9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47">
            <a:extLst xmlns:a="http://schemas.openxmlformats.org/drawingml/2006/main">
              <a:ext uri="{FF2B5EF4-FFF2-40B4-BE49-F238E27FC236}">
                <a16:creationId xmlns:a16="http://schemas.microsoft.com/office/drawing/2014/main" id="{8ED25282-41F8-4533-9C2C-2889A1ED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973">
            <a:extLst xmlns:a="http://schemas.openxmlformats.org/drawingml/2006/main">
              <a:ext uri="{FF2B5EF4-FFF2-40B4-BE49-F238E27FC236}">
                <a16:creationId xmlns:a16="http://schemas.microsoft.com/office/drawing/2014/main" id="{0B91BF4C-0EE6-41B8-B045-38E27C762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a4d43985b9f4885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17acbfdef7d4465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8916c325f44f20"/>
              </a:rPr>
              <a:t>Google Sites ↗</a:t>
            </a:r>
          </a:p>
        </p:txBody>
      </p:sp>
      <p:sp>
        <p:nvSpPr>
          <p:cNvPr id="20" name="shape-1035">
            <a:extLst xmlns:a="http://schemas.openxmlformats.org/drawingml/2006/main">
              <a:ext uri="{FF2B5EF4-FFF2-40B4-BE49-F238E27FC236}">
                <a16:creationId xmlns:a16="http://schemas.microsoft.com/office/drawing/2014/main" id="{7335D24C-1DCC-4A02-AB24-71387D67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d35b192cd427d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36">
            <a:extLst xmlns:a="http://schemas.openxmlformats.org/drawingml/2006/main">
              <a:ext uri="{FF2B5EF4-FFF2-40B4-BE49-F238E27FC236}">
                <a16:creationId xmlns:a16="http://schemas.microsoft.com/office/drawing/2014/main" id="{AF92A466-05FE-4311-B299-D11656D5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69fb499c76482b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37">
            <a:extLst xmlns:a="http://schemas.openxmlformats.org/drawingml/2006/main">
              <a:ext uri="{FF2B5EF4-FFF2-40B4-BE49-F238E27FC236}">
                <a16:creationId xmlns:a16="http://schemas.microsoft.com/office/drawing/2014/main" id="{2EECBBF9-EE6D-4C7E-B8E8-7FAD3F00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daa5686334766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38">
            <a:extLst xmlns:a="http://schemas.openxmlformats.org/drawingml/2006/main">
              <a:ext uri="{FF2B5EF4-FFF2-40B4-BE49-F238E27FC236}">
                <a16:creationId xmlns:a16="http://schemas.microsoft.com/office/drawing/2014/main" id="{E2EBB166-2711-4A70-A3BB-FBB3D2DE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41027718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748">
            <a:extLst xmlns:a="http://schemas.openxmlformats.org/drawingml/2006/main">
              <a:ext uri="{FF2B5EF4-FFF2-40B4-BE49-F238E27FC236}">
                <a16:creationId xmlns:a16="http://schemas.microsoft.com/office/drawing/2014/main" id="{D0CBCD22-3167-454C-9CC6-C955DB74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0327B9-1FAE-4427-B7E7-28E006B1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7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0">
            <a:extLst xmlns:a="http://schemas.openxmlformats.org/drawingml/2006/main">
              <a:ext uri="{FF2B5EF4-FFF2-40B4-BE49-F238E27FC236}">
                <a16:creationId xmlns:a16="http://schemas.microsoft.com/office/drawing/2014/main" id="{F8D43105-CF12-4805-875C-2ACE855F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22C436B-75E9-4F7D-91E3-C14D86E6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51">
            <a:extLst xmlns:a="http://schemas.openxmlformats.org/drawingml/2006/main">
              <a:ext uri="{FF2B5EF4-FFF2-40B4-BE49-F238E27FC236}">
                <a16:creationId xmlns:a16="http://schemas.microsoft.com/office/drawing/2014/main" id="{8853CDC9-64D3-4676-B68B-11C2683C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52">
            <a:extLst xmlns:a="http://schemas.openxmlformats.org/drawingml/2006/main">
              <a:ext uri="{FF2B5EF4-FFF2-40B4-BE49-F238E27FC236}">
                <a16:creationId xmlns:a16="http://schemas.microsoft.com/office/drawing/2014/main" id="{ECD7EAC6-0BEB-40C1-9A1A-0DF5FC0E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53">
            <a:extLst xmlns:a="http://schemas.openxmlformats.org/drawingml/2006/main">
              <a:ext uri="{FF2B5EF4-FFF2-40B4-BE49-F238E27FC236}">
                <a16:creationId xmlns:a16="http://schemas.microsoft.com/office/drawing/2014/main" id="{502B05A3-CD0B-480E-8E41-D13189CB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754">
            <a:extLst xmlns:a="http://schemas.openxmlformats.org/drawingml/2006/main">
              <a:ext uri="{FF2B5EF4-FFF2-40B4-BE49-F238E27FC236}">
                <a16:creationId xmlns:a16="http://schemas.microsoft.com/office/drawing/2014/main" id="{AF036475-5539-47D1-9E38-FBB9BB67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755">
            <a:extLst xmlns:a="http://schemas.openxmlformats.org/drawingml/2006/main">
              <a:ext uri="{FF2B5EF4-FFF2-40B4-BE49-F238E27FC236}">
                <a16:creationId xmlns:a16="http://schemas.microsoft.com/office/drawing/2014/main" id="{3AD99579-9311-450E-9FE7-7B5E8847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56">
            <a:extLst xmlns:a="http://schemas.openxmlformats.org/drawingml/2006/main">
              <a:ext uri="{FF2B5EF4-FFF2-40B4-BE49-F238E27FC236}">
                <a16:creationId xmlns:a16="http://schemas.microsoft.com/office/drawing/2014/main" id="{2AEE8159-CBE7-4018-8312-DC312EBD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7">
            <a:extLst xmlns:a="http://schemas.openxmlformats.org/drawingml/2006/main">
              <a:ext uri="{FF2B5EF4-FFF2-40B4-BE49-F238E27FC236}">
                <a16:creationId xmlns:a16="http://schemas.microsoft.com/office/drawing/2014/main" id="{69A72870-5467-4F9D-99FC-4A25625D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758">
            <a:extLst xmlns:a="http://schemas.openxmlformats.org/drawingml/2006/main">
              <a:ext uri="{FF2B5EF4-FFF2-40B4-BE49-F238E27FC236}">
                <a16:creationId xmlns:a16="http://schemas.microsoft.com/office/drawing/2014/main" id="{C83CDC88-235F-4C20-84A5-EB25BDBE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759">
            <a:extLst xmlns:a="http://schemas.openxmlformats.org/drawingml/2006/main">
              <a:ext uri="{FF2B5EF4-FFF2-40B4-BE49-F238E27FC236}">
                <a16:creationId xmlns:a16="http://schemas.microsoft.com/office/drawing/2014/main" id="{481D82B0-4DB5-43B4-9EEC-F37E017E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60">
            <a:extLst xmlns:a="http://schemas.openxmlformats.org/drawingml/2006/main">
              <a:ext uri="{FF2B5EF4-FFF2-40B4-BE49-F238E27FC236}">
                <a16:creationId xmlns:a16="http://schemas.microsoft.com/office/drawing/2014/main" id="{C8785FDC-6980-46BC-85C1-FAAC540A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1">
            <a:extLst xmlns:a="http://schemas.openxmlformats.org/drawingml/2006/main">
              <a:ext uri="{FF2B5EF4-FFF2-40B4-BE49-F238E27FC236}">
                <a16:creationId xmlns:a16="http://schemas.microsoft.com/office/drawing/2014/main" id="{02CCE972-E0BC-4409-84E5-B64ABE0C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762">
            <a:extLst xmlns:a="http://schemas.openxmlformats.org/drawingml/2006/main">
              <a:ext uri="{FF2B5EF4-FFF2-40B4-BE49-F238E27FC236}">
                <a16:creationId xmlns:a16="http://schemas.microsoft.com/office/drawing/2014/main" id="{7638378A-AC53-4FEB-8BDF-80B92541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763">
            <a:extLst xmlns:a="http://schemas.openxmlformats.org/drawingml/2006/main">
              <a:ext uri="{FF2B5EF4-FFF2-40B4-BE49-F238E27FC236}">
                <a16:creationId xmlns:a16="http://schemas.microsoft.com/office/drawing/2014/main" id="{615B97E3-C013-41EB-B14A-D6800196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64">
            <a:extLst xmlns:a="http://schemas.openxmlformats.org/drawingml/2006/main">
              <a:ext uri="{FF2B5EF4-FFF2-40B4-BE49-F238E27FC236}">
                <a16:creationId xmlns:a16="http://schemas.microsoft.com/office/drawing/2014/main" id="{87DDA489-BB1E-4C98-9F33-C6B74538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65">
            <a:extLst xmlns:a="http://schemas.openxmlformats.org/drawingml/2006/main">
              <a:ext uri="{FF2B5EF4-FFF2-40B4-BE49-F238E27FC236}">
                <a16:creationId xmlns:a16="http://schemas.microsoft.com/office/drawing/2014/main" id="{6AE1618C-4D95-4FE6-994A-598560A7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766">
            <a:extLst xmlns:a="http://schemas.openxmlformats.org/drawingml/2006/main">
              <a:ext uri="{FF2B5EF4-FFF2-40B4-BE49-F238E27FC236}">
                <a16:creationId xmlns:a16="http://schemas.microsoft.com/office/drawing/2014/main" id="{9259CE5D-AF50-4B56-B07C-3AEC63C1F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974">
            <a:extLst xmlns:a="http://schemas.openxmlformats.org/drawingml/2006/main">
              <a:ext uri="{FF2B5EF4-FFF2-40B4-BE49-F238E27FC236}">
                <a16:creationId xmlns:a16="http://schemas.microsoft.com/office/drawing/2014/main" id="{B2D6B674-1D24-43D5-A79E-9E0F9BF7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b8844b952647c0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38dd57d3d643f7"/>
              </a:rPr>
              <a:t>會議紀錄 ↗</a:t>
            </a:r>
          </a:p>
        </p:txBody>
      </p:sp>
      <p:sp>
        <p:nvSpPr>
          <p:cNvPr id="23" name="shape-1039">
            <a:extLst xmlns:a="http://schemas.openxmlformats.org/drawingml/2006/main">
              <a:ext uri="{FF2B5EF4-FFF2-40B4-BE49-F238E27FC236}">
                <a16:creationId xmlns:a16="http://schemas.microsoft.com/office/drawing/2014/main" id="{8777CFAF-77E9-47E0-B5DD-2F397A28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84aea676bd49d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040">
            <a:extLst xmlns:a="http://schemas.openxmlformats.org/drawingml/2006/main">
              <a:ext uri="{FF2B5EF4-FFF2-40B4-BE49-F238E27FC236}">
                <a16:creationId xmlns:a16="http://schemas.microsoft.com/office/drawing/2014/main" id="{CFE657DA-3269-4267-9F3A-B36CF2B4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f0208e9020468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041">
            <a:extLst xmlns:a="http://schemas.openxmlformats.org/drawingml/2006/main">
              <a:ext uri="{FF2B5EF4-FFF2-40B4-BE49-F238E27FC236}">
                <a16:creationId xmlns:a16="http://schemas.microsoft.com/office/drawing/2014/main" id="{DAB4BD2E-B107-476B-A384-05E51C7B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172951338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67">
            <a:extLst xmlns:a="http://schemas.openxmlformats.org/drawingml/2006/main">
              <a:ext uri="{FF2B5EF4-FFF2-40B4-BE49-F238E27FC236}">
                <a16:creationId xmlns:a16="http://schemas.microsoft.com/office/drawing/2014/main" id="{EB287EAE-CA73-407F-A5FF-770E76ED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7AB567-792C-4084-AEF4-2660167F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7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9">
            <a:extLst xmlns:a="http://schemas.openxmlformats.org/drawingml/2006/main">
              <a:ext uri="{FF2B5EF4-FFF2-40B4-BE49-F238E27FC236}">
                <a16:creationId xmlns:a16="http://schemas.microsoft.com/office/drawing/2014/main" id="{BD7EBFFA-FF76-427D-9F01-6C92E5C0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21963FA-3E89-41CD-B9CE-04C8E138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70">
            <a:extLst xmlns:a="http://schemas.openxmlformats.org/drawingml/2006/main">
              <a:ext uri="{FF2B5EF4-FFF2-40B4-BE49-F238E27FC236}">
                <a16:creationId xmlns:a16="http://schemas.microsoft.com/office/drawing/2014/main" id="{57D889FC-6294-43F6-8D1D-2DECC030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71">
            <a:extLst xmlns:a="http://schemas.openxmlformats.org/drawingml/2006/main">
              <a:ext uri="{FF2B5EF4-FFF2-40B4-BE49-F238E27FC236}">
                <a16:creationId xmlns:a16="http://schemas.microsoft.com/office/drawing/2014/main" id="{ADAF4EB8-28AA-4DDA-8152-EDAAA35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72">
            <a:extLst xmlns:a="http://schemas.openxmlformats.org/drawingml/2006/main">
              <a:ext uri="{FF2B5EF4-FFF2-40B4-BE49-F238E27FC236}">
                <a16:creationId xmlns:a16="http://schemas.microsoft.com/office/drawing/2014/main" id="{F92E8182-BEFA-40DE-B8B5-F9E89423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773">
            <a:extLst xmlns:a="http://schemas.openxmlformats.org/drawingml/2006/main">
              <a:ext uri="{FF2B5EF4-FFF2-40B4-BE49-F238E27FC236}">
                <a16:creationId xmlns:a16="http://schemas.microsoft.com/office/drawing/2014/main" id="{FC44C090-D430-4838-A011-8DCF3C82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774">
            <a:extLst xmlns:a="http://schemas.openxmlformats.org/drawingml/2006/main">
              <a:ext uri="{FF2B5EF4-FFF2-40B4-BE49-F238E27FC236}">
                <a16:creationId xmlns:a16="http://schemas.microsoft.com/office/drawing/2014/main" id="{BECEF3F2-61E7-4338-A77A-8BE87AD1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775">
            <a:extLst xmlns:a="http://schemas.openxmlformats.org/drawingml/2006/main">
              <a:ext uri="{FF2B5EF4-FFF2-40B4-BE49-F238E27FC236}">
                <a16:creationId xmlns:a16="http://schemas.microsoft.com/office/drawing/2014/main" id="{70CAB342-B6B3-44C8-86DA-FACEEED5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776">
            <a:extLst xmlns:a="http://schemas.openxmlformats.org/drawingml/2006/main">
              <a:ext uri="{FF2B5EF4-FFF2-40B4-BE49-F238E27FC236}">
                <a16:creationId xmlns:a16="http://schemas.microsoft.com/office/drawing/2014/main" id="{C6267494-6367-4080-B6D4-E6E503C4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777">
            <a:extLst xmlns:a="http://schemas.openxmlformats.org/drawingml/2006/main">
              <a:ext uri="{FF2B5EF4-FFF2-40B4-BE49-F238E27FC236}">
                <a16:creationId xmlns:a16="http://schemas.microsoft.com/office/drawing/2014/main" id="{030495AE-4C80-4932-8FC6-BFEC746C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778">
            <a:extLst xmlns:a="http://schemas.openxmlformats.org/drawingml/2006/main">
              <a:ext uri="{FF2B5EF4-FFF2-40B4-BE49-F238E27FC236}">
                <a16:creationId xmlns:a16="http://schemas.microsoft.com/office/drawing/2014/main" id="{666EE2C2-BB81-4660-91E9-FD10EF04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779">
            <a:extLst xmlns:a="http://schemas.openxmlformats.org/drawingml/2006/main">
              <a:ext uri="{FF2B5EF4-FFF2-40B4-BE49-F238E27FC236}">
                <a16:creationId xmlns:a16="http://schemas.microsoft.com/office/drawing/2014/main" id="{E42D561C-A315-4378-8081-FD593F548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975">
            <a:extLst xmlns:a="http://schemas.openxmlformats.org/drawingml/2006/main">
              <a:ext uri="{FF2B5EF4-FFF2-40B4-BE49-F238E27FC236}">
                <a16:creationId xmlns:a16="http://schemas.microsoft.com/office/drawing/2014/main" id="{EE656CE4-687A-408E-8803-80D72567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8784d0db7e4dda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98a1238e8684df1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586c0151b44ff6"/>
              </a:rPr>
              <a:t>EZPage ↗</a:t>
            </a:r>
          </a:p>
        </p:txBody>
      </p:sp>
      <p:sp>
        <p:nvSpPr>
          <p:cNvPr id="19" name="shape-1042">
            <a:extLst xmlns:a="http://schemas.openxmlformats.org/drawingml/2006/main">
              <a:ext uri="{FF2B5EF4-FFF2-40B4-BE49-F238E27FC236}">
                <a16:creationId xmlns:a16="http://schemas.microsoft.com/office/drawing/2014/main" id="{9568CBB2-B3E1-4C0D-9D49-5880DF5E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96329ce8b4d8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43">
            <a:extLst xmlns:a="http://schemas.openxmlformats.org/drawingml/2006/main">
              <a:ext uri="{FF2B5EF4-FFF2-40B4-BE49-F238E27FC236}">
                <a16:creationId xmlns:a16="http://schemas.microsoft.com/office/drawing/2014/main" id="{DC45E1D0-DABB-44A6-A2F6-EA1CE811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7a91beabf4ac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1044">
            <a:extLst xmlns:a="http://schemas.openxmlformats.org/drawingml/2006/main">
              <a:ext uri="{FF2B5EF4-FFF2-40B4-BE49-F238E27FC236}">
                <a16:creationId xmlns:a16="http://schemas.microsoft.com/office/drawing/2014/main" id="{C3BFEA9E-F64F-4CF5-A31E-D5A36D8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167d02e1141b3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1045">
            <a:extLst xmlns:a="http://schemas.openxmlformats.org/drawingml/2006/main">
              <a:ext uri="{FF2B5EF4-FFF2-40B4-BE49-F238E27FC236}">
                <a16:creationId xmlns:a16="http://schemas.microsoft.com/office/drawing/2014/main" id="{DD60D767-743F-422E-925A-E81E54B9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67848938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80">
            <a:extLst xmlns:a="http://schemas.openxmlformats.org/drawingml/2006/main">
              <a:ext uri="{FF2B5EF4-FFF2-40B4-BE49-F238E27FC236}">
                <a16:creationId xmlns:a16="http://schemas.microsoft.com/office/drawing/2014/main" id="{2B206569-D713-461C-BC6A-6B4106DF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75F72B-9A1D-42FD-9C2E-D12DE7BF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7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82">
            <a:extLst xmlns:a="http://schemas.openxmlformats.org/drawingml/2006/main">
              <a:ext uri="{FF2B5EF4-FFF2-40B4-BE49-F238E27FC236}">
                <a16:creationId xmlns:a16="http://schemas.microsoft.com/office/drawing/2014/main" id="{68A70909-9F70-43CE-B01E-70B15B47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836A79-8168-4EA4-978E-9EB66D88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783">
            <a:extLst xmlns:a="http://schemas.openxmlformats.org/drawingml/2006/main">
              <a:ext uri="{FF2B5EF4-FFF2-40B4-BE49-F238E27FC236}">
                <a16:creationId xmlns:a16="http://schemas.microsoft.com/office/drawing/2014/main" id="{6F725BE3-5C46-4BDD-8BA7-3BA267AF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84">
            <a:extLst xmlns:a="http://schemas.openxmlformats.org/drawingml/2006/main">
              <a:ext uri="{FF2B5EF4-FFF2-40B4-BE49-F238E27FC236}">
                <a16:creationId xmlns:a16="http://schemas.microsoft.com/office/drawing/2014/main" id="{E9950D02-1E07-4D91-B78D-1A324C46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85">
            <a:extLst xmlns:a="http://schemas.openxmlformats.org/drawingml/2006/main">
              <a:ext uri="{FF2B5EF4-FFF2-40B4-BE49-F238E27FC236}">
                <a16:creationId xmlns:a16="http://schemas.microsoft.com/office/drawing/2014/main" id="{45848D98-5203-4B26-B557-5E761E64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86">
            <a:extLst xmlns:a="http://schemas.openxmlformats.org/drawingml/2006/main">
              <a:ext uri="{FF2B5EF4-FFF2-40B4-BE49-F238E27FC236}">
                <a16:creationId xmlns:a16="http://schemas.microsoft.com/office/drawing/2014/main" id="{DE7494DF-89FF-4665-8395-8421036D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787">
            <a:extLst xmlns:a="http://schemas.openxmlformats.org/drawingml/2006/main">
              <a:ext uri="{FF2B5EF4-FFF2-40B4-BE49-F238E27FC236}">
                <a16:creationId xmlns:a16="http://schemas.microsoft.com/office/drawing/2014/main" id="{B45408C1-6BF0-45B1-AD38-34253CBD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788">
            <a:extLst xmlns:a="http://schemas.openxmlformats.org/drawingml/2006/main">
              <a:ext uri="{FF2B5EF4-FFF2-40B4-BE49-F238E27FC236}">
                <a16:creationId xmlns:a16="http://schemas.microsoft.com/office/drawing/2014/main" id="{AE74B6DA-8482-4727-9C61-586B1F74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9">
            <a:extLst xmlns:a="http://schemas.openxmlformats.org/drawingml/2006/main">
              <a:ext uri="{FF2B5EF4-FFF2-40B4-BE49-F238E27FC236}">
                <a16:creationId xmlns:a16="http://schemas.microsoft.com/office/drawing/2014/main" id="{4060D797-409D-4F14-BBA9-789B20E2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90">
            <a:extLst xmlns:a="http://schemas.openxmlformats.org/drawingml/2006/main">
              <a:ext uri="{FF2B5EF4-FFF2-40B4-BE49-F238E27FC236}">
                <a16:creationId xmlns:a16="http://schemas.microsoft.com/office/drawing/2014/main" id="{A054341C-B76E-4259-A16F-6430BAF3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91">
            <a:extLst xmlns:a="http://schemas.openxmlformats.org/drawingml/2006/main">
              <a:ext uri="{FF2B5EF4-FFF2-40B4-BE49-F238E27FC236}">
                <a16:creationId xmlns:a16="http://schemas.microsoft.com/office/drawing/2014/main" id="{499806F6-EC6D-4340-A313-44A9AC100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92">
            <a:extLst xmlns:a="http://schemas.openxmlformats.org/drawingml/2006/main">
              <a:ext uri="{FF2B5EF4-FFF2-40B4-BE49-F238E27FC236}">
                <a16:creationId xmlns:a16="http://schemas.microsoft.com/office/drawing/2014/main" id="{E14F0E4D-C449-45A3-B624-997B534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793">
            <a:extLst xmlns:a="http://schemas.openxmlformats.org/drawingml/2006/main">
              <a:ext uri="{FF2B5EF4-FFF2-40B4-BE49-F238E27FC236}">
                <a16:creationId xmlns:a16="http://schemas.microsoft.com/office/drawing/2014/main" id="{DE588BB1-4CF6-4381-988B-1496130D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794">
            <a:extLst xmlns:a="http://schemas.openxmlformats.org/drawingml/2006/main">
              <a:ext uri="{FF2B5EF4-FFF2-40B4-BE49-F238E27FC236}">
                <a16:creationId xmlns:a16="http://schemas.microsoft.com/office/drawing/2014/main" id="{ED565B95-AAAD-42FD-A3AD-3C445146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95">
            <a:extLst xmlns:a="http://schemas.openxmlformats.org/drawingml/2006/main">
              <a:ext uri="{FF2B5EF4-FFF2-40B4-BE49-F238E27FC236}">
                <a16:creationId xmlns:a16="http://schemas.microsoft.com/office/drawing/2014/main" id="{3C356AB3-5454-4A96-8623-6A086C7C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96">
            <a:extLst xmlns:a="http://schemas.openxmlformats.org/drawingml/2006/main">
              <a:ext uri="{FF2B5EF4-FFF2-40B4-BE49-F238E27FC236}">
                <a16:creationId xmlns:a16="http://schemas.microsoft.com/office/drawing/2014/main" id="{EF3EA117-4084-47D3-97B8-4EE2E58B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97">
            <a:extLst xmlns:a="http://schemas.openxmlformats.org/drawingml/2006/main">
              <a:ext uri="{FF2B5EF4-FFF2-40B4-BE49-F238E27FC236}">
                <a16:creationId xmlns:a16="http://schemas.microsoft.com/office/drawing/2014/main" id="{D91A042B-DBF4-43B8-82F4-66FD66C4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98">
            <a:extLst xmlns:a="http://schemas.openxmlformats.org/drawingml/2006/main">
              <a:ext uri="{FF2B5EF4-FFF2-40B4-BE49-F238E27FC236}">
                <a16:creationId xmlns:a16="http://schemas.microsoft.com/office/drawing/2014/main" id="{01D947AC-95DC-4688-9515-D5D029BA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799">
            <a:extLst xmlns:a="http://schemas.openxmlformats.org/drawingml/2006/main">
              <a:ext uri="{FF2B5EF4-FFF2-40B4-BE49-F238E27FC236}">
                <a16:creationId xmlns:a16="http://schemas.microsoft.com/office/drawing/2014/main" id="{010770D2-3F9A-47E9-9D5B-F78C3B27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800">
            <a:extLst xmlns:a="http://schemas.openxmlformats.org/drawingml/2006/main">
              <a:ext uri="{FF2B5EF4-FFF2-40B4-BE49-F238E27FC236}">
                <a16:creationId xmlns:a16="http://schemas.microsoft.com/office/drawing/2014/main" id="{57767AD1-C46A-48F9-964F-0EC78BD2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01">
            <a:extLst xmlns:a="http://schemas.openxmlformats.org/drawingml/2006/main">
              <a:ext uri="{FF2B5EF4-FFF2-40B4-BE49-F238E27FC236}">
                <a16:creationId xmlns:a16="http://schemas.microsoft.com/office/drawing/2014/main" id="{4BF06883-7FFA-4364-82B9-A4C3943D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02">
            <a:extLst xmlns:a="http://schemas.openxmlformats.org/drawingml/2006/main">
              <a:ext uri="{FF2B5EF4-FFF2-40B4-BE49-F238E27FC236}">
                <a16:creationId xmlns:a16="http://schemas.microsoft.com/office/drawing/2014/main" id="{6D1130C8-AAC8-4D8A-B2DD-B2C90EE2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03">
            <a:extLst xmlns:a="http://schemas.openxmlformats.org/drawingml/2006/main">
              <a:ext uri="{FF2B5EF4-FFF2-40B4-BE49-F238E27FC236}">
                <a16:creationId xmlns:a16="http://schemas.microsoft.com/office/drawing/2014/main" id="{38C0C6AC-F341-4E05-8114-4A479C31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04">
            <a:extLst xmlns:a="http://schemas.openxmlformats.org/drawingml/2006/main">
              <a:ext uri="{FF2B5EF4-FFF2-40B4-BE49-F238E27FC236}">
                <a16:creationId xmlns:a16="http://schemas.microsoft.com/office/drawing/2014/main" id="{736848BB-FD44-48AB-9487-DCA7174D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805">
            <a:extLst xmlns:a="http://schemas.openxmlformats.org/drawingml/2006/main">
              <a:ext uri="{FF2B5EF4-FFF2-40B4-BE49-F238E27FC236}">
                <a16:creationId xmlns:a16="http://schemas.microsoft.com/office/drawing/2014/main" id="{2E693C77-8E06-488A-ADDF-C6EA9D358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806">
            <a:extLst xmlns:a="http://schemas.openxmlformats.org/drawingml/2006/main">
              <a:ext uri="{FF2B5EF4-FFF2-40B4-BE49-F238E27FC236}">
                <a16:creationId xmlns:a16="http://schemas.microsoft.com/office/drawing/2014/main" id="{4B2F9D42-C275-4F46-B26F-70E1142F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77">
            <a:extLst xmlns:a="http://schemas.openxmlformats.org/drawingml/2006/main">
              <a:ext uri="{FF2B5EF4-FFF2-40B4-BE49-F238E27FC236}">
                <a16:creationId xmlns:a16="http://schemas.microsoft.com/office/drawing/2014/main" id="{9F302937-5826-43F5-BC77-43C5F43B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4bf31ebcae462f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5a9701ffd1a4ed8"/>
              </a:rPr>
              <a:t>會議報告站 ↗</a:t>
            </a:r>
          </a:p>
        </p:txBody>
      </p:sp>
      <p:sp>
        <p:nvSpPr>
          <p:cNvPr id="31" name="shape-1050">
            <a:extLst xmlns:a="http://schemas.openxmlformats.org/drawingml/2006/main">
              <a:ext uri="{FF2B5EF4-FFF2-40B4-BE49-F238E27FC236}">
                <a16:creationId xmlns:a16="http://schemas.microsoft.com/office/drawing/2014/main" id="{098707FA-5069-43DC-964D-86B0E768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1bdc11f594d7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51">
            <a:extLst xmlns:a="http://schemas.openxmlformats.org/drawingml/2006/main">
              <a:ext uri="{FF2B5EF4-FFF2-40B4-BE49-F238E27FC236}">
                <a16:creationId xmlns:a16="http://schemas.microsoft.com/office/drawing/2014/main" id="{30AA9F5E-43E4-4419-A2A1-661D42DC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b9c1064cd447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52">
            <a:extLst xmlns:a="http://schemas.openxmlformats.org/drawingml/2006/main">
              <a:ext uri="{FF2B5EF4-FFF2-40B4-BE49-F238E27FC236}">
                <a16:creationId xmlns:a16="http://schemas.microsoft.com/office/drawing/2014/main" id="{9733B678-8EAB-478A-A5B2-25C3AB97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1911485497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807">
            <a:extLst xmlns:a="http://schemas.openxmlformats.org/drawingml/2006/main">
              <a:ext uri="{FF2B5EF4-FFF2-40B4-BE49-F238E27FC236}">
                <a16:creationId xmlns:a16="http://schemas.microsoft.com/office/drawing/2014/main" id="{BCBA8EE2-28C3-438D-98FE-C5493BD1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47CC0A-73AA-467B-89BC-3F2357D7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8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9">
            <a:extLst xmlns:a="http://schemas.openxmlformats.org/drawingml/2006/main">
              <a:ext uri="{FF2B5EF4-FFF2-40B4-BE49-F238E27FC236}">
                <a16:creationId xmlns:a16="http://schemas.microsoft.com/office/drawing/2014/main" id="{99DF3A56-2D35-475A-BCF2-DB2E8251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E5D1F98-2D8A-4896-A179-88E3FEB3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810">
            <a:extLst xmlns:a="http://schemas.openxmlformats.org/drawingml/2006/main">
              <a:ext uri="{FF2B5EF4-FFF2-40B4-BE49-F238E27FC236}">
                <a16:creationId xmlns:a16="http://schemas.microsoft.com/office/drawing/2014/main" id="{09282132-4BB6-4637-8FC6-CED6E0FD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11">
            <a:extLst xmlns:a="http://schemas.openxmlformats.org/drawingml/2006/main">
              <a:ext uri="{FF2B5EF4-FFF2-40B4-BE49-F238E27FC236}">
                <a16:creationId xmlns:a16="http://schemas.microsoft.com/office/drawing/2014/main" id="{0D03E453-490E-4470-A98F-FCB7941A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12">
            <a:extLst xmlns:a="http://schemas.openxmlformats.org/drawingml/2006/main">
              <a:ext uri="{FF2B5EF4-FFF2-40B4-BE49-F238E27FC236}">
                <a16:creationId xmlns:a16="http://schemas.microsoft.com/office/drawing/2014/main" id="{F2ADF8F3-B970-42B0-997C-62EC8518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13">
            <a:extLst xmlns:a="http://schemas.openxmlformats.org/drawingml/2006/main">
              <a:ext uri="{FF2B5EF4-FFF2-40B4-BE49-F238E27FC236}">
                <a16:creationId xmlns:a16="http://schemas.microsoft.com/office/drawing/2014/main" id="{CE424AD4-D45E-4CF2-A954-D75230CE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814">
            <a:extLst xmlns:a="http://schemas.openxmlformats.org/drawingml/2006/main">
              <a:ext uri="{FF2B5EF4-FFF2-40B4-BE49-F238E27FC236}">
                <a16:creationId xmlns:a16="http://schemas.microsoft.com/office/drawing/2014/main" id="{841A80FE-EB64-4699-9C62-F564A51A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815">
            <a:extLst xmlns:a="http://schemas.openxmlformats.org/drawingml/2006/main">
              <a:ext uri="{FF2B5EF4-FFF2-40B4-BE49-F238E27FC236}">
                <a16:creationId xmlns:a16="http://schemas.microsoft.com/office/drawing/2014/main" id="{F4CC918C-9EDF-4391-8E92-A94ED745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16">
            <a:extLst xmlns:a="http://schemas.openxmlformats.org/drawingml/2006/main">
              <a:ext uri="{FF2B5EF4-FFF2-40B4-BE49-F238E27FC236}">
                <a16:creationId xmlns:a16="http://schemas.microsoft.com/office/drawing/2014/main" id="{3617182C-DDF3-4B7E-8343-4C69B62F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17">
            <a:extLst xmlns:a="http://schemas.openxmlformats.org/drawingml/2006/main">
              <a:ext uri="{FF2B5EF4-FFF2-40B4-BE49-F238E27FC236}">
                <a16:creationId xmlns:a16="http://schemas.microsoft.com/office/drawing/2014/main" id="{AD604DAF-A736-486B-A7C5-82E40BE6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18">
            <a:extLst xmlns:a="http://schemas.openxmlformats.org/drawingml/2006/main">
              <a:ext uri="{FF2B5EF4-FFF2-40B4-BE49-F238E27FC236}">
                <a16:creationId xmlns:a16="http://schemas.microsoft.com/office/drawing/2014/main" id="{BE95A860-FBB6-46C5-BFF0-AE5B5A8A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9">
            <a:extLst xmlns:a="http://schemas.openxmlformats.org/drawingml/2006/main">
              <a:ext uri="{FF2B5EF4-FFF2-40B4-BE49-F238E27FC236}">
                <a16:creationId xmlns:a16="http://schemas.microsoft.com/office/drawing/2014/main" id="{B6734A62-BA37-46EA-AFF7-F9F35C6F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820">
            <a:extLst xmlns:a="http://schemas.openxmlformats.org/drawingml/2006/main">
              <a:ext uri="{FF2B5EF4-FFF2-40B4-BE49-F238E27FC236}">
                <a16:creationId xmlns:a16="http://schemas.microsoft.com/office/drawing/2014/main" id="{C4DAB3DC-40BE-4D00-AEAA-A8AF4C1E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821">
            <a:extLst xmlns:a="http://schemas.openxmlformats.org/drawingml/2006/main">
              <a:ext uri="{FF2B5EF4-FFF2-40B4-BE49-F238E27FC236}">
                <a16:creationId xmlns:a16="http://schemas.microsoft.com/office/drawing/2014/main" id="{5B8CF216-68CD-418B-88A5-8CB8DCBD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22">
            <a:extLst xmlns:a="http://schemas.openxmlformats.org/drawingml/2006/main">
              <a:ext uri="{FF2B5EF4-FFF2-40B4-BE49-F238E27FC236}">
                <a16:creationId xmlns:a16="http://schemas.microsoft.com/office/drawing/2014/main" id="{5E072591-58DC-4554-9298-77458981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23">
            <a:extLst xmlns:a="http://schemas.openxmlformats.org/drawingml/2006/main">
              <a:ext uri="{FF2B5EF4-FFF2-40B4-BE49-F238E27FC236}">
                <a16:creationId xmlns:a16="http://schemas.microsoft.com/office/drawing/2014/main" id="{C109D2C7-BF48-4A4C-BE68-4A8FAAE6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24">
            <a:extLst xmlns:a="http://schemas.openxmlformats.org/drawingml/2006/main">
              <a:ext uri="{FF2B5EF4-FFF2-40B4-BE49-F238E27FC236}">
                <a16:creationId xmlns:a16="http://schemas.microsoft.com/office/drawing/2014/main" id="{A10F48EE-01E9-40D5-879E-BEAB624C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25">
            <a:extLst xmlns:a="http://schemas.openxmlformats.org/drawingml/2006/main">
              <a:ext uri="{FF2B5EF4-FFF2-40B4-BE49-F238E27FC236}">
                <a16:creationId xmlns:a16="http://schemas.microsoft.com/office/drawing/2014/main" id="{E44A1417-3188-4090-B7D6-882F79E2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826">
            <a:extLst xmlns:a="http://schemas.openxmlformats.org/drawingml/2006/main">
              <a:ext uri="{FF2B5EF4-FFF2-40B4-BE49-F238E27FC236}">
                <a16:creationId xmlns:a16="http://schemas.microsoft.com/office/drawing/2014/main" id="{A2FA3FCF-2074-4724-84F8-8637B989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827">
            <a:extLst xmlns:a="http://schemas.openxmlformats.org/drawingml/2006/main">
              <a:ext uri="{FF2B5EF4-FFF2-40B4-BE49-F238E27FC236}">
                <a16:creationId xmlns:a16="http://schemas.microsoft.com/office/drawing/2014/main" id="{536870BA-B1D8-4A66-A2C2-4037C097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28">
            <a:extLst xmlns:a="http://schemas.openxmlformats.org/drawingml/2006/main">
              <a:ext uri="{FF2B5EF4-FFF2-40B4-BE49-F238E27FC236}">
                <a16:creationId xmlns:a16="http://schemas.microsoft.com/office/drawing/2014/main" id="{C682197D-AEF7-4EAF-A8FF-C25B826E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29">
            <a:extLst xmlns:a="http://schemas.openxmlformats.org/drawingml/2006/main">
              <a:ext uri="{FF2B5EF4-FFF2-40B4-BE49-F238E27FC236}">
                <a16:creationId xmlns:a16="http://schemas.microsoft.com/office/drawing/2014/main" id="{3C95ABC5-374F-4496-8579-8A952088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30">
            <a:extLst xmlns:a="http://schemas.openxmlformats.org/drawingml/2006/main">
              <a:ext uri="{FF2B5EF4-FFF2-40B4-BE49-F238E27FC236}">
                <a16:creationId xmlns:a16="http://schemas.microsoft.com/office/drawing/2014/main" id="{7FB1975F-4115-4D04-B55C-48D08606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31">
            <a:extLst xmlns:a="http://schemas.openxmlformats.org/drawingml/2006/main">
              <a:ext uri="{FF2B5EF4-FFF2-40B4-BE49-F238E27FC236}">
                <a16:creationId xmlns:a16="http://schemas.microsoft.com/office/drawing/2014/main" id="{17BAE9A6-10EA-4AC0-A9F3-AC33356D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832">
            <a:extLst xmlns:a="http://schemas.openxmlformats.org/drawingml/2006/main">
              <a:ext uri="{FF2B5EF4-FFF2-40B4-BE49-F238E27FC236}">
                <a16:creationId xmlns:a16="http://schemas.microsoft.com/office/drawing/2014/main" id="{D5198CF9-8969-4423-834D-DA2C4679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833">
            <a:extLst xmlns:a="http://schemas.openxmlformats.org/drawingml/2006/main">
              <a:ext uri="{FF2B5EF4-FFF2-40B4-BE49-F238E27FC236}">
                <a16:creationId xmlns:a16="http://schemas.microsoft.com/office/drawing/2014/main" id="{8A66D564-2A60-46E9-B105-784BF098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834">
            <a:extLst xmlns:a="http://schemas.openxmlformats.org/drawingml/2006/main">
              <a:ext uri="{FF2B5EF4-FFF2-40B4-BE49-F238E27FC236}">
                <a16:creationId xmlns:a16="http://schemas.microsoft.com/office/drawing/2014/main" id="{E6413426-8A17-4C6C-8382-486187A4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35">
            <a:extLst xmlns:a="http://schemas.openxmlformats.org/drawingml/2006/main">
              <a:ext uri="{FF2B5EF4-FFF2-40B4-BE49-F238E27FC236}">
                <a16:creationId xmlns:a16="http://schemas.microsoft.com/office/drawing/2014/main" id="{DD9276A5-37D7-4E3D-9A55-DA7DD227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836">
            <a:extLst xmlns:a="http://schemas.openxmlformats.org/drawingml/2006/main">
              <a:ext uri="{FF2B5EF4-FFF2-40B4-BE49-F238E27FC236}">
                <a16:creationId xmlns:a16="http://schemas.microsoft.com/office/drawing/2014/main" id="{7C438A34-6918-4B24-9EAA-8B257DA0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837">
            <a:extLst xmlns:a="http://schemas.openxmlformats.org/drawingml/2006/main">
              <a:ext uri="{FF2B5EF4-FFF2-40B4-BE49-F238E27FC236}">
                <a16:creationId xmlns:a16="http://schemas.microsoft.com/office/drawing/2014/main" id="{CA1C109F-29BC-4AB2-A727-665FB84A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978">
            <a:extLst xmlns:a="http://schemas.openxmlformats.org/drawingml/2006/main">
              <a:ext uri="{FF2B5EF4-FFF2-40B4-BE49-F238E27FC236}">
                <a16:creationId xmlns:a16="http://schemas.microsoft.com/office/drawing/2014/main" id="{95B1C0D3-958C-4052-9A0A-21D34B26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c6001060cd499e"/>
              </a:rPr>
              <a:t>開啟 GitHub Pages ↗</a:t>
            </a:r>
          </a:p>
        </p:txBody>
      </p:sp>
      <p:sp>
        <p:nvSpPr>
          <p:cNvPr id="35" name="shape-1053">
            <a:extLst xmlns:a="http://schemas.openxmlformats.org/drawingml/2006/main">
              <a:ext uri="{FF2B5EF4-FFF2-40B4-BE49-F238E27FC236}">
                <a16:creationId xmlns:a16="http://schemas.microsoft.com/office/drawing/2014/main" id="{62DED564-8975-471C-8D54-F7DE302D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ae84dc228f45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1054">
            <a:extLst xmlns:a="http://schemas.openxmlformats.org/drawingml/2006/main">
              <a:ext uri="{FF2B5EF4-FFF2-40B4-BE49-F238E27FC236}">
                <a16:creationId xmlns:a16="http://schemas.microsoft.com/office/drawing/2014/main" id="{B9B33D8D-0034-4B17-AE82-124BF94A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54240735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838">
            <a:extLst xmlns:a="http://schemas.openxmlformats.org/drawingml/2006/main">
              <a:ext uri="{FF2B5EF4-FFF2-40B4-BE49-F238E27FC236}">
                <a16:creationId xmlns:a16="http://schemas.microsoft.com/office/drawing/2014/main" id="{1D4AEDA3-F6AA-434A-98F6-B38DE6E4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8CDF19-A0ED-4515-A826-FA720335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8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0">
            <a:extLst xmlns:a="http://schemas.openxmlformats.org/drawingml/2006/main">
              <a:ext uri="{FF2B5EF4-FFF2-40B4-BE49-F238E27FC236}">
                <a16:creationId xmlns:a16="http://schemas.microsoft.com/office/drawing/2014/main" id="{5CF9A411-BFDB-43DD-B187-33253643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F29195-2763-4974-8059-F305A0F1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841">
            <a:extLst xmlns:a="http://schemas.openxmlformats.org/drawingml/2006/main">
              <a:ext uri="{FF2B5EF4-FFF2-40B4-BE49-F238E27FC236}">
                <a16:creationId xmlns:a16="http://schemas.microsoft.com/office/drawing/2014/main" id="{3F9DC2CC-03BB-4068-A4B3-A04E7C70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42">
            <a:extLst xmlns:a="http://schemas.openxmlformats.org/drawingml/2006/main">
              <a:ext uri="{FF2B5EF4-FFF2-40B4-BE49-F238E27FC236}">
                <a16:creationId xmlns:a16="http://schemas.microsoft.com/office/drawing/2014/main" id="{CF855B83-8975-4E1D-8C78-6FB60E2A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43">
            <a:extLst xmlns:a="http://schemas.openxmlformats.org/drawingml/2006/main">
              <a:ext uri="{FF2B5EF4-FFF2-40B4-BE49-F238E27FC236}">
                <a16:creationId xmlns:a16="http://schemas.microsoft.com/office/drawing/2014/main" id="{E5B8BF8A-A4F9-4AB9-9E02-BB4F5B18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44">
            <a:extLst xmlns:a="http://schemas.openxmlformats.org/drawingml/2006/main">
              <a:ext uri="{FF2B5EF4-FFF2-40B4-BE49-F238E27FC236}">
                <a16:creationId xmlns:a16="http://schemas.microsoft.com/office/drawing/2014/main" id="{193F8F07-004A-4302-8A28-6AF4B20A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845">
            <a:extLst xmlns:a="http://schemas.openxmlformats.org/drawingml/2006/main">
              <a:ext uri="{FF2B5EF4-FFF2-40B4-BE49-F238E27FC236}">
                <a16:creationId xmlns:a16="http://schemas.microsoft.com/office/drawing/2014/main" id="{38CAB107-0A25-4437-AC5A-494611DD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846">
            <a:extLst xmlns:a="http://schemas.openxmlformats.org/drawingml/2006/main">
              <a:ext uri="{FF2B5EF4-FFF2-40B4-BE49-F238E27FC236}">
                <a16:creationId xmlns:a16="http://schemas.microsoft.com/office/drawing/2014/main" id="{9CB2CFC0-4640-4551-9264-22E9E175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47">
            <a:extLst xmlns:a="http://schemas.openxmlformats.org/drawingml/2006/main">
              <a:ext uri="{FF2B5EF4-FFF2-40B4-BE49-F238E27FC236}">
                <a16:creationId xmlns:a16="http://schemas.microsoft.com/office/drawing/2014/main" id="{670A45C3-0C85-4FD1-B6D2-11A7AF06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48">
            <a:extLst xmlns:a="http://schemas.openxmlformats.org/drawingml/2006/main">
              <a:ext uri="{FF2B5EF4-FFF2-40B4-BE49-F238E27FC236}">
                <a16:creationId xmlns:a16="http://schemas.microsoft.com/office/drawing/2014/main" id="{81D9170D-1545-4AFD-9E49-EECAFE11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49">
            <a:extLst xmlns:a="http://schemas.openxmlformats.org/drawingml/2006/main">
              <a:ext uri="{FF2B5EF4-FFF2-40B4-BE49-F238E27FC236}">
                <a16:creationId xmlns:a16="http://schemas.microsoft.com/office/drawing/2014/main" id="{614E1CA7-4AC2-43E7-940F-3F2AA520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50">
            <a:extLst xmlns:a="http://schemas.openxmlformats.org/drawingml/2006/main">
              <a:ext uri="{FF2B5EF4-FFF2-40B4-BE49-F238E27FC236}">
                <a16:creationId xmlns:a16="http://schemas.microsoft.com/office/drawing/2014/main" id="{399B2B77-8FF1-4303-9B01-D4C01F81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851">
            <a:extLst xmlns:a="http://schemas.openxmlformats.org/drawingml/2006/main">
              <a:ext uri="{FF2B5EF4-FFF2-40B4-BE49-F238E27FC236}">
                <a16:creationId xmlns:a16="http://schemas.microsoft.com/office/drawing/2014/main" id="{AF7B00EB-860F-4825-8639-50F43CF5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852">
            <a:extLst xmlns:a="http://schemas.openxmlformats.org/drawingml/2006/main">
              <a:ext uri="{FF2B5EF4-FFF2-40B4-BE49-F238E27FC236}">
                <a16:creationId xmlns:a16="http://schemas.microsoft.com/office/drawing/2014/main" id="{AE6969A3-2951-434A-AE82-4985D38E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53">
            <a:extLst xmlns:a="http://schemas.openxmlformats.org/drawingml/2006/main">
              <a:ext uri="{FF2B5EF4-FFF2-40B4-BE49-F238E27FC236}">
                <a16:creationId xmlns:a16="http://schemas.microsoft.com/office/drawing/2014/main" id="{FC2BE060-CDE8-4973-882A-6A977364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54">
            <a:extLst xmlns:a="http://schemas.openxmlformats.org/drawingml/2006/main">
              <a:ext uri="{FF2B5EF4-FFF2-40B4-BE49-F238E27FC236}">
                <a16:creationId xmlns:a16="http://schemas.microsoft.com/office/drawing/2014/main" id="{A4028089-5FE8-44A3-8662-4DC52B3E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55">
            <a:extLst xmlns:a="http://schemas.openxmlformats.org/drawingml/2006/main">
              <a:ext uri="{FF2B5EF4-FFF2-40B4-BE49-F238E27FC236}">
                <a16:creationId xmlns:a16="http://schemas.microsoft.com/office/drawing/2014/main" id="{EF41795E-63FD-45A8-BFB7-641DBCE7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56">
            <a:extLst xmlns:a="http://schemas.openxmlformats.org/drawingml/2006/main">
              <a:ext uri="{FF2B5EF4-FFF2-40B4-BE49-F238E27FC236}">
                <a16:creationId xmlns:a16="http://schemas.microsoft.com/office/drawing/2014/main" id="{63055D25-2515-4D9C-849C-45D0BB53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857">
            <a:extLst xmlns:a="http://schemas.openxmlformats.org/drawingml/2006/main">
              <a:ext uri="{FF2B5EF4-FFF2-40B4-BE49-F238E27FC236}">
                <a16:creationId xmlns:a16="http://schemas.microsoft.com/office/drawing/2014/main" id="{713EFF87-62AA-4146-937C-B7CB0E44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858">
            <a:extLst xmlns:a="http://schemas.openxmlformats.org/drawingml/2006/main">
              <a:ext uri="{FF2B5EF4-FFF2-40B4-BE49-F238E27FC236}">
                <a16:creationId xmlns:a16="http://schemas.microsoft.com/office/drawing/2014/main" id="{003CEE05-48D1-4E4D-B966-72F95BB2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59">
            <a:extLst xmlns:a="http://schemas.openxmlformats.org/drawingml/2006/main">
              <a:ext uri="{FF2B5EF4-FFF2-40B4-BE49-F238E27FC236}">
                <a16:creationId xmlns:a16="http://schemas.microsoft.com/office/drawing/2014/main" id="{34F68149-7E34-43B6-98B3-76E2C354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60">
            <a:extLst xmlns:a="http://schemas.openxmlformats.org/drawingml/2006/main">
              <a:ext uri="{FF2B5EF4-FFF2-40B4-BE49-F238E27FC236}">
                <a16:creationId xmlns:a16="http://schemas.microsoft.com/office/drawing/2014/main" id="{383AD8EB-8E5E-494B-A36A-92415CB7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61">
            <a:extLst xmlns:a="http://schemas.openxmlformats.org/drawingml/2006/main">
              <a:ext uri="{FF2B5EF4-FFF2-40B4-BE49-F238E27FC236}">
                <a16:creationId xmlns:a16="http://schemas.microsoft.com/office/drawing/2014/main" id="{B021EB44-9672-4EBB-89B0-56BFBFCB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62">
            <a:extLst xmlns:a="http://schemas.openxmlformats.org/drawingml/2006/main">
              <a:ext uri="{FF2B5EF4-FFF2-40B4-BE49-F238E27FC236}">
                <a16:creationId xmlns:a16="http://schemas.microsoft.com/office/drawing/2014/main" id="{BFC2FE1A-CDED-416B-9234-38BE7207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863">
            <a:extLst xmlns:a="http://schemas.openxmlformats.org/drawingml/2006/main">
              <a:ext uri="{FF2B5EF4-FFF2-40B4-BE49-F238E27FC236}">
                <a16:creationId xmlns:a16="http://schemas.microsoft.com/office/drawing/2014/main" id="{2B25AD50-3BB7-4A91-B30E-9C63FA9B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864">
            <a:extLst xmlns:a="http://schemas.openxmlformats.org/drawingml/2006/main">
              <a:ext uri="{FF2B5EF4-FFF2-40B4-BE49-F238E27FC236}">
                <a16:creationId xmlns:a16="http://schemas.microsoft.com/office/drawing/2014/main" id="{42F75E99-19A1-441D-9238-7EE583E9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865">
            <a:extLst xmlns:a="http://schemas.openxmlformats.org/drawingml/2006/main">
              <a:ext uri="{FF2B5EF4-FFF2-40B4-BE49-F238E27FC236}">
                <a16:creationId xmlns:a16="http://schemas.microsoft.com/office/drawing/2014/main" id="{7086378E-B873-402B-9ED6-B6910540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866">
            <a:extLst xmlns:a="http://schemas.openxmlformats.org/drawingml/2006/main">
              <a:ext uri="{FF2B5EF4-FFF2-40B4-BE49-F238E27FC236}">
                <a16:creationId xmlns:a16="http://schemas.microsoft.com/office/drawing/2014/main" id="{A1E30EA0-9A71-4DB0-B745-D94EBA31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867">
            <a:extLst xmlns:a="http://schemas.openxmlformats.org/drawingml/2006/main">
              <a:ext uri="{FF2B5EF4-FFF2-40B4-BE49-F238E27FC236}">
                <a16:creationId xmlns:a16="http://schemas.microsoft.com/office/drawing/2014/main" id="{BA411B16-96BB-40AF-9B70-51C6AD44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868">
            <a:extLst xmlns:a="http://schemas.openxmlformats.org/drawingml/2006/main">
              <a:ext uri="{FF2B5EF4-FFF2-40B4-BE49-F238E27FC236}">
                <a16:creationId xmlns:a16="http://schemas.microsoft.com/office/drawing/2014/main" id="{A9EA0145-50FF-410F-8078-B6FE1956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979">
            <a:extLst xmlns:a="http://schemas.openxmlformats.org/drawingml/2006/main">
              <a:ext uri="{FF2B5EF4-FFF2-40B4-BE49-F238E27FC236}">
                <a16:creationId xmlns:a16="http://schemas.microsoft.com/office/drawing/2014/main" id="{AFB0C8D0-B2F1-4599-9CC5-6089FB22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3c75d7469743ba"/>
              </a:rPr>
              <a:t>開啟 EZPage ↗</a:t>
            </a:r>
          </a:p>
        </p:txBody>
      </p:sp>
      <p:sp>
        <p:nvSpPr>
          <p:cNvPr id="38" name="shape-1055">
            <a:extLst xmlns:a="http://schemas.openxmlformats.org/drawingml/2006/main">
              <a:ext uri="{FF2B5EF4-FFF2-40B4-BE49-F238E27FC236}">
                <a16:creationId xmlns:a16="http://schemas.microsoft.com/office/drawing/2014/main" id="{0142E6D8-F005-471D-B1A2-431EA218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b60a9979494c9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1056">
            <a:extLst xmlns:a="http://schemas.openxmlformats.org/drawingml/2006/main">
              <a:ext uri="{FF2B5EF4-FFF2-40B4-BE49-F238E27FC236}">
                <a16:creationId xmlns:a16="http://schemas.microsoft.com/office/drawing/2014/main" id="{8AA9890C-6804-4568-9163-4B0CEF73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28576396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69">
            <a:extLst xmlns:a="http://schemas.openxmlformats.org/drawingml/2006/main">
              <a:ext uri="{FF2B5EF4-FFF2-40B4-BE49-F238E27FC236}">
                <a16:creationId xmlns:a16="http://schemas.microsoft.com/office/drawing/2014/main" id="{CE07AE09-CFB6-4A97-A009-C92498B0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9BBF68-49A3-484B-A99D-1AF88E45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8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71">
            <a:extLst xmlns:a="http://schemas.openxmlformats.org/drawingml/2006/main">
              <a:ext uri="{FF2B5EF4-FFF2-40B4-BE49-F238E27FC236}">
                <a16:creationId xmlns:a16="http://schemas.microsoft.com/office/drawing/2014/main" id="{A554E10F-80ED-4E90-ADB6-86BC11DA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62F9A1-FBFE-4698-9F6E-1B86E194F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text-872">
            <a:extLst xmlns:a="http://schemas.openxmlformats.org/drawingml/2006/main">
              <a:ext uri="{FF2B5EF4-FFF2-40B4-BE49-F238E27FC236}">
                <a16:creationId xmlns:a16="http://schemas.microsoft.com/office/drawing/2014/main" id="{6DCB0957-BA1C-4449-81DE-7B6C4FE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73">
            <a:extLst xmlns:a="http://schemas.openxmlformats.org/drawingml/2006/main">
              <a:ext uri="{FF2B5EF4-FFF2-40B4-BE49-F238E27FC236}">
                <a16:creationId xmlns:a16="http://schemas.microsoft.com/office/drawing/2014/main" id="{1833DD17-433F-4300-89A0-A4D6A091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74">
            <a:extLst xmlns:a="http://schemas.openxmlformats.org/drawingml/2006/main">
              <a:ext uri="{FF2B5EF4-FFF2-40B4-BE49-F238E27FC236}">
                <a16:creationId xmlns:a16="http://schemas.microsoft.com/office/drawing/2014/main" id="{35E0290A-A3E5-467D-BC42-53C5194A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75">
            <a:extLst xmlns:a="http://schemas.openxmlformats.org/drawingml/2006/main">
              <a:ext uri="{FF2B5EF4-FFF2-40B4-BE49-F238E27FC236}">
                <a16:creationId xmlns:a16="http://schemas.microsoft.com/office/drawing/2014/main" id="{C836F855-67DC-42E2-8EFB-81E715A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876">
            <a:extLst xmlns:a="http://schemas.openxmlformats.org/drawingml/2006/main">
              <a:ext uri="{FF2B5EF4-FFF2-40B4-BE49-F238E27FC236}">
                <a16:creationId xmlns:a16="http://schemas.microsoft.com/office/drawing/2014/main" id="{70F56EA9-A210-4218-ABEC-34662D3D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77">
            <a:extLst xmlns:a="http://schemas.openxmlformats.org/drawingml/2006/main">
              <a:ext uri="{FF2B5EF4-FFF2-40B4-BE49-F238E27FC236}">
                <a16:creationId xmlns:a16="http://schemas.microsoft.com/office/drawing/2014/main" id="{80CB45B7-2623-4347-B99D-B33F0511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878">
            <a:extLst xmlns:a="http://schemas.openxmlformats.org/drawingml/2006/main">
              <a:ext uri="{FF2B5EF4-FFF2-40B4-BE49-F238E27FC236}">
                <a16:creationId xmlns:a16="http://schemas.microsoft.com/office/drawing/2014/main" id="{3F2D2A82-9B1F-4994-BAEE-08C32A27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79">
            <a:extLst xmlns:a="http://schemas.openxmlformats.org/drawingml/2006/main">
              <a:ext uri="{FF2B5EF4-FFF2-40B4-BE49-F238E27FC236}">
                <a16:creationId xmlns:a16="http://schemas.microsoft.com/office/drawing/2014/main" id="{048AC24D-AC74-4CB1-AAB4-5E0B4C12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880">
            <a:extLst xmlns:a="http://schemas.openxmlformats.org/drawingml/2006/main">
              <a:ext uri="{FF2B5EF4-FFF2-40B4-BE49-F238E27FC236}">
                <a16:creationId xmlns:a16="http://schemas.microsoft.com/office/drawing/2014/main" id="{D9F85E2D-31A5-4860-AA6B-34F51777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81">
            <a:extLst xmlns:a="http://schemas.openxmlformats.org/drawingml/2006/main">
              <a:ext uri="{FF2B5EF4-FFF2-40B4-BE49-F238E27FC236}">
                <a16:creationId xmlns:a16="http://schemas.microsoft.com/office/drawing/2014/main" id="{0872B5A0-6015-4AF5-BE41-39D3C367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882">
            <a:extLst xmlns:a="http://schemas.openxmlformats.org/drawingml/2006/main">
              <a:ext uri="{FF2B5EF4-FFF2-40B4-BE49-F238E27FC236}">
                <a16:creationId xmlns:a16="http://schemas.microsoft.com/office/drawing/2014/main" id="{A92FFA72-BBF5-4CC4-9FF8-39008D01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387DCFD8-8E09-448F-B33B-7EDCEBC7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84">
            <a:extLst xmlns:a="http://schemas.openxmlformats.org/drawingml/2006/main">
              <a:ext uri="{FF2B5EF4-FFF2-40B4-BE49-F238E27FC236}">
                <a16:creationId xmlns:a16="http://schemas.microsoft.com/office/drawing/2014/main" id="{FF66B052-96CF-433F-87F8-13672A1A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976">
            <a:extLst xmlns:a="http://schemas.openxmlformats.org/drawingml/2006/main">
              <a:ext uri="{FF2B5EF4-FFF2-40B4-BE49-F238E27FC236}">
                <a16:creationId xmlns:a16="http://schemas.microsoft.com/office/drawing/2014/main" id="{D4CC4D77-66D9-4E80-AFD5-77F708F4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c91f7509114773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d6eeaa0b974f3c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45b4fc6c7f4f20"/>
              </a:rPr>
              <a:t>Google Sites ↗</a:t>
            </a:r>
          </a:p>
        </p:txBody>
      </p:sp>
      <p:sp>
        <p:nvSpPr>
          <p:cNvPr id="20" name="shape-1046">
            <a:extLst xmlns:a="http://schemas.openxmlformats.org/drawingml/2006/main">
              <a:ext uri="{FF2B5EF4-FFF2-40B4-BE49-F238E27FC236}">
                <a16:creationId xmlns:a16="http://schemas.microsoft.com/office/drawing/2014/main" id="{8EDA3996-D10D-40F0-9C34-87C1076D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1e1843a7c470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47">
            <a:extLst xmlns:a="http://schemas.openxmlformats.org/drawingml/2006/main">
              <a:ext uri="{FF2B5EF4-FFF2-40B4-BE49-F238E27FC236}">
                <a16:creationId xmlns:a16="http://schemas.microsoft.com/office/drawing/2014/main" id="{94637142-0E16-4D0E-9644-45D84517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856eb73944f2f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48">
            <a:extLst xmlns:a="http://schemas.openxmlformats.org/drawingml/2006/main">
              <a:ext uri="{FF2B5EF4-FFF2-40B4-BE49-F238E27FC236}">
                <a16:creationId xmlns:a16="http://schemas.microsoft.com/office/drawing/2014/main" id="{B2E060FD-6EF2-47AF-982C-5B45C25A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84faefdab43e6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49">
            <a:extLst xmlns:a="http://schemas.openxmlformats.org/drawingml/2006/main">
              <a:ext uri="{FF2B5EF4-FFF2-40B4-BE49-F238E27FC236}">
                <a16:creationId xmlns:a16="http://schemas.microsoft.com/office/drawing/2014/main" id="{6E42B48D-DD30-4761-BB25-337FD431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119906071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85">
            <a:extLst xmlns:a="http://schemas.openxmlformats.org/drawingml/2006/main">
              <a:ext uri="{FF2B5EF4-FFF2-40B4-BE49-F238E27FC236}">
                <a16:creationId xmlns:a16="http://schemas.microsoft.com/office/drawing/2014/main" id="{595BDE34-7AB1-4F95-A5F8-D03AA258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873365-1473-4CBB-9AC1-B8856C55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87">
            <a:extLst xmlns:a="http://schemas.openxmlformats.org/drawingml/2006/main">
              <a:ext uri="{FF2B5EF4-FFF2-40B4-BE49-F238E27FC236}">
                <a16:creationId xmlns:a16="http://schemas.microsoft.com/office/drawing/2014/main" id="{9421681F-4E26-488F-BA46-F4F5DF04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B8EEB0-E361-4BF4-9D6A-82C07A1C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888">
            <a:extLst xmlns:a="http://schemas.openxmlformats.org/drawingml/2006/main">
              <a:ext uri="{FF2B5EF4-FFF2-40B4-BE49-F238E27FC236}">
                <a16:creationId xmlns:a16="http://schemas.microsoft.com/office/drawing/2014/main" id="{71E14E20-04A7-442F-93AC-6C9111D8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89">
            <a:extLst xmlns:a="http://schemas.openxmlformats.org/drawingml/2006/main">
              <a:ext uri="{FF2B5EF4-FFF2-40B4-BE49-F238E27FC236}">
                <a16:creationId xmlns:a16="http://schemas.microsoft.com/office/drawing/2014/main" id="{3ADD67B3-068F-4C76-8FA5-DC53EFC8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90">
            <a:extLst xmlns:a="http://schemas.openxmlformats.org/drawingml/2006/main">
              <a:ext uri="{FF2B5EF4-FFF2-40B4-BE49-F238E27FC236}">
                <a16:creationId xmlns:a16="http://schemas.microsoft.com/office/drawing/2014/main" id="{91B48B5C-3312-421C-92AE-D19DBD81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891">
            <a:extLst xmlns:a="http://schemas.openxmlformats.org/drawingml/2006/main">
              <a:ext uri="{FF2B5EF4-FFF2-40B4-BE49-F238E27FC236}">
                <a16:creationId xmlns:a16="http://schemas.microsoft.com/office/drawing/2014/main" id="{8C659BAF-DAC5-4B1D-83BD-689747EF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892">
            <a:extLst xmlns:a="http://schemas.openxmlformats.org/drawingml/2006/main">
              <a:ext uri="{FF2B5EF4-FFF2-40B4-BE49-F238E27FC236}">
                <a16:creationId xmlns:a16="http://schemas.microsoft.com/office/drawing/2014/main" id="{D6805968-9C66-4B3B-B0F0-F0FB49B8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93">
            <a:extLst xmlns:a="http://schemas.openxmlformats.org/drawingml/2006/main">
              <a:ext uri="{FF2B5EF4-FFF2-40B4-BE49-F238E27FC236}">
                <a16:creationId xmlns:a16="http://schemas.microsoft.com/office/drawing/2014/main" id="{4A716714-C201-41A9-AB46-4C61558C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94">
            <a:extLst xmlns:a="http://schemas.openxmlformats.org/drawingml/2006/main">
              <a:ext uri="{FF2B5EF4-FFF2-40B4-BE49-F238E27FC236}">
                <a16:creationId xmlns:a16="http://schemas.microsoft.com/office/drawing/2014/main" id="{58C2DE36-AB26-4539-BEA8-5C0A48A2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895">
            <a:extLst xmlns:a="http://schemas.openxmlformats.org/drawingml/2006/main">
              <a:ext uri="{FF2B5EF4-FFF2-40B4-BE49-F238E27FC236}">
                <a16:creationId xmlns:a16="http://schemas.microsoft.com/office/drawing/2014/main" id="{D181410F-9B2C-48FF-84B0-DE623118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896">
            <a:extLst xmlns:a="http://schemas.openxmlformats.org/drawingml/2006/main">
              <a:ext uri="{FF2B5EF4-FFF2-40B4-BE49-F238E27FC236}">
                <a16:creationId xmlns:a16="http://schemas.microsoft.com/office/drawing/2014/main" id="{3DDDFF60-773B-484F-B56A-216868496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97">
            <a:extLst xmlns:a="http://schemas.openxmlformats.org/drawingml/2006/main">
              <a:ext uri="{FF2B5EF4-FFF2-40B4-BE49-F238E27FC236}">
                <a16:creationId xmlns:a16="http://schemas.microsoft.com/office/drawing/2014/main" id="{75C62ABE-2DBC-474B-AB19-29D95639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98">
            <a:extLst xmlns:a="http://schemas.openxmlformats.org/drawingml/2006/main">
              <a:ext uri="{FF2B5EF4-FFF2-40B4-BE49-F238E27FC236}">
                <a16:creationId xmlns:a16="http://schemas.microsoft.com/office/drawing/2014/main" id="{6AF0BAAC-DDB3-44B1-9860-2CDB2674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899">
            <a:extLst xmlns:a="http://schemas.openxmlformats.org/drawingml/2006/main">
              <a:ext uri="{FF2B5EF4-FFF2-40B4-BE49-F238E27FC236}">
                <a16:creationId xmlns:a16="http://schemas.microsoft.com/office/drawing/2014/main" id="{34B67D7C-3D9E-4072-A30D-2ABBD7D6F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900">
            <a:extLst xmlns:a="http://schemas.openxmlformats.org/drawingml/2006/main">
              <a:ext uri="{FF2B5EF4-FFF2-40B4-BE49-F238E27FC236}">
                <a16:creationId xmlns:a16="http://schemas.microsoft.com/office/drawing/2014/main" id="{131142C1-C43D-47BF-83C0-5B315E4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01">
            <a:extLst xmlns:a="http://schemas.openxmlformats.org/drawingml/2006/main">
              <a:ext uri="{FF2B5EF4-FFF2-40B4-BE49-F238E27FC236}">
                <a16:creationId xmlns:a16="http://schemas.microsoft.com/office/drawing/2014/main" id="{D2FFFF4E-C6BB-4EF1-8A50-CAA85F8C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02">
            <a:extLst xmlns:a="http://schemas.openxmlformats.org/drawingml/2006/main">
              <a:ext uri="{FF2B5EF4-FFF2-40B4-BE49-F238E27FC236}">
                <a16:creationId xmlns:a16="http://schemas.microsoft.com/office/drawing/2014/main" id="{E49E4E6E-4492-47FE-8DC1-93AFBF0F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903">
            <a:extLst xmlns:a="http://schemas.openxmlformats.org/drawingml/2006/main">
              <a:ext uri="{FF2B5EF4-FFF2-40B4-BE49-F238E27FC236}">
                <a16:creationId xmlns:a16="http://schemas.microsoft.com/office/drawing/2014/main" id="{02A7CACC-E125-4140-BD57-D502916A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145464960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904">
            <a:extLst xmlns:a="http://schemas.openxmlformats.org/drawingml/2006/main">
              <a:ext uri="{FF2B5EF4-FFF2-40B4-BE49-F238E27FC236}">
                <a16:creationId xmlns:a16="http://schemas.microsoft.com/office/drawing/2014/main" id="{4E4E1DB3-E9E0-4757-AF08-7295592E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494BCF-9948-4044-B44B-3F059F39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9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06">
            <a:extLst xmlns:a="http://schemas.openxmlformats.org/drawingml/2006/main">
              <a:ext uri="{FF2B5EF4-FFF2-40B4-BE49-F238E27FC236}">
                <a16:creationId xmlns:a16="http://schemas.microsoft.com/office/drawing/2014/main" id="{8F7BAAEB-359A-45B7-92BD-6FEE26ED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4020BB-D1E7-4660-877C-02026777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907">
            <a:extLst xmlns:a="http://schemas.openxmlformats.org/drawingml/2006/main">
              <a:ext uri="{FF2B5EF4-FFF2-40B4-BE49-F238E27FC236}">
                <a16:creationId xmlns:a16="http://schemas.microsoft.com/office/drawing/2014/main" id="{5A707906-2256-4C62-9419-FCC37E3D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08">
            <a:extLst xmlns:a="http://schemas.openxmlformats.org/drawingml/2006/main">
              <a:ext uri="{FF2B5EF4-FFF2-40B4-BE49-F238E27FC236}">
                <a16:creationId xmlns:a16="http://schemas.microsoft.com/office/drawing/2014/main" id="{4F2D434F-D48B-44F7-91DC-65175EE5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909">
            <a:extLst xmlns:a="http://schemas.openxmlformats.org/drawingml/2006/main">
              <a:ext uri="{FF2B5EF4-FFF2-40B4-BE49-F238E27FC236}">
                <a16:creationId xmlns:a16="http://schemas.microsoft.com/office/drawing/2014/main" id="{D3A7FBF5-F2A5-429B-A992-0EF38E2C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9a8d36385641a7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c85f1b45e64456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910">
            <a:extLst xmlns:a="http://schemas.openxmlformats.org/drawingml/2006/main">
              <a:ext uri="{FF2B5EF4-FFF2-40B4-BE49-F238E27FC236}">
                <a16:creationId xmlns:a16="http://schemas.microsoft.com/office/drawing/2014/main" id="{23152B27-C533-4A23-8E5E-0313A43F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911">
            <a:extLst xmlns:a="http://schemas.openxmlformats.org/drawingml/2006/main">
              <a:ext uri="{FF2B5EF4-FFF2-40B4-BE49-F238E27FC236}">
                <a16:creationId xmlns:a16="http://schemas.microsoft.com/office/drawing/2014/main" id="{18A4A5E4-4BFE-427A-A235-9E5139AE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912">
            <a:extLst xmlns:a="http://schemas.openxmlformats.org/drawingml/2006/main">
              <a:ext uri="{FF2B5EF4-FFF2-40B4-BE49-F238E27FC236}">
                <a16:creationId xmlns:a16="http://schemas.microsoft.com/office/drawing/2014/main" id="{5B3A3AD1-207C-42C4-8377-C9FF3BED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7617698dd644bd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b96ec336447c1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913">
            <a:extLst xmlns:a="http://schemas.openxmlformats.org/drawingml/2006/main">
              <a:ext uri="{FF2B5EF4-FFF2-40B4-BE49-F238E27FC236}">
                <a16:creationId xmlns:a16="http://schemas.microsoft.com/office/drawing/2014/main" id="{81A10D8A-A8D1-440C-ADBA-6B6C0ED4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14">
            <a:extLst xmlns:a="http://schemas.openxmlformats.org/drawingml/2006/main">
              <a:ext uri="{FF2B5EF4-FFF2-40B4-BE49-F238E27FC236}">
                <a16:creationId xmlns:a16="http://schemas.microsoft.com/office/drawing/2014/main" id="{6E5A9A6F-B4A5-4720-8D8B-FABD37C9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915">
            <a:extLst xmlns:a="http://schemas.openxmlformats.org/drawingml/2006/main">
              <a:ext uri="{FF2B5EF4-FFF2-40B4-BE49-F238E27FC236}">
                <a16:creationId xmlns:a16="http://schemas.microsoft.com/office/drawing/2014/main" id="{F0491652-45C7-4996-BBF0-465125F4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c9b224ad554dc2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b4ea3186c4a09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916">
            <a:extLst xmlns:a="http://schemas.openxmlformats.org/drawingml/2006/main">
              <a:ext uri="{FF2B5EF4-FFF2-40B4-BE49-F238E27FC236}">
                <a16:creationId xmlns:a16="http://schemas.microsoft.com/office/drawing/2014/main" id="{2F92E7B4-3772-4AB1-A53F-011E9E8A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17">
            <a:extLst xmlns:a="http://schemas.openxmlformats.org/drawingml/2006/main">
              <a:ext uri="{FF2B5EF4-FFF2-40B4-BE49-F238E27FC236}">
                <a16:creationId xmlns:a16="http://schemas.microsoft.com/office/drawing/2014/main" id="{12FDC6AB-CD88-44D4-ADF7-F48803DC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918">
            <a:extLst xmlns:a="http://schemas.openxmlformats.org/drawingml/2006/main">
              <a:ext uri="{FF2B5EF4-FFF2-40B4-BE49-F238E27FC236}">
                <a16:creationId xmlns:a16="http://schemas.microsoft.com/office/drawing/2014/main" id="{EAFB6F86-9EFB-471F-8269-5B9BE063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e8e3e91b9b049e6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a2ce992e641b8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919">
            <a:extLst xmlns:a="http://schemas.openxmlformats.org/drawingml/2006/main">
              <a:ext uri="{FF2B5EF4-FFF2-40B4-BE49-F238E27FC236}">
                <a16:creationId xmlns:a16="http://schemas.microsoft.com/office/drawing/2014/main" id="{1581F8C3-0160-4740-AED1-EFB666AE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920">
            <a:extLst xmlns:a="http://schemas.openxmlformats.org/drawingml/2006/main">
              <a:ext uri="{FF2B5EF4-FFF2-40B4-BE49-F238E27FC236}">
                <a16:creationId xmlns:a16="http://schemas.microsoft.com/office/drawing/2014/main" id="{9895ED55-5E12-4F7A-8143-DEE0B3D1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921">
            <a:extLst xmlns:a="http://schemas.openxmlformats.org/drawingml/2006/main">
              <a:ext uri="{FF2B5EF4-FFF2-40B4-BE49-F238E27FC236}">
                <a16:creationId xmlns:a16="http://schemas.microsoft.com/office/drawing/2014/main" id="{EAD98CA3-A99E-473C-A5E0-BF356B2EE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1cbaa8f1f743d9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2286854ca40c6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922">
            <a:extLst xmlns:a="http://schemas.openxmlformats.org/drawingml/2006/main">
              <a:ext uri="{FF2B5EF4-FFF2-40B4-BE49-F238E27FC236}">
                <a16:creationId xmlns:a16="http://schemas.microsoft.com/office/drawing/2014/main" id="{E444E4F5-0BE8-4F32-BAF5-3FABF16F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923">
            <a:extLst xmlns:a="http://schemas.openxmlformats.org/drawingml/2006/main">
              <a:ext uri="{FF2B5EF4-FFF2-40B4-BE49-F238E27FC236}">
                <a16:creationId xmlns:a16="http://schemas.microsoft.com/office/drawing/2014/main" id="{558FC3A0-6DA5-45B8-BCE8-BD64C080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924">
            <a:extLst xmlns:a="http://schemas.openxmlformats.org/drawingml/2006/main">
              <a:ext uri="{FF2B5EF4-FFF2-40B4-BE49-F238E27FC236}">
                <a16:creationId xmlns:a16="http://schemas.microsoft.com/office/drawing/2014/main" id="{35ACF5C0-D59B-4FF0-AC26-709E9B4D4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0fb80d27604c62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09d8d0314469a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925">
            <a:extLst xmlns:a="http://schemas.openxmlformats.org/drawingml/2006/main">
              <a:ext uri="{FF2B5EF4-FFF2-40B4-BE49-F238E27FC236}">
                <a16:creationId xmlns:a16="http://schemas.microsoft.com/office/drawing/2014/main" id="{9B6633CB-7E58-4B7F-9FE4-3D492D42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926">
            <a:extLst xmlns:a="http://schemas.openxmlformats.org/drawingml/2006/main">
              <a:ext uri="{FF2B5EF4-FFF2-40B4-BE49-F238E27FC236}">
                <a16:creationId xmlns:a16="http://schemas.microsoft.com/office/drawing/2014/main" id="{EE05CA3F-E131-452F-934E-D9F3B31C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927">
            <a:extLst xmlns:a="http://schemas.openxmlformats.org/drawingml/2006/main">
              <a:ext uri="{FF2B5EF4-FFF2-40B4-BE49-F238E27FC236}">
                <a16:creationId xmlns:a16="http://schemas.microsoft.com/office/drawing/2014/main" id="{44643EA4-E0D3-4AD6-9D5A-A10BB34D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8e249736584a81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8bcbad19944db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928">
            <a:extLst xmlns:a="http://schemas.openxmlformats.org/drawingml/2006/main">
              <a:ext uri="{FF2B5EF4-FFF2-40B4-BE49-F238E27FC236}">
                <a16:creationId xmlns:a16="http://schemas.microsoft.com/office/drawing/2014/main" id="{4D02063B-12BF-4695-8DDC-222FBC50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929">
            <a:extLst xmlns:a="http://schemas.openxmlformats.org/drawingml/2006/main">
              <a:ext uri="{FF2B5EF4-FFF2-40B4-BE49-F238E27FC236}">
                <a16:creationId xmlns:a16="http://schemas.microsoft.com/office/drawing/2014/main" id="{9CA3516F-3D52-4CDD-8F0D-6910D1B5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930">
            <a:extLst xmlns:a="http://schemas.openxmlformats.org/drawingml/2006/main">
              <a:ext uri="{FF2B5EF4-FFF2-40B4-BE49-F238E27FC236}">
                <a16:creationId xmlns:a16="http://schemas.microsoft.com/office/drawing/2014/main" id="{4D3CCB6E-0719-4F9A-8E8A-887A0808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802965fefa54c52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21660805a48e6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931">
            <a:extLst xmlns:a="http://schemas.openxmlformats.org/drawingml/2006/main">
              <a:ext uri="{FF2B5EF4-FFF2-40B4-BE49-F238E27FC236}">
                <a16:creationId xmlns:a16="http://schemas.microsoft.com/office/drawing/2014/main" id="{B150CFE1-EAB8-4D55-A9F8-9FD3A740B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932">
            <a:extLst xmlns:a="http://schemas.openxmlformats.org/drawingml/2006/main">
              <a:ext uri="{FF2B5EF4-FFF2-40B4-BE49-F238E27FC236}">
                <a16:creationId xmlns:a16="http://schemas.microsoft.com/office/drawing/2014/main" id="{4AC9CBFF-126E-4E85-9223-E21BDE90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933">
            <a:extLst xmlns:a="http://schemas.openxmlformats.org/drawingml/2006/main">
              <a:ext uri="{FF2B5EF4-FFF2-40B4-BE49-F238E27FC236}">
                <a16:creationId xmlns:a16="http://schemas.microsoft.com/office/drawing/2014/main" id="{6FD98B8A-9493-465E-91FC-543972DD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3b52a852c247c2"/>
              </a:rPr>
              <a:t>公開網站資源 ↗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0bea80e8934b01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934">
            <a:extLst xmlns:a="http://schemas.openxmlformats.org/drawingml/2006/main">
              <a:ext uri="{FF2B5EF4-FFF2-40B4-BE49-F238E27FC236}">
                <a16:creationId xmlns:a16="http://schemas.microsoft.com/office/drawing/2014/main" id="{642662C2-65CE-4C43-B6F8-EFCB0227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935">
            <a:extLst xmlns:a="http://schemas.openxmlformats.org/drawingml/2006/main">
              <a:ext uri="{FF2B5EF4-FFF2-40B4-BE49-F238E27FC236}">
                <a16:creationId xmlns:a16="http://schemas.microsoft.com/office/drawing/2014/main" id="{85050B04-74FF-4F10-8C58-C9189552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936">
            <a:extLst xmlns:a="http://schemas.openxmlformats.org/drawingml/2006/main">
              <a:ext uri="{FF2B5EF4-FFF2-40B4-BE49-F238E27FC236}">
                <a16:creationId xmlns:a16="http://schemas.microsoft.com/office/drawing/2014/main" id="{7CBD53B9-2F9D-4518-98A8-27E850BA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f8c87e9be342fa"/>
              </a:rPr>
              <a:t>公開網站資源 ↗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c82f7a8978402f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937">
            <a:extLst xmlns:a="http://schemas.openxmlformats.org/drawingml/2006/main">
              <a:ext uri="{FF2B5EF4-FFF2-40B4-BE49-F238E27FC236}">
                <a16:creationId xmlns:a16="http://schemas.microsoft.com/office/drawing/2014/main" id="{5FC4F314-0A19-4583-8D52-9DCE9BB6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1493300880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2026-08-24T23:37:13.1000000Z</dcterms:created>
  <dcterms:modified xsi:type="dcterms:W3CDTF">2026-08-24T23:37:13.1000000Z</dcterms:modified>
</coreProperties>
</file>