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72ddc3b7f04d81" /><Relationship Type="http://schemas.openxmlformats.org/officeDocument/2006/relationships/extended-properties" Target="/docProps/app.xml" Id="R30c23512fda94a87" /><Relationship Type="http://schemas.openxmlformats.org/officeDocument/2006/relationships/officeDocument" Target="/ppt/presentation.xml" Id="R755ec157490140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851f2a8b934df4"/>
  </p:sldMasterIdLst>
  <p:notesMasterIdLst>
    <p:notesMasterId xmlns:r="http://schemas.openxmlformats.org/officeDocument/2006/relationships" r:id="Rf600244771254153"/>
  </p:notesMasterIdLst>
  <p:sldIdLst>
    <p:sldId xmlns:r="http://schemas.openxmlformats.org/officeDocument/2006/relationships" id="256" r:id="Rff1e02a3464f4597"/>
    <p:sldId xmlns:r="http://schemas.openxmlformats.org/officeDocument/2006/relationships" id="257" r:id="R69ba650026f64a30"/>
    <p:sldId xmlns:r="http://schemas.openxmlformats.org/officeDocument/2006/relationships" id="258" r:id="R7c7e78a2f3ee49ad"/>
    <p:sldId xmlns:r="http://schemas.openxmlformats.org/officeDocument/2006/relationships" id="259" r:id="Rffe89a5e561e414d"/>
    <p:sldId xmlns:r="http://schemas.openxmlformats.org/officeDocument/2006/relationships" id="260" r:id="Rffea32824a614c89"/>
    <p:sldId xmlns:r="http://schemas.openxmlformats.org/officeDocument/2006/relationships" id="261" r:id="Rab851fdf388a46eb"/>
    <p:sldId xmlns:r="http://schemas.openxmlformats.org/officeDocument/2006/relationships" id="262" r:id="R2a21fa21d358413e"/>
    <p:sldId xmlns:r="http://schemas.openxmlformats.org/officeDocument/2006/relationships" id="263" r:id="R5e0cfbac57294e15"/>
    <p:sldId xmlns:r="http://schemas.openxmlformats.org/officeDocument/2006/relationships" id="264" r:id="R2190a9c81d52445a"/>
    <p:sldId xmlns:r="http://schemas.openxmlformats.org/officeDocument/2006/relationships" id="265" r:id="R67b64d45066643e2"/>
    <p:sldId xmlns:r="http://schemas.openxmlformats.org/officeDocument/2006/relationships" id="266" r:id="Ra086755600144de0"/>
    <p:sldId xmlns:r="http://schemas.openxmlformats.org/officeDocument/2006/relationships" id="267" r:id="Rce7a50ec7102484b"/>
    <p:sldId xmlns:r="http://schemas.openxmlformats.org/officeDocument/2006/relationships" id="268" r:id="R9a582212a6de4feb"/>
    <p:sldId xmlns:r="http://schemas.openxmlformats.org/officeDocument/2006/relationships" id="269" r:id="Rbba11cba2e274e54"/>
    <p:sldId xmlns:r="http://schemas.openxmlformats.org/officeDocument/2006/relationships" id="270" r:id="R0c23155eaa114d1c"/>
    <p:sldId xmlns:r="http://schemas.openxmlformats.org/officeDocument/2006/relationships" id="271" r:id="R715e8e3b1d334970"/>
    <p:sldId xmlns:r="http://schemas.openxmlformats.org/officeDocument/2006/relationships" id="272" r:id="Rfd2ed2c9e43c491b"/>
    <p:sldId xmlns:r="http://schemas.openxmlformats.org/officeDocument/2006/relationships" id="273" r:id="R3d68dbc7d92c4466"/>
    <p:sldId xmlns:r="http://schemas.openxmlformats.org/officeDocument/2006/relationships" id="274" r:id="R537ff4744d64437f"/>
    <p:sldId xmlns:r="http://schemas.openxmlformats.org/officeDocument/2006/relationships" id="275" r:id="Rd5531f39270f4523"/>
    <p:sldId xmlns:r="http://schemas.openxmlformats.org/officeDocument/2006/relationships" id="276" r:id="Rc7466d04d9334bfe"/>
    <p:sldId xmlns:r="http://schemas.openxmlformats.org/officeDocument/2006/relationships" id="277" r:id="Rcbf23c570ecd421e"/>
    <p:sldId xmlns:r="http://schemas.openxmlformats.org/officeDocument/2006/relationships" id="278" r:id="R379e3784f90541c0"/>
    <p:sldId xmlns:r="http://schemas.openxmlformats.org/officeDocument/2006/relationships" id="279" r:id="Rba655bd536b54045"/>
    <p:sldId xmlns:r="http://schemas.openxmlformats.org/officeDocument/2006/relationships" id="280" r:id="Racd7a47e5d1f4379"/>
    <p:sldId xmlns:r="http://schemas.openxmlformats.org/officeDocument/2006/relationships" id="281" r:id="R510bee06aaec4676"/>
    <p:sldId xmlns:r="http://schemas.openxmlformats.org/officeDocument/2006/relationships" id="282" r:id="R4abc5fdf12f9431b"/>
    <p:sldId xmlns:r="http://schemas.openxmlformats.org/officeDocument/2006/relationships" id="283" r:id="R435a73a347ef4318"/>
    <p:sldId xmlns:r="http://schemas.openxmlformats.org/officeDocument/2006/relationships" id="284" r:id="R66196a0200f3442f"/>
    <p:sldId xmlns:r="http://schemas.openxmlformats.org/officeDocument/2006/relationships" id="285" r:id="R328cddc9ee7c4473"/>
    <p:sldId xmlns:r="http://schemas.openxmlformats.org/officeDocument/2006/relationships" id="286" r:id="R263ad4f411e143b2"/>
    <p:sldId xmlns:r="http://schemas.openxmlformats.org/officeDocument/2006/relationships" id="287" r:id="R6d704c34bc404fc5"/>
    <p:sldId xmlns:r="http://schemas.openxmlformats.org/officeDocument/2006/relationships" id="288" r:id="R298bbada15c142b9"/>
    <p:sldId xmlns:r="http://schemas.openxmlformats.org/officeDocument/2006/relationships" id="289" r:id="Rb05d078a56ec4c89"/>
    <p:sldId xmlns:r="http://schemas.openxmlformats.org/officeDocument/2006/relationships" id="290" r:id="R4e0053a56b1e415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d584ebaeb44479" /><Relationship Type="http://schemas.openxmlformats.org/officeDocument/2006/relationships/slideMaster" Target="/ppt/slideMasters/slideMaster1.xml" Id="Re1851f2a8b934df4" /><Relationship Type="http://schemas.openxmlformats.org/officeDocument/2006/relationships/notesMaster" Target="/ppt/notesMasters/notesMaster1.xml" Id="Rf600244771254153" /><Relationship Type="http://schemas.openxmlformats.org/officeDocument/2006/relationships/presProps" Target="/ppt/presProps.xml" Id="Red0b1c83fc524e26" /><Relationship Type="http://schemas.openxmlformats.org/officeDocument/2006/relationships/tableStyles" Target="/ppt/tableStyles.xml" Id="R46a54aa95f8448aa" /><Relationship Type="http://schemas.openxmlformats.org/officeDocument/2006/relationships/slide" Target="/ppt/slides/slide1.xml" Id="Rff1e02a3464f4597" /><Relationship Type="http://schemas.openxmlformats.org/officeDocument/2006/relationships/slide" Target="/ppt/slides/slide2.xml" Id="R69ba650026f64a30" /><Relationship Type="http://schemas.openxmlformats.org/officeDocument/2006/relationships/slide" Target="/ppt/slides/slide3.xml" Id="R7c7e78a2f3ee49ad" /><Relationship Type="http://schemas.openxmlformats.org/officeDocument/2006/relationships/slide" Target="/ppt/slides/slide4.xml" Id="Rffe89a5e561e414d" /><Relationship Type="http://schemas.openxmlformats.org/officeDocument/2006/relationships/slide" Target="/ppt/slides/slide5.xml" Id="Rffea32824a614c89" /><Relationship Type="http://schemas.openxmlformats.org/officeDocument/2006/relationships/slide" Target="/ppt/slides/slide6.xml" Id="Rab851fdf388a46eb" /><Relationship Type="http://schemas.openxmlformats.org/officeDocument/2006/relationships/slide" Target="/ppt/slides/slide7.xml" Id="R2a21fa21d358413e" /><Relationship Type="http://schemas.openxmlformats.org/officeDocument/2006/relationships/slide" Target="/ppt/slides/slide8.xml" Id="R5e0cfbac57294e15" /><Relationship Type="http://schemas.openxmlformats.org/officeDocument/2006/relationships/slide" Target="/ppt/slides/slide9.xml" Id="R2190a9c81d52445a" /><Relationship Type="http://schemas.openxmlformats.org/officeDocument/2006/relationships/slide" Target="/ppt/slides/slide10.xml" Id="R67b64d45066643e2" /><Relationship Type="http://schemas.openxmlformats.org/officeDocument/2006/relationships/slide" Target="/ppt/slides/slide11.xml" Id="Ra086755600144de0" /><Relationship Type="http://schemas.openxmlformats.org/officeDocument/2006/relationships/slide" Target="/ppt/slides/slide12.xml" Id="Rce7a50ec7102484b" /><Relationship Type="http://schemas.openxmlformats.org/officeDocument/2006/relationships/slide" Target="/ppt/slides/slide13.xml" Id="R9a582212a6de4feb" /><Relationship Type="http://schemas.openxmlformats.org/officeDocument/2006/relationships/slide" Target="/ppt/slides/slide14.xml" Id="Rbba11cba2e274e54" /><Relationship Type="http://schemas.openxmlformats.org/officeDocument/2006/relationships/slide" Target="/ppt/slides/slide15.xml" Id="R0c23155eaa114d1c" /><Relationship Type="http://schemas.openxmlformats.org/officeDocument/2006/relationships/slide" Target="/ppt/slides/slide16.xml" Id="R715e8e3b1d334970" /><Relationship Type="http://schemas.openxmlformats.org/officeDocument/2006/relationships/slide" Target="/ppt/slides/slide17.xml" Id="Rfd2ed2c9e43c491b" /><Relationship Type="http://schemas.openxmlformats.org/officeDocument/2006/relationships/slide" Target="/ppt/slides/slide18.xml" Id="R3d68dbc7d92c4466" /><Relationship Type="http://schemas.openxmlformats.org/officeDocument/2006/relationships/slide" Target="/ppt/slides/slide19.xml" Id="R537ff4744d64437f" /><Relationship Type="http://schemas.openxmlformats.org/officeDocument/2006/relationships/slide" Target="/ppt/slides/slide20.xml" Id="Rd5531f39270f4523" /><Relationship Type="http://schemas.openxmlformats.org/officeDocument/2006/relationships/slide" Target="/ppt/slides/slide21.xml" Id="Rc7466d04d9334bfe" /><Relationship Type="http://schemas.openxmlformats.org/officeDocument/2006/relationships/slide" Target="/ppt/slides/slide22.xml" Id="Rcbf23c570ecd421e" /><Relationship Type="http://schemas.openxmlformats.org/officeDocument/2006/relationships/slide" Target="/ppt/slides/slide23.xml" Id="R379e3784f90541c0" /><Relationship Type="http://schemas.openxmlformats.org/officeDocument/2006/relationships/slide" Target="/ppt/slides/slide24.xml" Id="Rba655bd536b54045" /><Relationship Type="http://schemas.openxmlformats.org/officeDocument/2006/relationships/slide" Target="/ppt/slides/slide25.xml" Id="Racd7a47e5d1f4379" /><Relationship Type="http://schemas.openxmlformats.org/officeDocument/2006/relationships/slide" Target="/ppt/slides/slide26.xml" Id="R510bee06aaec4676" /><Relationship Type="http://schemas.openxmlformats.org/officeDocument/2006/relationships/slide" Target="/ppt/slides/slide27.xml" Id="R4abc5fdf12f9431b" /><Relationship Type="http://schemas.openxmlformats.org/officeDocument/2006/relationships/slide" Target="/ppt/slides/slide28.xml" Id="R435a73a347ef4318" /><Relationship Type="http://schemas.openxmlformats.org/officeDocument/2006/relationships/slide" Target="/ppt/slides/slide29.xml" Id="R66196a0200f3442f" /><Relationship Type="http://schemas.openxmlformats.org/officeDocument/2006/relationships/slide" Target="/ppt/slides/slide30.xml" Id="R328cddc9ee7c4473" /><Relationship Type="http://schemas.openxmlformats.org/officeDocument/2006/relationships/slide" Target="/ppt/slides/slide31.xml" Id="R263ad4f411e143b2" /><Relationship Type="http://schemas.openxmlformats.org/officeDocument/2006/relationships/slide" Target="/ppt/slides/slide32.xml" Id="R6d704c34bc404fc5" /><Relationship Type="http://schemas.openxmlformats.org/officeDocument/2006/relationships/slide" Target="/ppt/slides/slide33.xml" Id="R298bbada15c142b9" /><Relationship Type="http://schemas.openxmlformats.org/officeDocument/2006/relationships/slide" Target="/ppt/slides/slide34.xml" Id="Rb05d078a56ec4c89" /><Relationship Type="http://schemas.openxmlformats.org/officeDocument/2006/relationships/slide" Target="/ppt/slides/slide35.xml" Id="R4e0053a56b1e41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1528e3214e4b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3247eaec7e4b40" /><Relationship Type="http://schemas.openxmlformats.org/officeDocument/2006/relationships/notesMaster" Target="/ppt/notesMasters/notesMaster1.xml" Id="Rd053fd67428845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c931f95e384052" /><Relationship Type="http://schemas.openxmlformats.org/officeDocument/2006/relationships/notesMaster" Target="/ppt/notesMasters/notesMaster1.xml" Id="Reec58ceff1bc48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c3c9bcbec24805" /><Relationship Type="http://schemas.openxmlformats.org/officeDocument/2006/relationships/notesMaster" Target="/ppt/notesMasters/notesMaster1.xml" Id="R4b58fe2c485f43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99750496304862" /><Relationship Type="http://schemas.openxmlformats.org/officeDocument/2006/relationships/notesMaster" Target="/ppt/notesMasters/notesMaster1.xml" Id="Ra75927a6020247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a082504b6843ff" /><Relationship Type="http://schemas.openxmlformats.org/officeDocument/2006/relationships/notesMaster" Target="/ppt/notesMasters/notesMaster1.xml" Id="R49b068eac24240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64a31d5be94187" /><Relationship Type="http://schemas.openxmlformats.org/officeDocument/2006/relationships/notesMaster" Target="/ppt/notesMasters/notesMaster1.xml" Id="R75cc18ba249c40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880cc52e234d4c" /><Relationship Type="http://schemas.openxmlformats.org/officeDocument/2006/relationships/notesMaster" Target="/ppt/notesMasters/notesMaster1.xml" Id="R31f6814fa1a64d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784488390544ba" /><Relationship Type="http://schemas.openxmlformats.org/officeDocument/2006/relationships/notesMaster" Target="/ppt/notesMasters/notesMaster1.xml" Id="Rb94b0196df0e45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7f4b8bfe3774885" /><Relationship Type="http://schemas.openxmlformats.org/officeDocument/2006/relationships/notesMaster" Target="/ppt/notesMasters/notesMaster1.xml" Id="R6410009b08a540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243b20045b4fc1" /><Relationship Type="http://schemas.openxmlformats.org/officeDocument/2006/relationships/notesMaster" Target="/ppt/notesMasters/notesMaster1.xml" Id="Re5ef94f46fb645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38e664efce4fc3" /><Relationship Type="http://schemas.openxmlformats.org/officeDocument/2006/relationships/notesMaster" Target="/ppt/notesMasters/notesMaster1.xml" Id="Rea4ec27a4a1244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d151001759445e" /><Relationship Type="http://schemas.openxmlformats.org/officeDocument/2006/relationships/notesMaster" Target="/ppt/notesMasters/notesMaster1.xml" Id="Rf981f766b9134ea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92fbcff37994ccb" /><Relationship Type="http://schemas.openxmlformats.org/officeDocument/2006/relationships/notesMaster" Target="/ppt/notesMasters/notesMaster1.xml" Id="R26f866a29b934ab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fe060309ad748cc" /><Relationship Type="http://schemas.openxmlformats.org/officeDocument/2006/relationships/notesMaster" Target="/ppt/notesMasters/notesMaster1.xml" Id="Rbdabff5492284d4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83aff6052a54c07" /><Relationship Type="http://schemas.openxmlformats.org/officeDocument/2006/relationships/notesMaster" Target="/ppt/notesMasters/notesMaster1.xml" Id="R3d2b9f8d956e4a7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b8450498d1a4b96" /><Relationship Type="http://schemas.openxmlformats.org/officeDocument/2006/relationships/notesMaster" Target="/ppt/notesMasters/notesMaster1.xml" Id="R4428af19f782465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b9b19d6c2ff4c53" /><Relationship Type="http://schemas.openxmlformats.org/officeDocument/2006/relationships/notesMaster" Target="/ppt/notesMasters/notesMaster1.xml" Id="Rd54319be4dc3413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c31f34f60c546d4" /><Relationship Type="http://schemas.openxmlformats.org/officeDocument/2006/relationships/notesMaster" Target="/ppt/notesMasters/notesMaster1.xml" Id="Rffda3695724d4bc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8bb9eb36d554373" /><Relationship Type="http://schemas.openxmlformats.org/officeDocument/2006/relationships/notesMaster" Target="/ppt/notesMasters/notesMaster1.xml" Id="R8deb911cd447485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10693264e94409e" /><Relationship Type="http://schemas.openxmlformats.org/officeDocument/2006/relationships/notesMaster" Target="/ppt/notesMasters/notesMaster1.xml" Id="Rdbc227baabbc4ec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4be9b7415004ba5" /><Relationship Type="http://schemas.openxmlformats.org/officeDocument/2006/relationships/notesMaster" Target="/ppt/notesMasters/notesMaster1.xml" Id="R1496cd466aa3458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e16a889e8a54e68" /><Relationship Type="http://schemas.openxmlformats.org/officeDocument/2006/relationships/notesMaster" Target="/ppt/notesMasters/notesMaster1.xml" Id="R84ea100fb16e4ea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5af125e1315434b" /><Relationship Type="http://schemas.openxmlformats.org/officeDocument/2006/relationships/notesMaster" Target="/ppt/notesMasters/notesMaster1.xml" Id="R9d2629d32be447c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e29b3a8f2884012" /><Relationship Type="http://schemas.openxmlformats.org/officeDocument/2006/relationships/notesMaster" Target="/ppt/notesMasters/notesMaster1.xml" Id="Rdee1946febad437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4325ee304aa47db" /><Relationship Type="http://schemas.openxmlformats.org/officeDocument/2006/relationships/notesMaster" Target="/ppt/notesMasters/notesMaster1.xml" Id="R1fb70517e3624d1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73b4a99f09d47cd" /><Relationship Type="http://schemas.openxmlformats.org/officeDocument/2006/relationships/notesMaster" Target="/ppt/notesMasters/notesMaster1.xml" Id="Rdb8e27911f9e4eb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2d880c2d0d044e3" /><Relationship Type="http://schemas.openxmlformats.org/officeDocument/2006/relationships/notesMaster" Target="/ppt/notesMasters/notesMaster1.xml" Id="R39a7952cea144b4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5ff6635cc64207" /><Relationship Type="http://schemas.openxmlformats.org/officeDocument/2006/relationships/notesMaster" Target="/ppt/notesMasters/notesMaster1.xml" Id="Ra737a10e2e4f482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b1159f928da408b" /><Relationship Type="http://schemas.openxmlformats.org/officeDocument/2006/relationships/notesMaster" Target="/ppt/notesMasters/notesMaster1.xml" Id="R917ae382b171403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f6f2098f0e94467" /><Relationship Type="http://schemas.openxmlformats.org/officeDocument/2006/relationships/notesMaster" Target="/ppt/notesMasters/notesMaster1.xml" Id="R4753e9df391646e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6050595e7f64d21" /><Relationship Type="http://schemas.openxmlformats.org/officeDocument/2006/relationships/notesMaster" Target="/ppt/notesMasters/notesMaster1.xml" Id="R713fc9f0c1d441b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94f68dadb7c400d" /><Relationship Type="http://schemas.openxmlformats.org/officeDocument/2006/relationships/notesMaster" Target="/ppt/notesMasters/notesMaster1.xml" Id="Redbdafad29d3476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37d780f06f443ba" /><Relationship Type="http://schemas.openxmlformats.org/officeDocument/2006/relationships/notesMaster" Target="/ppt/notesMasters/notesMaster1.xml" Id="R1aa5ef2832fa4ee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e2b4b7374d94312" /><Relationship Type="http://schemas.openxmlformats.org/officeDocument/2006/relationships/notesMaster" Target="/ppt/notesMasters/notesMaster1.xml" Id="R125484be3dfe4f6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213b50da61749de" /><Relationship Type="http://schemas.openxmlformats.org/officeDocument/2006/relationships/notesMaster" Target="/ppt/notesMasters/notesMaster1.xml" Id="R8cc6915f0d0b41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請每組選一題，寫成一句：『我希望哪一群學生，在什麼情境下，完成什麼改變？』後續所有工具都服務這一句。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個工具。請依參與者選定的教學問題，搜尋 1–2 個最接近的案例，分析它的使用者、輸入、輸出與互動方式。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示範時刻意問一個來源中沒有答案的問題，讓大家看見系統的邊界。再改寫問題，使它更具體。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逐組巡視，優先協助來源格式與權限。提醒參與者不要上傳含學生個資、未授權教材或敏感研究資料。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請參與者只選一個成品完成，不要同時生成全部。完成後用『內容依據、學生可用、教師可改』三項快速評估。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請大家先寫四格，再貼進 Gem。Google 官方建議的四個思考面向是角色、任務、背景資訊與格式。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可以直接用此範例建立 Gem，再把『課程與研究設計教練』換成自己的專業角色。提醒右側預覽不等於已儲存，完成後要按儲存。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巡視時不要只看正常結果。請測：未提供學生程度、要求捏造引用、要求直接替學生完成作業。觀察 Gem 是否遵守邊界。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 Notebook 產出的教學內容放入公式，但不要一次塞入所有需求。先完成最小可用版本，再迭代。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Canvas 可建立或編輯文件、應用、簡報與程式；程式作品可檢查程式碼、主控台與近期變更。示範時故意製造一個小問題，再用主控台追查。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建議題型：概念分類器、案例決策樹、課程閱讀導覽、形成性自評。避免一開始就做登入、資料庫或複雜多人功能。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讓參與者依維護者與作品型態選擇。若今天只是分享 Canvas 連結，也算完成；EZPage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官方流程是建立、加入內容、預覽並發布。現場請優先完成一頁式課程入口：目標、使用說明、作品連結、回饋入口。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秒，其他人只回饋兩句：『最有教學價值的是……』『下一版我建議……』。把技術評論留到午後 Agent 升級。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8e1dff85f42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a73060d83f4e27" /><Relationship Type="http://schemas.openxmlformats.org/officeDocument/2006/relationships/slideLayout" Target="/ppt/slideLayouts/slideLayout1.xml" Id="R6da2c748d7b74c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a2c748d7b74c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620d45d5140e6" /><Relationship Type="http://schemas.openxmlformats.org/officeDocument/2006/relationships/image" Target="/ppt/media/image.png" Id="R947021e17e074915" /><Relationship Type="http://schemas.openxmlformats.org/officeDocument/2006/relationships/notesSlide" Target="/ppt/notesSlides/notesSlide1.xml" Id="R22c3890a5f3043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5484b21364081" /><Relationship Type="http://schemas.openxmlformats.org/officeDocument/2006/relationships/notesSlide" Target="/ppt/notesSlides/notesSlide2.xml" Id="R7c41a6524b8042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22ae262cd412f" /><Relationship Type="http://schemas.openxmlformats.org/officeDocument/2006/relationships/notesSlide" Target="/ppt/notesSlides/notesSlide3.xml" Id="Rc594afbc4ed849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85666f5c14bc4" /><Relationship Type="http://schemas.openxmlformats.org/officeDocument/2006/relationships/notesSlide" Target="/ppt/notesSlides/notesSlide4.xml" Id="Rf56090da80084c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d71e9db304361" /><Relationship Type="http://schemas.openxmlformats.org/officeDocument/2006/relationships/notesSlide" Target="/ppt/notesSlides/notesSlide5.xml" Id="R9eaa66ce65724a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305ed0c7cb4332" /><Relationship Type="http://schemas.openxmlformats.org/officeDocument/2006/relationships/notesSlide" Target="/ppt/notesSlides/notesSlide6.xml" Id="Rd268641143d04f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72c58e919407c" /><Relationship Type="http://schemas.openxmlformats.org/officeDocument/2006/relationships/image" Target="/ppt/media/image2.png" Id="R489c62a8b0744e4e" /><Relationship Type="http://schemas.openxmlformats.org/officeDocument/2006/relationships/hyperlink" Target="https://cagoooo.github.io/Akai/" TargetMode="External" Id="R50e0b02d3acb4b0d" /><Relationship Type="http://schemas.openxmlformats.org/officeDocument/2006/relationships/image" Target="/ppt/media/image3.png" Id="R11f0b8bbc06c4597" /><Relationship Type="http://schemas.openxmlformats.org/officeDocument/2006/relationships/notesSlide" Target="/ppt/notesSlides/notesSlide7.xml" Id="R47d955caf0964e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2c319657a42e8" /><Relationship Type="http://schemas.openxmlformats.org/officeDocument/2006/relationships/hyperlink" Target="https://cagoooo.github.io/Akai/tool/91/" TargetMode="External" Id="R1f15746a37d14f50" /><Relationship Type="http://schemas.openxmlformats.org/officeDocument/2006/relationships/image" Target="/ppt/media/image4.png" Id="R0db3c94730964250" /><Relationship Type="http://schemas.openxmlformats.org/officeDocument/2006/relationships/hyperlink" Target="https://cagoooo.github.io/PhotoPoet/" TargetMode="External" Id="Rf8e338d3824e4c9b" /><Relationship Type="http://schemas.openxmlformats.org/officeDocument/2006/relationships/image" Target="/ppt/media/image5.png" Id="Rd35c2f4dcd034932" /><Relationship Type="http://schemas.openxmlformats.org/officeDocument/2006/relationships/hyperlink" Target="https://cagoooo.github.io/Akai/tool/58/" TargetMode="External" Id="R37952c61abc046d5" /><Relationship Type="http://schemas.openxmlformats.org/officeDocument/2006/relationships/image" Target="/ppt/media/image6.png" Id="Rad765b00adde4cfb" /><Relationship Type="http://schemas.openxmlformats.org/officeDocument/2006/relationships/hyperlink" Target="https://cagoooo.github.io/prepare/" TargetMode="External" Id="R6138aaf38435455f" /><Relationship Type="http://schemas.openxmlformats.org/officeDocument/2006/relationships/image" Target="/ppt/media/image7.png" Id="R7d360d2461564388" /><Relationship Type="http://schemas.openxmlformats.org/officeDocument/2006/relationships/hyperlink" Target="https://cagoooo.github.io/Akai/tool/11/" TargetMode="External" Id="R3d251670dde346bd" /><Relationship Type="http://schemas.openxmlformats.org/officeDocument/2006/relationships/image" Target="/ppt/media/image8.png" Id="R26395bb6b30345ae" /><Relationship Type="http://schemas.openxmlformats.org/officeDocument/2006/relationships/hyperlink" Target="https://cagoooo.github.io/Akailao/" TargetMode="External" Id="R5e9aaa291f924611" /><Relationship Type="http://schemas.openxmlformats.org/officeDocument/2006/relationships/image" Target="/ppt/media/image9.png" Id="Rb1d8692e85c0418b" /><Relationship Type="http://schemas.openxmlformats.org/officeDocument/2006/relationships/notesSlide" Target="/ppt/notesSlides/notesSlide8.xml" Id="Rc48fab33701b44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5088f6cfb54774" /><Relationship Type="http://schemas.openxmlformats.org/officeDocument/2006/relationships/hyperlink" Target="https://cagoooo.github.io/Akai/tool/3/" TargetMode="External" Id="Rd5d3672a1d894325" /><Relationship Type="http://schemas.openxmlformats.org/officeDocument/2006/relationships/image" Target="/ppt/media/image10.png" Id="R8b9d3a52b7e7441d" /><Relationship Type="http://schemas.openxmlformats.org/officeDocument/2006/relationships/hyperlink" Target="https://cagoooo.github.io/vote/" TargetMode="External" Id="R54e51bf655d045c9" /><Relationship Type="http://schemas.openxmlformats.org/officeDocument/2006/relationships/image" Target="/ppt/media/image11.png" Id="R55ca5edd2f6d46fe" /><Relationship Type="http://schemas.openxmlformats.org/officeDocument/2006/relationships/hyperlink" Target="https://cagoooo.github.io/Akai/tool/24/" TargetMode="External" Id="Re2580847fcef4ad9" /><Relationship Type="http://schemas.openxmlformats.org/officeDocument/2006/relationships/image" Target="/ppt/media/image12.png" Id="R8ef36ef427cb49f9" /><Relationship Type="http://schemas.openxmlformats.org/officeDocument/2006/relationships/hyperlink" Target="https://sites.google.com/mail2.smes.tyc.edu.tw/114teacher/" TargetMode="External" Id="Ra120584d974f43e2" /><Relationship Type="http://schemas.openxmlformats.org/officeDocument/2006/relationships/image" Target="/ppt/media/image13.png" Id="R996f580b2baf4b55" /><Relationship Type="http://schemas.openxmlformats.org/officeDocument/2006/relationships/hyperlink" Target="https://cagoooo.github.io/Akai/tool/81/" TargetMode="External" Id="Rb1942508ef924224" /><Relationship Type="http://schemas.openxmlformats.org/officeDocument/2006/relationships/image" Target="/ppt/media/image14.png" Id="Rc534ce4f726f4ca3" /><Relationship Type="http://schemas.openxmlformats.org/officeDocument/2006/relationships/hyperlink" Target="https://cagoooo.github.io/it-cockpit/" TargetMode="External" Id="R426f3658cdd24b84" /><Relationship Type="http://schemas.openxmlformats.org/officeDocument/2006/relationships/image" Target="/ppt/media/image15.png" Id="R9cd096164c364973" /><Relationship Type="http://schemas.openxmlformats.org/officeDocument/2006/relationships/notesSlide" Target="/ppt/notesSlides/notesSlide9.xml" Id="Rb62545f9d8b24c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e709c2f4749d9" /><Relationship Type="http://schemas.openxmlformats.org/officeDocument/2006/relationships/notesSlide" Target="/ppt/notesSlides/notesSlide10.xml" Id="R251763e6964a4ad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c0160fd6147d5" /><Relationship Type="http://schemas.openxmlformats.org/officeDocument/2006/relationships/hyperlink" Target="https://notebook.google.com/" TargetMode="External" Id="R8c9adf4dc24d4e82" /><Relationship Type="http://schemas.openxmlformats.org/officeDocument/2006/relationships/image" Target="/ppt/media/image16.png" Id="R9f23242edbb44085" /><Relationship Type="http://schemas.openxmlformats.org/officeDocument/2006/relationships/notesSlide" Target="/ppt/notesSlides/notesSlide11.xml" Id="R8ef39b320ec84a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9ca95f0414c73" /><Relationship Type="http://schemas.openxmlformats.org/officeDocument/2006/relationships/hyperlink" Target="https://notebook.google.com/" TargetMode="External" Id="R47e01b703aa74e15" /><Relationship Type="http://schemas.openxmlformats.org/officeDocument/2006/relationships/image" Target="/ppt/media/image17.png" Id="R7eee1a1c831048f6" /><Relationship Type="http://schemas.openxmlformats.org/officeDocument/2006/relationships/notesSlide" Target="/ppt/notesSlides/notesSlide12.xml" Id="Re68f35ed1c7d4a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7fab441a044c81" /><Relationship Type="http://schemas.openxmlformats.org/officeDocument/2006/relationships/hyperlink" Target="https://notebook.google.com/" TargetMode="External" Id="R1a469ff94df74b0c" /><Relationship Type="http://schemas.openxmlformats.org/officeDocument/2006/relationships/image" Target="/ppt/media/image18.png" Id="R8db309448a1f4868" /><Relationship Type="http://schemas.openxmlformats.org/officeDocument/2006/relationships/notesSlide" Target="/ppt/notesSlides/notesSlide13.xml" Id="Rcd2fd2cbf29b454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541a6d1ce4cbc" /><Relationship Type="http://schemas.openxmlformats.org/officeDocument/2006/relationships/hyperlink" Target="https://notebook.google.com/" TargetMode="External" Id="R7e7408424a0e45af" /><Relationship Type="http://schemas.openxmlformats.org/officeDocument/2006/relationships/image" Target="/ppt/media/image19.png" Id="Rf64356c5cc2445d2" /><Relationship Type="http://schemas.openxmlformats.org/officeDocument/2006/relationships/notesSlide" Target="/ppt/notesSlides/notesSlide14.xml" Id="Rdeab63417a57476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d6ec0ba1248fe" /><Relationship Type="http://schemas.openxmlformats.org/officeDocument/2006/relationships/hyperlink" Target="https://notebook.google.com/" TargetMode="External" Id="R03260c987af74c0e" /><Relationship Type="http://schemas.openxmlformats.org/officeDocument/2006/relationships/image" Target="/ppt/media/image20.png" Id="Re88dc622f3434bc8" /><Relationship Type="http://schemas.openxmlformats.org/officeDocument/2006/relationships/notesSlide" Target="/ppt/notesSlides/notesSlide15.xml" Id="R731707eed15f41e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9c37fa31d4b35" /><Relationship Type="http://schemas.openxmlformats.org/officeDocument/2006/relationships/hyperlink" Target="https://notebook.google.com/" TargetMode="External" Id="Re009a9d156eb422d" /><Relationship Type="http://schemas.openxmlformats.org/officeDocument/2006/relationships/image" Target="/ppt/media/image21.png" Id="R7eba6653ba704393" /><Relationship Type="http://schemas.openxmlformats.org/officeDocument/2006/relationships/notesSlide" Target="/ppt/notesSlides/notesSlide16.xml" Id="R93c53110d0224bc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8e4487fba4aa0" /><Relationship Type="http://schemas.openxmlformats.org/officeDocument/2006/relationships/hyperlink" Target="https://notebook.google.com/" TargetMode="External" Id="R522f7a5c892c45e8" /><Relationship Type="http://schemas.openxmlformats.org/officeDocument/2006/relationships/image" Target="/ppt/media/image22.png" Id="R6f774d25cf154898" /><Relationship Type="http://schemas.openxmlformats.org/officeDocument/2006/relationships/notesSlide" Target="/ppt/notesSlides/notesSlide17.xml" Id="R005971a8e6874c0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89893c5764352" /><Relationship Type="http://schemas.openxmlformats.org/officeDocument/2006/relationships/hyperlink" Target="https://notebook.google.com/" TargetMode="External" Id="R58fb9fa5075d4963" /><Relationship Type="http://schemas.openxmlformats.org/officeDocument/2006/relationships/image" Target="/ppt/media/image23.png" Id="R981afbb71ff84a1a" /><Relationship Type="http://schemas.openxmlformats.org/officeDocument/2006/relationships/notesSlide" Target="/ppt/notesSlides/notesSlide18.xml" Id="R2b1aba3ebc87466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2323eee42c4655" /><Relationship Type="http://schemas.openxmlformats.org/officeDocument/2006/relationships/hyperlink" Target="https://gemini.google.com/gems/create" TargetMode="External" Id="R2c365aa1e9a44ff0" /><Relationship Type="http://schemas.openxmlformats.org/officeDocument/2006/relationships/image" Target="/ppt/media/image24.png" Id="Rd4819ffd10ed4848" /><Relationship Type="http://schemas.openxmlformats.org/officeDocument/2006/relationships/notesSlide" Target="/ppt/notesSlides/notesSlide19.xml" Id="R3dd2815a259b40e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9263f4326402a" /><Relationship Type="http://schemas.openxmlformats.org/officeDocument/2006/relationships/hyperlink" Target="https://gemini.google.com/gems/create" TargetMode="External" Id="R633773abc1424b24" /><Relationship Type="http://schemas.openxmlformats.org/officeDocument/2006/relationships/image" Target="/ppt/media/image25.png" Id="R3b824c5bfc4a4eda" /><Relationship Type="http://schemas.openxmlformats.org/officeDocument/2006/relationships/notesSlide" Target="/ppt/notesSlides/notesSlide20.xml" Id="R9413de56db0b46d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759a3431049fb" /><Relationship Type="http://schemas.openxmlformats.org/officeDocument/2006/relationships/hyperlink" Target="https://gemini.google.com/gems/create" TargetMode="External" Id="Ra0c59d4fa8164f74" /><Relationship Type="http://schemas.openxmlformats.org/officeDocument/2006/relationships/image" Target="/ppt/media/image26.png" Id="R55b33aeb6aa142f3" /><Relationship Type="http://schemas.openxmlformats.org/officeDocument/2006/relationships/notesSlide" Target="/ppt/notesSlides/notesSlide21.xml" Id="R935f0694b7474d6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4adab835c74d9e" /><Relationship Type="http://schemas.openxmlformats.org/officeDocument/2006/relationships/hyperlink" Target="https://gemini.google.com/gems/create" TargetMode="External" Id="R339b45e77062495d" /><Relationship Type="http://schemas.openxmlformats.org/officeDocument/2006/relationships/image" Target="/ppt/media/image27.png" Id="Rae9ec1d919d44a25" /><Relationship Type="http://schemas.openxmlformats.org/officeDocument/2006/relationships/notesSlide" Target="/ppt/notesSlides/notesSlide22.xml" Id="R62fb92dc44ad411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47a0369fe49c8" /><Relationship Type="http://schemas.openxmlformats.org/officeDocument/2006/relationships/hyperlink" Target="https://gemini.google.com/gems/create" TargetMode="External" Id="R25f13febe618405e" /><Relationship Type="http://schemas.openxmlformats.org/officeDocument/2006/relationships/image" Target="/ppt/media/image28.png" Id="R512da3e40fe84644" /><Relationship Type="http://schemas.openxmlformats.org/officeDocument/2006/relationships/notesSlide" Target="/ppt/notesSlides/notesSlide23.xml" Id="Raa073d01b497487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24f540eb5647b1" /><Relationship Type="http://schemas.openxmlformats.org/officeDocument/2006/relationships/hyperlink" Target="https://gemini.google.com/gems/create" TargetMode="External" Id="Rd0a9b8a655654d4e" /><Relationship Type="http://schemas.openxmlformats.org/officeDocument/2006/relationships/image" Target="/ppt/media/image29.png" Id="R6e873e664b2d4aac" /><Relationship Type="http://schemas.openxmlformats.org/officeDocument/2006/relationships/notesSlide" Target="/ppt/notesSlides/notesSlide24.xml" Id="R307caa5889bf467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238ff03d04a9d" /><Relationship Type="http://schemas.openxmlformats.org/officeDocument/2006/relationships/hyperlink" Target="https://gemini.google.com/app" TargetMode="External" Id="R0c20c8d43af141a5" /><Relationship Type="http://schemas.openxmlformats.org/officeDocument/2006/relationships/image" Target="/ppt/media/image30.png" Id="R972674d5c75146e3" /><Relationship Type="http://schemas.openxmlformats.org/officeDocument/2006/relationships/notesSlide" Target="/ppt/notesSlides/notesSlide25.xml" Id="R3134faead38a49b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37afaaae0740e4" /><Relationship Type="http://schemas.openxmlformats.org/officeDocument/2006/relationships/hyperlink" Target="https://gemini.google.com/app" TargetMode="External" Id="R05d8f60b36ce45a1" /><Relationship Type="http://schemas.openxmlformats.org/officeDocument/2006/relationships/image" Target="/ppt/media/image31.png" Id="R25a76a1e91694e0c" /><Relationship Type="http://schemas.openxmlformats.org/officeDocument/2006/relationships/notesSlide" Target="/ppt/notesSlides/notesSlide26.xml" Id="R55d968043a384f5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7c107f63c4def" /><Relationship Type="http://schemas.openxmlformats.org/officeDocument/2006/relationships/hyperlink" Target="https://gemini.google.com/app" TargetMode="External" Id="Rc37b29ae16174fd2" /><Relationship Type="http://schemas.openxmlformats.org/officeDocument/2006/relationships/image" Target="/ppt/media/image32.png" Id="Ref6d4746f72642e5" /><Relationship Type="http://schemas.openxmlformats.org/officeDocument/2006/relationships/notesSlide" Target="/ppt/notesSlides/notesSlide27.xml" Id="R70c7c548e8d74f3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ac71678de43f6" /><Relationship Type="http://schemas.openxmlformats.org/officeDocument/2006/relationships/hyperlink" Target="https://gemini.google.com/app" TargetMode="External" Id="Ra1082a26503642f8" /><Relationship Type="http://schemas.openxmlformats.org/officeDocument/2006/relationships/image" Target="/ppt/media/image33.png" Id="R7f490b77f2b9474b" /><Relationship Type="http://schemas.openxmlformats.org/officeDocument/2006/relationships/notesSlide" Target="/ppt/notesSlides/notesSlide28.xml" Id="R486b4e4803ba4f3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b63388e3e24a87" /><Relationship Type="http://schemas.openxmlformats.org/officeDocument/2006/relationships/hyperlink" Target="https://gemini.google.com/app" TargetMode="External" Id="R13116c4031384645" /><Relationship Type="http://schemas.openxmlformats.org/officeDocument/2006/relationships/image" Target="/ppt/media/image34.png" Id="Rc0b97ff62f7d4577" /><Relationship Type="http://schemas.openxmlformats.org/officeDocument/2006/relationships/notesSlide" Target="/ppt/notesSlides/notesSlide29.xml" Id="R4b7bf3a31829486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b62bc69d6a47bf" /><Relationship Type="http://schemas.openxmlformats.org/officeDocument/2006/relationships/hyperlink" Target="https://sites.google.com/new" TargetMode="External" Id="Rec41102cb20d41a5" /><Relationship Type="http://schemas.openxmlformats.org/officeDocument/2006/relationships/hyperlink" Target="https://pages.github.com/" TargetMode="External" Id="Ra6bf3c13a5c34571" /><Relationship Type="http://schemas.openxmlformats.org/officeDocument/2006/relationships/hyperlink" Target="https://gg90052.github.io/ezpage/" TargetMode="External" Id="R42bc55a3d31d4b40" /><Relationship Type="http://schemas.openxmlformats.org/officeDocument/2006/relationships/image" Target="/ppt/media/image35.png" Id="Rf2c3ef49420f4e79" /><Relationship Type="http://schemas.openxmlformats.org/officeDocument/2006/relationships/image" Target="/ppt/media/image36.png" Id="Rb8d45e58df0a4658" /><Relationship Type="http://schemas.openxmlformats.org/officeDocument/2006/relationships/image" Target="/ppt/media/image37.png" Id="R60c6743445bd4552" /><Relationship Type="http://schemas.openxmlformats.org/officeDocument/2006/relationships/notesSlide" Target="/ppt/notesSlides/notesSlide30.xml" Id="R293dd0d05318412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fc7c630a04298" /><Relationship Type="http://schemas.openxmlformats.org/officeDocument/2006/relationships/hyperlink" Target="https://sites.google.com/new" TargetMode="External" Id="R5dcc8ec752284e7e" /><Relationship Type="http://schemas.openxmlformats.org/officeDocument/2006/relationships/image" Target="/ppt/media/image38.png" Id="R452fa3d427064d11" /><Relationship Type="http://schemas.openxmlformats.org/officeDocument/2006/relationships/notesSlide" Target="/ppt/notesSlides/notesSlide31.xml" Id="R812195e408bb4e8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86c37fefe4a5b" /><Relationship Type="http://schemas.openxmlformats.org/officeDocument/2006/relationships/hyperlink" Target="https://pages.github.com/" TargetMode="External" Id="R9b1b078c385840e6" /><Relationship Type="http://schemas.openxmlformats.org/officeDocument/2006/relationships/image" Target="/ppt/media/image39.png" Id="R8a82072fdd724207" /><Relationship Type="http://schemas.openxmlformats.org/officeDocument/2006/relationships/notesSlide" Target="/ppt/notesSlides/notesSlide32.xml" Id="Rc192ed6b8693417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6f943ea4b4493" /><Relationship Type="http://schemas.openxmlformats.org/officeDocument/2006/relationships/hyperlink" Target="https://gg90052.github.io/ezpage/" TargetMode="External" Id="R626258f3ec3f4b22" /><Relationship Type="http://schemas.openxmlformats.org/officeDocument/2006/relationships/image" Target="/ppt/media/image40.png" Id="R92d57e32fc28414b" /><Relationship Type="http://schemas.openxmlformats.org/officeDocument/2006/relationships/notesSlide" Target="/ppt/notesSlides/notesSlide33.xml" Id="R30a0a70ee5764c2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3f5388c4a44e81" /><Relationship Type="http://schemas.openxmlformats.org/officeDocument/2006/relationships/hyperlink" Target="https://sites.google.com/new" TargetMode="External" Id="R7767c52c44e24b01" /><Relationship Type="http://schemas.openxmlformats.org/officeDocument/2006/relationships/hyperlink" Target="https://pages.github.com/" TargetMode="External" Id="R2937b989b6444dbe" /><Relationship Type="http://schemas.openxmlformats.org/officeDocument/2006/relationships/hyperlink" Target="https://gg90052.github.io/ezpage/" TargetMode="External" Id="R3334c944a4e140ce" /><Relationship Type="http://schemas.openxmlformats.org/officeDocument/2006/relationships/image" Target="/ppt/media/image41.png" Id="Re07ed779a3ce4db8" /><Relationship Type="http://schemas.openxmlformats.org/officeDocument/2006/relationships/image" Target="/ppt/media/image42.png" Id="R5cecce1baf724954" /><Relationship Type="http://schemas.openxmlformats.org/officeDocument/2006/relationships/image" Target="/ppt/media/image43.png" Id="R68b78a94e7244cea" /><Relationship Type="http://schemas.openxmlformats.org/officeDocument/2006/relationships/notesSlide" Target="/ppt/notesSlides/notesSlide34.xml" Id="R48a76c5e16074fa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9982bb2c645c3" /><Relationship Type="http://schemas.openxmlformats.org/officeDocument/2006/relationships/hyperlink" Target="../START_HERE_&#30740;&#32722;&#36039;&#28304;&#23566;&#33322;.html" TargetMode="External" Id="Re32a5974a3c0455f" /><Relationship Type="http://schemas.openxmlformats.org/officeDocument/2006/relationships/image" Target="/ppt/media/image44.png" Id="R5fddefa59448456a" /><Relationship Type="http://schemas.openxmlformats.org/officeDocument/2006/relationships/hyperlink" Target="https://notebook.google.com/" TargetMode="External" Id="R709f91a29e784cd1" /><Relationship Type="http://schemas.openxmlformats.org/officeDocument/2006/relationships/image" Target="/ppt/media/image45.png" Id="Rf401a591f6494355" /><Relationship Type="http://schemas.openxmlformats.org/officeDocument/2006/relationships/hyperlink" Target="https://gemini.google.com/gems/create" TargetMode="External" Id="Rbb5d2a1b625643ea" /><Relationship Type="http://schemas.openxmlformats.org/officeDocument/2006/relationships/image" Target="/ppt/media/image46.png" Id="R65e5a90cee7b4045" /><Relationship Type="http://schemas.openxmlformats.org/officeDocument/2006/relationships/hyperlink" Target="https://gemini.google.com/app" TargetMode="External" Id="R5b08f48c220f4958" /><Relationship Type="http://schemas.openxmlformats.org/officeDocument/2006/relationships/image" Target="/ppt/media/image47.png" Id="R83843cdaf05542c2" /><Relationship Type="http://schemas.openxmlformats.org/officeDocument/2006/relationships/hyperlink" Target="https://sites.google.com/new" TargetMode="External" Id="R7b232b02cb7242bd" /><Relationship Type="http://schemas.openxmlformats.org/officeDocument/2006/relationships/image" Target="/ppt/media/image48.png" Id="Rd04b109251554834" /><Relationship Type="http://schemas.openxmlformats.org/officeDocument/2006/relationships/hyperlink" Target="https://pages.github.com/" TargetMode="External" Id="R96b10b361e2044b5" /><Relationship Type="http://schemas.openxmlformats.org/officeDocument/2006/relationships/image" Target="/ppt/media/image49.png" Id="R93fc4763025b4cc0" /><Relationship Type="http://schemas.openxmlformats.org/officeDocument/2006/relationships/hyperlink" Target="https://gg90052.github.io/ezpage/" TargetMode="External" Id="R0b8a004553084673" /><Relationship Type="http://schemas.openxmlformats.org/officeDocument/2006/relationships/image" Target="/ppt/media/image50.png" Id="R9bd54885c8d84e38" /><Relationship Type="http://schemas.openxmlformats.org/officeDocument/2006/relationships/notesSlide" Target="/ppt/notesSlides/notesSlide35.xml" Id="R5a55dd921edb463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7021e17e07491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0EE2B1E5-ECE0-4C80-A4B1-89CB78A7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7AFF839D-0176-4C05-8DEC-2F582744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D784DA8-4C28-49E7-9653-A217DFF2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8B0F2938-149E-4B0A-8C3D-0BA4B858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789D2CAC-EC72-4220-B507-5085B3E5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453CD8B6-81A4-4F4E-A543-81652778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16CD945-B824-4F05-9285-A1748D48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865130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8">
            <a:extLst xmlns:a="http://schemas.openxmlformats.org/drawingml/2006/main">
              <a:ext uri="{FF2B5EF4-FFF2-40B4-BE49-F238E27FC236}">
                <a16:creationId xmlns:a16="http://schemas.microsoft.com/office/drawing/2014/main" id="{D0EC747F-B85C-4058-8039-D83C4966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877210-F661-40A5-A7F5-8410E8A1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32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52F08F55-C530-44B2-A9F2-ACE964E8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CCA218-7882-4682-8DDB-A6D10208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8281E787-182D-43B9-94F8-C57A6518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2">
            <a:extLst xmlns:a="http://schemas.openxmlformats.org/drawingml/2006/main">
              <a:ext uri="{FF2B5EF4-FFF2-40B4-BE49-F238E27FC236}">
                <a16:creationId xmlns:a16="http://schemas.microsoft.com/office/drawing/2014/main" id="{02B7BCCD-0C24-44ED-87F6-CC83D20C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61C0AA1D-E23C-413E-8840-538CFEF2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E9F78D41-5E2E-445A-8680-DDF5D9C7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0" name="text-15">
            <a:extLst xmlns:a="http://schemas.openxmlformats.org/drawingml/2006/main">
              <a:ext uri="{FF2B5EF4-FFF2-40B4-BE49-F238E27FC236}">
                <a16:creationId xmlns:a16="http://schemas.microsoft.com/office/drawing/2014/main" id="{060A356B-2C8A-4EA1-9841-1BB90EFA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560D328A-4226-40D1-95DB-F3EB5D65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">
            <a:extLst xmlns:a="http://schemas.openxmlformats.org/drawingml/2006/main">
              <a:ext uri="{FF2B5EF4-FFF2-40B4-BE49-F238E27FC236}">
                <a16:creationId xmlns:a16="http://schemas.microsoft.com/office/drawing/2014/main" id="{47D7122F-B582-4E2C-9E3D-F4BBD1F2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8">
            <a:extLst xmlns:a="http://schemas.openxmlformats.org/drawingml/2006/main">
              <a:ext uri="{FF2B5EF4-FFF2-40B4-BE49-F238E27FC236}">
                <a16:creationId xmlns:a16="http://schemas.microsoft.com/office/drawing/2014/main" id="{D8E7E64E-8A25-44CD-8CF6-0CDD999C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9">
            <a:extLst xmlns:a="http://schemas.openxmlformats.org/drawingml/2006/main">
              <a:ext uri="{FF2B5EF4-FFF2-40B4-BE49-F238E27FC236}">
                <a16:creationId xmlns:a16="http://schemas.microsoft.com/office/drawing/2014/main" id="{72A776E5-E05A-4848-8667-BC2A7B77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E98DF452-9E66-4DC0-90F9-5763B9DC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4CF16BB9-97B3-4400-9ECE-93C190D1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984426EE-D728-4C50-B7D0-59B7823E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57EE14C1-08B7-4F88-9990-5D80D81C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">
            <a:extLst xmlns:a="http://schemas.openxmlformats.org/drawingml/2006/main">
              <a:ext uri="{FF2B5EF4-FFF2-40B4-BE49-F238E27FC236}">
                <a16:creationId xmlns:a16="http://schemas.microsoft.com/office/drawing/2014/main" id="{02902FBD-23E7-4780-A611-8D4C6714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7A8EE7A0-9C86-4898-A8F1-6CA8A910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130CCC09-4566-4D00-BD40-0C6A38A5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2" name="text-27">
            <a:extLst xmlns:a="http://schemas.openxmlformats.org/drawingml/2006/main">
              <a:ext uri="{FF2B5EF4-FFF2-40B4-BE49-F238E27FC236}">
                <a16:creationId xmlns:a16="http://schemas.microsoft.com/office/drawing/2014/main" id="{053CE24D-1093-421F-A81A-11D94FF0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3" name="text-28">
            <a:extLst xmlns:a="http://schemas.openxmlformats.org/drawingml/2006/main">
              <a:ext uri="{FF2B5EF4-FFF2-40B4-BE49-F238E27FC236}">
                <a16:creationId xmlns:a16="http://schemas.microsoft.com/office/drawing/2014/main" id="{0EF163CC-A259-4742-80F5-13933AA5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9">
            <a:extLst xmlns:a="http://schemas.openxmlformats.org/drawingml/2006/main">
              <a:ext uri="{FF2B5EF4-FFF2-40B4-BE49-F238E27FC236}">
                <a16:creationId xmlns:a16="http://schemas.microsoft.com/office/drawing/2014/main" id="{C1CEC479-9002-40EF-A92C-BAFF0893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30">
            <a:extLst xmlns:a="http://schemas.openxmlformats.org/drawingml/2006/main">
              <a:ext uri="{FF2B5EF4-FFF2-40B4-BE49-F238E27FC236}">
                <a16:creationId xmlns:a16="http://schemas.microsoft.com/office/drawing/2014/main" id="{D1C72B12-4C16-4329-BDCD-5B38C97E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1">
            <a:extLst xmlns:a="http://schemas.openxmlformats.org/drawingml/2006/main">
              <a:ext uri="{FF2B5EF4-FFF2-40B4-BE49-F238E27FC236}">
                <a16:creationId xmlns:a16="http://schemas.microsoft.com/office/drawing/2014/main" id="{1FDC67B3-C500-4623-8169-44137404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2">
            <a:extLst xmlns:a="http://schemas.openxmlformats.org/drawingml/2006/main">
              <a:ext uri="{FF2B5EF4-FFF2-40B4-BE49-F238E27FC236}">
                <a16:creationId xmlns:a16="http://schemas.microsoft.com/office/drawing/2014/main" id="{4CE6D189-B43D-4575-BE0B-77F8C170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28" name="text-33">
            <a:extLst xmlns:a="http://schemas.openxmlformats.org/drawingml/2006/main">
              <a:ext uri="{FF2B5EF4-FFF2-40B4-BE49-F238E27FC236}">
                <a16:creationId xmlns:a16="http://schemas.microsoft.com/office/drawing/2014/main" id="{F88DA5BA-1C4B-42F2-8716-1EC39C7F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29" name="text-34">
            <a:extLst xmlns:a="http://schemas.openxmlformats.org/drawingml/2006/main">
              <a:ext uri="{FF2B5EF4-FFF2-40B4-BE49-F238E27FC236}">
                <a16:creationId xmlns:a16="http://schemas.microsoft.com/office/drawing/2014/main" id="{E8F94B4D-F89B-40D1-B037-9BDA0053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7083740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5">
            <a:extLst xmlns:a="http://schemas.openxmlformats.org/drawingml/2006/main">
              <a:ext uri="{FF2B5EF4-FFF2-40B4-BE49-F238E27FC236}">
                <a16:creationId xmlns:a16="http://schemas.microsoft.com/office/drawing/2014/main" id="{91A14F26-7BB0-47AE-9EA9-59686B82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3434CF-7EC8-4323-AD50-36A46C16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3" name="shape-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">
            <a:extLst xmlns:a="http://schemas.openxmlformats.org/drawingml/2006/main">
              <a:ext uri="{FF2B5EF4-FFF2-40B4-BE49-F238E27FC236}">
                <a16:creationId xmlns:a16="http://schemas.microsoft.com/office/drawing/2014/main" id="{95EEF862-B13E-49F7-8664-983D0F5A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E7A00AA-3320-4D45-98E2-6396CA42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36" name="shape-38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shape-39">
            <a:extLst xmlns:a="http://schemas.openxmlformats.org/drawingml/2006/main">
              <a:ext uri="{FF2B5EF4-FFF2-40B4-BE49-F238E27FC236}">
                <a16:creationId xmlns:a16="http://schemas.microsoft.com/office/drawing/2014/main" id="{9E1ED54A-39B4-4461-B734-ECD51DBA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0">
            <a:extLst xmlns:a="http://schemas.openxmlformats.org/drawingml/2006/main">
              <a:ext uri="{FF2B5EF4-FFF2-40B4-BE49-F238E27FC236}">
                <a16:creationId xmlns:a16="http://schemas.microsoft.com/office/drawing/2014/main" id="{A0479D85-2DB5-4365-A3FC-66C8C0AA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00–15</a:t>
            </a:r>
          </a:p>
        </p:txBody>
      </p:sp>
      <p:sp>
        <p:nvSpPr>
          <p:cNvPr id="9" name="text-41">
            <a:extLst xmlns:a="http://schemas.openxmlformats.org/drawingml/2006/main">
              <a:ext uri="{FF2B5EF4-FFF2-40B4-BE49-F238E27FC236}">
                <a16:creationId xmlns:a16="http://schemas.microsoft.com/office/drawing/2014/main" id="{B929D853-4CDC-4668-8F11-7AE2DBEC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42">
            <a:extLst xmlns:a="http://schemas.openxmlformats.org/drawingml/2006/main">
              <a:ext uri="{FF2B5EF4-FFF2-40B4-BE49-F238E27FC236}">
                <a16:creationId xmlns:a16="http://schemas.microsoft.com/office/drawing/2014/main" id="{4B8343DC-DBD2-42F8-B7B1-E70A38D4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43">
            <a:extLst xmlns:a="http://schemas.openxmlformats.org/drawingml/2006/main">
              <a:ext uri="{FF2B5EF4-FFF2-40B4-BE49-F238E27FC236}">
                <a16:creationId xmlns:a16="http://schemas.microsoft.com/office/drawing/2014/main" id="{2A7F8294-A21D-4713-AB3B-913734C3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44">
            <a:extLst xmlns:a="http://schemas.openxmlformats.org/drawingml/2006/main">
              <a:ext uri="{FF2B5EF4-FFF2-40B4-BE49-F238E27FC236}">
                <a16:creationId xmlns:a16="http://schemas.microsoft.com/office/drawing/2014/main" id="{5D354211-BBB7-48A6-8DB7-CA03F10B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76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15–55</a:t>
            </a:r>
          </a:p>
        </p:txBody>
      </p:sp>
      <p:sp>
        <p:nvSpPr>
          <p:cNvPr id="13" name="text-45">
            <a:extLst xmlns:a="http://schemas.openxmlformats.org/drawingml/2006/main">
              <a:ext uri="{FF2B5EF4-FFF2-40B4-BE49-F238E27FC236}">
                <a16:creationId xmlns:a16="http://schemas.microsoft.com/office/drawing/2014/main" id="{B451C49E-DD98-4558-86C8-3702202F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4" name="text-46">
            <a:extLst xmlns:a="http://schemas.openxmlformats.org/drawingml/2006/main">
              <a:ext uri="{FF2B5EF4-FFF2-40B4-BE49-F238E27FC236}">
                <a16:creationId xmlns:a16="http://schemas.microsoft.com/office/drawing/2014/main" id="{333D2ED3-0D47-4350-A506-73178084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5" name="shape-47">
            <a:extLst xmlns:a="http://schemas.openxmlformats.org/drawingml/2006/main">
              <a:ext uri="{FF2B5EF4-FFF2-40B4-BE49-F238E27FC236}">
                <a16:creationId xmlns:a16="http://schemas.microsoft.com/office/drawing/2014/main" id="{B7B77A2C-C9BE-43BA-B27C-3E3D7E52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347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8">
            <a:extLst xmlns:a="http://schemas.openxmlformats.org/drawingml/2006/main">
              <a:ext uri="{FF2B5EF4-FFF2-40B4-BE49-F238E27FC236}">
                <a16:creationId xmlns:a16="http://schemas.microsoft.com/office/drawing/2014/main" id="{5EF2B105-E242-4713-84B4-41083067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2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55–80</a:t>
            </a:r>
          </a:p>
        </p:txBody>
      </p:sp>
      <p:sp>
        <p:nvSpPr>
          <p:cNvPr id="17" name="text-49">
            <a:extLst xmlns:a="http://schemas.openxmlformats.org/drawingml/2006/main">
              <a:ext uri="{FF2B5EF4-FFF2-40B4-BE49-F238E27FC236}">
                <a16:creationId xmlns:a16="http://schemas.microsoft.com/office/drawing/2014/main" id="{D1B6BCF8-39A5-4AD4-917B-DA47986E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8" name="text-50">
            <a:extLst xmlns:a="http://schemas.openxmlformats.org/drawingml/2006/main">
              <a:ext uri="{FF2B5EF4-FFF2-40B4-BE49-F238E27FC236}">
                <a16:creationId xmlns:a16="http://schemas.microsoft.com/office/drawing/2014/main" id="{29B18AC6-7593-4E6A-8101-1FFC87E8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19" name="shape-51">
            <a:extLst xmlns:a="http://schemas.openxmlformats.org/drawingml/2006/main">
              <a:ext uri="{FF2B5EF4-FFF2-40B4-BE49-F238E27FC236}">
                <a16:creationId xmlns:a16="http://schemas.microsoft.com/office/drawing/2014/main" id="{546C41AD-5FED-4EC3-B01E-35A85340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373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">
            <a:extLst xmlns:a="http://schemas.openxmlformats.org/drawingml/2006/main">
              <a:ext uri="{FF2B5EF4-FFF2-40B4-BE49-F238E27FC236}">
                <a16:creationId xmlns:a16="http://schemas.microsoft.com/office/drawing/2014/main" id="{80AF8D2D-62DB-486A-B94E-3C7B8EFA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8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53">
            <a:extLst xmlns:a="http://schemas.openxmlformats.org/drawingml/2006/main">
              <a:ext uri="{FF2B5EF4-FFF2-40B4-BE49-F238E27FC236}">
                <a16:creationId xmlns:a16="http://schemas.microsoft.com/office/drawing/2014/main" id="{F9CE4196-4C02-46ED-AC6B-8711C202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54">
            <a:extLst xmlns:a="http://schemas.openxmlformats.org/drawingml/2006/main">
              <a:ext uri="{FF2B5EF4-FFF2-40B4-BE49-F238E27FC236}">
                <a16:creationId xmlns:a16="http://schemas.microsoft.com/office/drawing/2014/main" id="{B7ACD20B-34DB-4885-96E9-4F3F6848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3" name="shape-55">
            <a:extLst xmlns:a="http://schemas.openxmlformats.org/drawingml/2006/main">
              <a:ext uri="{FF2B5EF4-FFF2-40B4-BE49-F238E27FC236}">
                <a16:creationId xmlns:a16="http://schemas.microsoft.com/office/drawing/2014/main" id="{929B3C84-B365-4E67-9100-2209DCC6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99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56">
            <a:extLst xmlns:a="http://schemas.openxmlformats.org/drawingml/2006/main">
              <a:ext uri="{FF2B5EF4-FFF2-40B4-BE49-F238E27FC236}">
                <a16:creationId xmlns:a16="http://schemas.microsoft.com/office/drawing/2014/main" id="{DE4C98CF-6426-45CD-AC10-49130BD9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154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57">
            <a:extLst xmlns:a="http://schemas.openxmlformats.org/drawingml/2006/main">
              <a:ext uri="{FF2B5EF4-FFF2-40B4-BE49-F238E27FC236}">
                <a16:creationId xmlns:a16="http://schemas.microsoft.com/office/drawing/2014/main" id="{69D1FE82-29D6-49F1-9BDB-8FDB7FD0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6" name="text-58">
            <a:extLst xmlns:a="http://schemas.openxmlformats.org/drawingml/2006/main">
              <a:ext uri="{FF2B5EF4-FFF2-40B4-BE49-F238E27FC236}">
                <a16:creationId xmlns:a16="http://schemas.microsoft.com/office/drawing/2014/main" id="{5BAAB980-AC51-4D33-9C65-2E56DA69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27" name="shape-59">
            <a:extLst xmlns:a="http://schemas.openxmlformats.org/drawingml/2006/main">
              <a:ext uri="{FF2B5EF4-FFF2-40B4-BE49-F238E27FC236}">
                <a16:creationId xmlns:a16="http://schemas.microsoft.com/office/drawing/2014/main" id="{9AF548E4-26C0-4D31-A8FF-80434616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60">
            <a:extLst xmlns:a="http://schemas.openxmlformats.org/drawingml/2006/main">
              <a:ext uri="{FF2B5EF4-FFF2-40B4-BE49-F238E27FC236}">
                <a16:creationId xmlns:a16="http://schemas.microsoft.com/office/drawing/2014/main" id="{CE2FCC73-DCD6-4765-BD35-8A38507F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135–180</a:t>
            </a:r>
          </a:p>
        </p:txBody>
      </p:sp>
      <p:sp>
        <p:nvSpPr>
          <p:cNvPr id="29" name="text-61">
            <a:extLst xmlns:a="http://schemas.openxmlformats.org/drawingml/2006/main">
              <a:ext uri="{FF2B5EF4-FFF2-40B4-BE49-F238E27FC236}">
                <a16:creationId xmlns:a16="http://schemas.microsoft.com/office/drawing/2014/main" id="{63C50F2C-7291-4426-B437-6C79B36F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0" name="text-62">
            <a:extLst xmlns:a="http://schemas.openxmlformats.org/drawingml/2006/main">
              <a:ext uri="{FF2B5EF4-FFF2-40B4-BE49-F238E27FC236}">
                <a16:creationId xmlns:a16="http://schemas.microsoft.com/office/drawing/2014/main" id="{AE1C95B0-9969-4D16-895E-C2154928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20195875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63">
            <a:extLst xmlns:a="http://schemas.openxmlformats.org/drawingml/2006/main">
              <a:ext uri="{FF2B5EF4-FFF2-40B4-BE49-F238E27FC236}">
                <a16:creationId xmlns:a16="http://schemas.microsoft.com/office/drawing/2014/main" id="{9F26131A-9743-4EBE-8113-AA0C4FBB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02AE82D-8CF4-42E9-B01B-882BF00C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5">
            <a:extLst xmlns:a="http://schemas.openxmlformats.org/drawingml/2006/main">
              <a:ext uri="{FF2B5EF4-FFF2-40B4-BE49-F238E27FC236}">
                <a16:creationId xmlns:a16="http://schemas.microsoft.com/office/drawing/2014/main" id="{930B8D6F-D5B7-4D7E-B941-79A08247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AAB4956-4995-4036-9D3C-1B5CD0D6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6">
            <a:extLst xmlns:a="http://schemas.openxmlformats.org/drawingml/2006/main">
              <a:ext uri="{FF2B5EF4-FFF2-40B4-BE49-F238E27FC236}">
                <a16:creationId xmlns:a16="http://schemas.microsoft.com/office/drawing/2014/main" id="{03D97DC2-B152-46B3-9BE0-F971FD07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7">
            <a:extLst xmlns:a="http://schemas.openxmlformats.org/drawingml/2006/main">
              <a:ext uri="{FF2B5EF4-FFF2-40B4-BE49-F238E27FC236}">
                <a16:creationId xmlns:a16="http://schemas.microsoft.com/office/drawing/2014/main" id="{AE832BDF-980E-47BF-8E5A-7FE1143F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8">
            <a:extLst xmlns:a="http://schemas.openxmlformats.org/drawingml/2006/main">
              <a:ext uri="{FF2B5EF4-FFF2-40B4-BE49-F238E27FC236}">
                <a16:creationId xmlns:a16="http://schemas.microsoft.com/office/drawing/2014/main" id="{F2CC28A1-C5EB-4D49-B843-17B322EF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69">
            <a:extLst xmlns:a="http://schemas.openxmlformats.org/drawingml/2006/main">
              <a:ext uri="{FF2B5EF4-FFF2-40B4-BE49-F238E27FC236}">
                <a16:creationId xmlns:a16="http://schemas.microsoft.com/office/drawing/2014/main" id="{C266AA26-67D8-497A-89DC-08AEA41A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70">
            <a:extLst xmlns:a="http://schemas.openxmlformats.org/drawingml/2006/main">
              <a:ext uri="{FF2B5EF4-FFF2-40B4-BE49-F238E27FC236}">
                <a16:creationId xmlns:a16="http://schemas.microsoft.com/office/drawing/2014/main" id="{FD140AB5-1FD6-47DD-BE79-C5B03619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1">
            <a:extLst xmlns:a="http://schemas.openxmlformats.org/drawingml/2006/main">
              <a:ext uri="{FF2B5EF4-FFF2-40B4-BE49-F238E27FC236}">
                <a16:creationId xmlns:a16="http://schemas.microsoft.com/office/drawing/2014/main" id="{85767A0F-2A7B-472D-BFA6-2E3353F9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2">
            <a:extLst xmlns:a="http://schemas.openxmlformats.org/drawingml/2006/main">
              <a:ext uri="{FF2B5EF4-FFF2-40B4-BE49-F238E27FC236}">
                <a16:creationId xmlns:a16="http://schemas.microsoft.com/office/drawing/2014/main" id="{F8406B34-3707-4C2A-87AE-F8BE2DF5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73">
            <a:extLst xmlns:a="http://schemas.openxmlformats.org/drawingml/2006/main">
              <a:ext uri="{FF2B5EF4-FFF2-40B4-BE49-F238E27FC236}">
                <a16:creationId xmlns:a16="http://schemas.microsoft.com/office/drawing/2014/main" id="{D850DEB3-1251-450B-B98D-01BE7295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74">
            <a:extLst xmlns:a="http://schemas.openxmlformats.org/drawingml/2006/main">
              <a:ext uri="{FF2B5EF4-FFF2-40B4-BE49-F238E27FC236}">
                <a16:creationId xmlns:a16="http://schemas.microsoft.com/office/drawing/2014/main" id="{8B273A81-9B40-49FD-933C-5E643BA5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5">
            <a:extLst xmlns:a="http://schemas.openxmlformats.org/drawingml/2006/main">
              <a:ext uri="{FF2B5EF4-FFF2-40B4-BE49-F238E27FC236}">
                <a16:creationId xmlns:a16="http://schemas.microsoft.com/office/drawing/2014/main" id="{0CA097AF-9EF3-4DCE-A280-86B26BC5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6">
            <a:extLst xmlns:a="http://schemas.openxmlformats.org/drawingml/2006/main">
              <a:ext uri="{FF2B5EF4-FFF2-40B4-BE49-F238E27FC236}">
                <a16:creationId xmlns:a16="http://schemas.microsoft.com/office/drawing/2014/main" id="{DA4182D3-31B7-462E-803E-F262DB2B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77">
            <a:extLst xmlns:a="http://schemas.openxmlformats.org/drawingml/2006/main">
              <a:ext uri="{FF2B5EF4-FFF2-40B4-BE49-F238E27FC236}">
                <a16:creationId xmlns:a16="http://schemas.microsoft.com/office/drawing/2014/main" id="{5CEDA661-34F6-4E08-819C-8FC4391B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78">
            <a:extLst xmlns:a="http://schemas.openxmlformats.org/drawingml/2006/main">
              <a:ext uri="{FF2B5EF4-FFF2-40B4-BE49-F238E27FC236}">
                <a16:creationId xmlns:a16="http://schemas.microsoft.com/office/drawing/2014/main" id="{BD249559-9E55-4EBA-8349-C613CEB8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9">
            <a:extLst xmlns:a="http://schemas.openxmlformats.org/drawingml/2006/main">
              <a:ext uri="{FF2B5EF4-FFF2-40B4-BE49-F238E27FC236}">
                <a16:creationId xmlns:a16="http://schemas.microsoft.com/office/drawing/2014/main" id="{AE6E2ED3-618D-4A31-92F4-C1104493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0">
            <a:extLst xmlns:a="http://schemas.openxmlformats.org/drawingml/2006/main">
              <a:ext uri="{FF2B5EF4-FFF2-40B4-BE49-F238E27FC236}">
                <a16:creationId xmlns:a16="http://schemas.microsoft.com/office/drawing/2014/main" id="{86738765-CCA6-4764-AB43-2D4B2266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81">
            <a:extLst xmlns:a="http://schemas.openxmlformats.org/drawingml/2006/main">
              <a:ext uri="{FF2B5EF4-FFF2-40B4-BE49-F238E27FC236}">
                <a16:creationId xmlns:a16="http://schemas.microsoft.com/office/drawing/2014/main" id="{AFACA9C0-BA83-4EFE-AF88-1E5EEBFA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18285838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2">
            <a:extLst xmlns:a="http://schemas.openxmlformats.org/drawingml/2006/main">
              <a:ext uri="{FF2B5EF4-FFF2-40B4-BE49-F238E27FC236}">
                <a16:creationId xmlns:a16="http://schemas.microsoft.com/office/drawing/2014/main" id="{37749E93-252A-4EE1-AC80-747938DA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274FE2-62E2-43B3-A8FC-6C8AA33E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4">
            <a:extLst xmlns:a="http://schemas.openxmlformats.org/drawingml/2006/main">
              <a:ext uri="{FF2B5EF4-FFF2-40B4-BE49-F238E27FC236}">
                <a16:creationId xmlns:a16="http://schemas.microsoft.com/office/drawing/2014/main" id="{7DA16A75-CF58-4C73-94B8-110D8981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C81E33-4944-4F67-9AE1-7459A7A7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5">
            <a:extLst xmlns:a="http://schemas.openxmlformats.org/drawingml/2006/main">
              <a:ext uri="{FF2B5EF4-FFF2-40B4-BE49-F238E27FC236}">
                <a16:creationId xmlns:a16="http://schemas.microsoft.com/office/drawing/2014/main" id="{37488944-B5F7-4027-80ED-25F19887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6">
            <a:extLst xmlns:a="http://schemas.openxmlformats.org/drawingml/2006/main">
              <a:ext uri="{FF2B5EF4-FFF2-40B4-BE49-F238E27FC236}">
                <a16:creationId xmlns:a16="http://schemas.microsoft.com/office/drawing/2014/main" id="{98A925BC-9F09-40DD-9503-352132B3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87">
            <a:extLst xmlns:a="http://schemas.openxmlformats.org/drawingml/2006/main">
              <a:ext uri="{FF2B5EF4-FFF2-40B4-BE49-F238E27FC236}">
                <a16:creationId xmlns:a16="http://schemas.microsoft.com/office/drawing/2014/main" id="{FC988E0B-6D59-425C-849B-42E9B629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F42ADF13-ADB9-4B1B-9F7B-7DEBC201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89">
            <a:extLst xmlns:a="http://schemas.openxmlformats.org/drawingml/2006/main">
              <a:ext uri="{FF2B5EF4-FFF2-40B4-BE49-F238E27FC236}">
                <a16:creationId xmlns:a16="http://schemas.microsoft.com/office/drawing/2014/main" id="{8B848617-4244-439F-8EA3-33FDCA2D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90">
            <a:extLst xmlns:a="http://schemas.openxmlformats.org/drawingml/2006/main">
              <a:ext uri="{FF2B5EF4-FFF2-40B4-BE49-F238E27FC236}">
                <a16:creationId xmlns:a16="http://schemas.microsoft.com/office/drawing/2014/main" id="{2EB6BD6E-4516-4D66-8085-57509E8B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91">
            <a:extLst xmlns:a="http://schemas.openxmlformats.org/drawingml/2006/main">
              <a:ext uri="{FF2B5EF4-FFF2-40B4-BE49-F238E27FC236}">
                <a16:creationId xmlns:a16="http://schemas.microsoft.com/office/drawing/2014/main" id="{2CE15714-BC98-4EBD-A511-4758A747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92">
            <a:extLst xmlns:a="http://schemas.openxmlformats.org/drawingml/2006/main">
              <a:ext uri="{FF2B5EF4-FFF2-40B4-BE49-F238E27FC236}">
                <a16:creationId xmlns:a16="http://schemas.microsoft.com/office/drawing/2014/main" id="{7D926315-A2C1-4CCC-A5DD-8CA06193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93">
            <a:extLst xmlns:a="http://schemas.openxmlformats.org/drawingml/2006/main">
              <a:ext uri="{FF2B5EF4-FFF2-40B4-BE49-F238E27FC236}">
                <a16:creationId xmlns:a16="http://schemas.microsoft.com/office/drawing/2014/main" id="{E6FAC1FF-894D-494E-B3FF-15E33A89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94">
            <a:extLst xmlns:a="http://schemas.openxmlformats.org/drawingml/2006/main">
              <a:ext uri="{FF2B5EF4-FFF2-40B4-BE49-F238E27FC236}">
                <a16:creationId xmlns:a16="http://schemas.microsoft.com/office/drawing/2014/main" id="{82146624-93DD-4E60-82E7-8F6EF5F9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5224714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95">
            <a:extLst xmlns:a="http://schemas.openxmlformats.org/drawingml/2006/main">
              <a:ext uri="{FF2B5EF4-FFF2-40B4-BE49-F238E27FC236}">
                <a16:creationId xmlns:a16="http://schemas.microsoft.com/office/drawing/2014/main" id="{448FC136-5707-4216-AEE3-382F9647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PROBLEM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244C5D-7A4E-409A-B48B-1BE0F056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先選一個真實教學或研究問題</a:t>
            </a:r>
          </a:p>
        </p:txBody>
      </p:sp>
      <p:cxnSp>
        <p:nvCxnSpPr>
          <p:cNvPr id="24" name="shape-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7">
            <a:extLst xmlns:a="http://schemas.openxmlformats.org/drawingml/2006/main">
              <a:ext uri="{FF2B5EF4-FFF2-40B4-BE49-F238E27FC236}">
                <a16:creationId xmlns:a16="http://schemas.microsoft.com/office/drawing/2014/main" id="{B93092F5-366D-48B3-98E3-1B8854F2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2B54A05-E1CD-452A-94A0-3E61D8F9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8">
            <a:extLst xmlns:a="http://schemas.openxmlformats.org/drawingml/2006/main">
              <a:ext uri="{FF2B5EF4-FFF2-40B4-BE49-F238E27FC236}">
                <a16:creationId xmlns:a16="http://schemas.microsoft.com/office/drawing/2014/main" id="{C4A255FB-85DE-40B9-8AA0-302693F0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9">
            <a:extLst xmlns:a="http://schemas.openxmlformats.org/drawingml/2006/main">
              <a:ext uri="{FF2B5EF4-FFF2-40B4-BE49-F238E27FC236}">
                <a16:creationId xmlns:a16="http://schemas.microsoft.com/office/drawing/2014/main" id="{AA5EFAD9-1888-4421-A871-AF3E16F2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100">
            <a:extLst xmlns:a="http://schemas.openxmlformats.org/drawingml/2006/main">
              <a:ext uri="{FF2B5EF4-FFF2-40B4-BE49-F238E27FC236}">
                <a16:creationId xmlns:a16="http://schemas.microsoft.com/office/drawing/2014/main" id="{81C4EE13-6526-4B4F-B7AE-1E822610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內容太多</a:t>
            </a:r>
          </a:p>
        </p:txBody>
      </p:sp>
      <p:sp>
        <p:nvSpPr>
          <p:cNvPr id="9" name="text-101">
            <a:extLst xmlns:a="http://schemas.openxmlformats.org/drawingml/2006/main">
              <a:ext uri="{FF2B5EF4-FFF2-40B4-BE49-F238E27FC236}">
                <a16:creationId xmlns:a16="http://schemas.microsoft.com/office/drawing/2014/main" id="{7E3C2D8C-B3D4-4841-822C-AAD2ED9C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102">
            <a:extLst xmlns:a="http://schemas.openxmlformats.org/drawingml/2006/main">
              <a:ext uri="{FF2B5EF4-FFF2-40B4-BE49-F238E27FC236}">
                <a16:creationId xmlns:a16="http://schemas.microsoft.com/office/drawing/2014/main" id="{675ABB9D-1EBB-4A48-8C91-4F1F78C0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03">
            <a:extLst xmlns:a="http://schemas.openxmlformats.org/drawingml/2006/main">
              <a:ext uri="{FF2B5EF4-FFF2-40B4-BE49-F238E27FC236}">
                <a16:creationId xmlns:a16="http://schemas.microsoft.com/office/drawing/2014/main" id="{34B90DF8-4D1D-4660-BFBA-52211496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04">
            <a:extLst xmlns:a="http://schemas.openxmlformats.org/drawingml/2006/main">
              <a:ext uri="{FF2B5EF4-FFF2-40B4-BE49-F238E27FC236}">
                <a16:creationId xmlns:a16="http://schemas.microsoft.com/office/drawing/2014/main" id="{E26E76AD-8D6C-434E-9462-861E2159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資料難分析</a:t>
            </a:r>
          </a:p>
        </p:txBody>
      </p:sp>
      <p:sp>
        <p:nvSpPr>
          <p:cNvPr id="13" name="text-105">
            <a:extLst xmlns:a="http://schemas.openxmlformats.org/drawingml/2006/main">
              <a:ext uri="{FF2B5EF4-FFF2-40B4-BE49-F238E27FC236}">
                <a16:creationId xmlns:a16="http://schemas.microsoft.com/office/drawing/2014/main" id="{992D8C17-760D-49C3-A1FF-879BB71B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106">
            <a:extLst xmlns:a="http://schemas.openxmlformats.org/drawingml/2006/main">
              <a:ext uri="{FF2B5EF4-FFF2-40B4-BE49-F238E27FC236}">
                <a16:creationId xmlns:a16="http://schemas.microsoft.com/office/drawing/2014/main" id="{CDD7081F-8201-4433-9FE6-285E45DD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07">
            <a:extLst xmlns:a="http://schemas.openxmlformats.org/drawingml/2006/main">
              <a:ext uri="{FF2B5EF4-FFF2-40B4-BE49-F238E27FC236}">
                <a16:creationId xmlns:a16="http://schemas.microsoft.com/office/drawing/2014/main" id="{6007D8C8-7B2E-4E26-B579-B9B6074E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08">
            <a:extLst xmlns:a="http://schemas.openxmlformats.org/drawingml/2006/main">
              <a:ext uri="{FF2B5EF4-FFF2-40B4-BE49-F238E27FC236}">
                <a16:creationId xmlns:a16="http://schemas.microsoft.com/office/drawing/2014/main" id="{972D2BBA-F767-4FA6-9E1E-A5C8456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活動太平</a:t>
            </a:r>
          </a:p>
        </p:txBody>
      </p:sp>
      <p:sp>
        <p:nvSpPr>
          <p:cNvPr id="17" name="text-109">
            <a:extLst xmlns:a="http://schemas.openxmlformats.org/drawingml/2006/main">
              <a:ext uri="{FF2B5EF4-FFF2-40B4-BE49-F238E27FC236}">
                <a16:creationId xmlns:a16="http://schemas.microsoft.com/office/drawing/2014/main" id="{C34176FC-6B07-43C8-992D-EE7BE57C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10">
            <a:extLst xmlns:a="http://schemas.openxmlformats.org/drawingml/2006/main">
              <a:ext uri="{FF2B5EF4-FFF2-40B4-BE49-F238E27FC236}">
                <a16:creationId xmlns:a16="http://schemas.microsoft.com/office/drawing/2014/main" id="{B37B5E39-E5F0-49FA-9C68-DC3485B7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11">
            <a:extLst xmlns:a="http://schemas.openxmlformats.org/drawingml/2006/main">
              <a:ext uri="{FF2B5EF4-FFF2-40B4-BE49-F238E27FC236}">
                <a16:creationId xmlns:a16="http://schemas.microsoft.com/office/drawing/2014/main" id="{17CAD0F3-A5EB-4E92-AB89-0E278028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12">
            <a:extLst xmlns:a="http://schemas.openxmlformats.org/drawingml/2006/main">
              <a:ext uri="{FF2B5EF4-FFF2-40B4-BE49-F238E27FC236}">
                <a16:creationId xmlns:a16="http://schemas.microsoft.com/office/drawing/2014/main" id="{AF798660-743E-4902-90C0-B8C42F37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研究難累積</a:t>
            </a:r>
          </a:p>
        </p:txBody>
      </p:sp>
      <p:sp>
        <p:nvSpPr>
          <p:cNvPr id="21" name="text-113">
            <a:extLst xmlns:a="http://schemas.openxmlformats.org/drawingml/2006/main">
              <a:ext uri="{FF2B5EF4-FFF2-40B4-BE49-F238E27FC236}">
                <a16:creationId xmlns:a16="http://schemas.microsoft.com/office/drawing/2014/main" id="{EB27A713-A03D-4B70-9E74-0211DE5F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想把文獻、資料、方法與成果整理成可持續更新的工作區。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10261802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14">
            <a:extLst xmlns:a="http://schemas.openxmlformats.org/drawingml/2006/main">
              <a:ext uri="{FF2B5EF4-FFF2-40B4-BE49-F238E27FC236}">
                <a16:creationId xmlns:a16="http://schemas.microsoft.com/office/drawing/2014/main" id="{2022853F-2DD4-40D5-AD25-A3B893E6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477AF1-03B2-42A4-BAD6-6FA66101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1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6">
            <a:extLst xmlns:a="http://schemas.openxmlformats.org/drawingml/2006/main">
              <a:ext uri="{FF2B5EF4-FFF2-40B4-BE49-F238E27FC236}">
                <a16:creationId xmlns:a16="http://schemas.microsoft.com/office/drawing/2014/main" id="{3380AA9D-3676-4AEB-BA0C-E63FE4C9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37BB0BC-3CCB-44BC-A718-801B7BC8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c62a8b0744e4e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17">
            <a:extLst xmlns:a="http://schemas.openxmlformats.org/drawingml/2006/main">
              <a:ext uri="{FF2B5EF4-FFF2-40B4-BE49-F238E27FC236}">
                <a16:creationId xmlns:a16="http://schemas.microsoft.com/office/drawing/2014/main" id="{F0EA5978-D68E-4DA5-BB25-F6AADF7C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18">
            <a:extLst xmlns:a="http://schemas.openxmlformats.org/drawingml/2006/main">
              <a:ext uri="{FF2B5EF4-FFF2-40B4-BE49-F238E27FC236}">
                <a16:creationId xmlns:a16="http://schemas.microsoft.com/office/drawing/2014/main" id="{E116F0A9-1E29-47B4-AABC-7FC812B4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634">
            <a:extLst xmlns:a="http://schemas.openxmlformats.org/drawingml/2006/main">
              <a:ext uri="{FF2B5EF4-FFF2-40B4-BE49-F238E27FC236}">
                <a16:creationId xmlns:a16="http://schemas.microsoft.com/office/drawing/2014/main" id="{5412CE31-04CA-4BEE-AD13-30A53FBA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0e0b02d3acb4b0d"/>
              </a:rPr>
              <a:t>開啟教育科技創新專區 ↗</a:t>
            </a:r>
          </a:p>
        </p:txBody>
      </p:sp>
      <p:sp>
        <p:nvSpPr>
          <p:cNvPr id="10" name="shape-659">
            <a:extLst xmlns:a="http://schemas.openxmlformats.org/drawingml/2006/main">
              <a:ext uri="{FF2B5EF4-FFF2-40B4-BE49-F238E27FC236}">
                <a16:creationId xmlns:a16="http://schemas.microsoft.com/office/drawing/2014/main" id="{1334660F-D00A-4EE0-8933-8F937C18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f0b8bbc06c459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60">
            <a:extLst xmlns:a="http://schemas.openxmlformats.org/drawingml/2006/main">
              <a:ext uri="{FF2B5EF4-FFF2-40B4-BE49-F238E27FC236}">
                <a16:creationId xmlns:a16="http://schemas.microsoft.com/office/drawing/2014/main" id="{AECCBC9C-B60C-4CEF-B993-8C763BF0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158492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19">
            <a:extLst xmlns:a="http://schemas.openxmlformats.org/drawingml/2006/main">
              <a:ext uri="{FF2B5EF4-FFF2-40B4-BE49-F238E27FC236}">
                <a16:creationId xmlns:a16="http://schemas.microsoft.com/office/drawing/2014/main" id="{31462C29-8486-4BB0-96D4-5843F295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86789C-DFEB-43B4-882E-3E282CE0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1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21">
            <a:extLst xmlns:a="http://schemas.openxmlformats.org/drawingml/2006/main">
              <a:ext uri="{FF2B5EF4-FFF2-40B4-BE49-F238E27FC236}">
                <a16:creationId xmlns:a16="http://schemas.microsoft.com/office/drawing/2014/main" id="{02923E76-1E15-4EAB-BC3D-FD9DDD2B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241F155-6EAF-4039-8CC5-C5E1013C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122">
            <a:extLst xmlns:a="http://schemas.openxmlformats.org/drawingml/2006/main">
              <a:ext uri="{FF2B5EF4-FFF2-40B4-BE49-F238E27FC236}">
                <a16:creationId xmlns:a16="http://schemas.microsoft.com/office/drawing/2014/main" id="{0473695A-24BC-46E0-BC5F-39A7AF86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123">
            <a:extLst xmlns:a="http://schemas.openxmlformats.org/drawingml/2006/main">
              <a:ext uri="{FF2B5EF4-FFF2-40B4-BE49-F238E27FC236}">
                <a16:creationId xmlns:a16="http://schemas.microsoft.com/office/drawing/2014/main" id="{0B2C5DAF-3143-45FA-979A-FAF5929F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24">
            <a:extLst xmlns:a="http://schemas.openxmlformats.org/drawingml/2006/main">
              <a:ext uri="{FF2B5EF4-FFF2-40B4-BE49-F238E27FC236}">
                <a16:creationId xmlns:a16="http://schemas.microsoft.com/office/drawing/2014/main" id="{F1B514AF-7684-4417-81DC-1EFDC838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125">
            <a:extLst xmlns:a="http://schemas.openxmlformats.org/drawingml/2006/main">
              <a:ext uri="{FF2B5EF4-FFF2-40B4-BE49-F238E27FC236}">
                <a16:creationId xmlns:a16="http://schemas.microsoft.com/office/drawing/2014/main" id="{6617F4E5-951B-4B21-914C-2A2ABF01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126">
            <a:extLst xmlns:a="http://schemas.openxmlformats.org/drawingml/2006/main">
              <a:ext uri="{FF2B5EF4-FFF2-40B4-BE49-F238E27FC236}">
                <a16:creationId xmlns:a16="http://schemas.microsoft.com/office/drawing/2014/main" id="{CC3DF8A4-244D-4374-BCDA-5383BFCC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127">
            <a:extLst xmlns:a="http://schemas.openxmlformats.org/drawingml/2006/main">
              <a:ext uri="{FF2B5EF4-FFF2-40B4-BE49-F238E27FC236}">
                <a16:creationId xmlns:a16="http://schemas.microsoft.com/office/drawing/2014/main" id="{4D169FAB-D655-42BD-B065-BD77B3A1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f15746a37d14f50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3c94730964250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8">
            <a:extLst xmlns:a="http://schemas.openxmlformats.org/drawingml/2006/main">
              <a:ext uri="{FF2B5EF4-FFF2-40B4-BE49-F238E27FC236}">
                <a16:creationId xmlns:a16="http://schemas.microsoft.com/office/drawing/2014/main" id="{71CCEB68-A379-4235-BDB8-24CC78A4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8e338d3824e4c9b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c2f4dcd034932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9">
            <a:extLst xmlns:a="http://schemas.openxmlformats.org/drawingml/2006/main">
              <a:ext uri="{FF2B5EF4-FFF2-40B4-BE49-F238E27FC236}">
                <a16:creationId xmlns:a16="http://schemas.microsoft.com/office/drawing/2014/main" id="{66EE9030-1044-4E30-8FF8-9D7E7E28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30">
            <a:extLst xmlns:a="http://schemas.openxmlformats.org/drawingml/2006/main">
              <a:ext uri="{FF2B5EF4-FFF2-40B4-BE49-F238E27FC236}">
                <a16:creationId xmlns:a16="http://schemas.microsoft.com/office/drawing/2014/main" id="{A05A279C-C13C-4C6C-9B19-2FB366C7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131">
            <a:extLst xmlns:a="http://schemas.openxmlformats.org/drawingml/2006/main">
              <a:ext uri="{FF2B5EF4-FFF2-40B4-BE49-F238E27FC236}">
                <a16:creationId xmlns:a16="http://schemas.microsoft.com/office/drawing/2014/main" id="{0BFE72EE-4E3E-456A-BE5C-FBD68077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132">
            <a:extLst xmlns:a="http://schemas.openxmlformats.org/drawingml/2006/main">
              <a:ext uri="{FF2B5EF4-FFF2-40B4-BE49-F238E27FC236}">
                <a16:creationId xmlns:a16="http://schemas.microsoft.com/office/drawing/2014/main" id="{35EB99C0-EAD1-4B8C-8377-531B686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133">
            <a:extLst xmlns:a="http://schemas.openxmlformats.org/drawingml/2006/main">
              <a:ext uri="{FF2B5EF4-FFF2-40B4-BE49-F238E27FC236}">
                <a16:creationId xmlns:a16="http://schemas.microsoft.com/office/drawing/2014/main" id="{0A79D584-22FF-4C75-B42D-8B5D1682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952c61abc046d5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65b00adde4cfb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34">
            <a:extLst xmlns:a="http://schemas.openxmlformats.org/drawingml/2006/main">
              <a:ext uri="{FF2B5EF4-FFF2-40B4-BE49-F238E27FC236}">
                <a16:creationId xmlns:a16="http://schemas.microsoft.com/office/drawing/2014/main" id="{466CC6F0-2680-4E9F-BDCE-1DA7E2DE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38aaf38435455f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60d2461564388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35">
            <a:extLst xmlns:a="http://schemas.openxmlformats.org/drawingml/2006/main">
              <a:ext uri="{FF2B5EF4-FFF2-40B4-BE49-F238E27FC236}">
                <a16:creationId xmlns:a16="http://schemas.microsoft.com/office/drawing/2014/main" id="{9EBF6FB8-DE44-4149-BFDE-54DFE172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36">
            <a:extLst xmlns:a="http://schemas.openxmlformats.org/drawingml/2006/main">
              <a:ext uri="{FF2B5EF4-FFF2-40B4-BE49-F238E27FC236}">
                <a16:creationId xmlns:a16="http://schemas.microsoft.com/office/drawing/2014/main" id="{3C1D697F-96A9-4D9A-A3F3-0E4DFF37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137">
            <a:extLst xmlns:a="http://schemas.openxmlformats.org/drawingml/2006/main">
              <a:ext uri="{FF2B5EF4-FFF2-40B4-BE49-F238E27FC236}">
                <a16:creationId xmlns:a16="http://schemas.microsoft.com/office/drawing/2014/main" id="{4F1B92D3-C7F0-4B5F-A6CD-6FBC9536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138">
            <a:extLst xmlns:a="http://schemas.openxmlformats.org/drawingml/2006/main">
              <a:ext uri="{FF2B5EF4-FFF2-40B4-BE49-F238E27FC236}">
                <a16:creationId xmlns:a16="http://schemas.microsoft.com/office/drawing/2014/main" id="{0C108389-A00D-4CD5-B8DF-A7150252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139">
            <a:extLst xmlns:a="http://schemas.openxmlformats.org/drawingml/2006/main">
              <a:ext uri="{FF2B5EF4-FFF2-40B4-BE49-F238E27FC236}">
                <a16:creationId xmlns:a16="http://schemas.microsoft.com/office/drawing/2014/main" id="{5552EFB6-E1BF-4594-8F72-5E851297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d251670dde346bd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395bb6b30345ae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40">
            <a:extLst xmlns:a="http://schemas.openxmlformats.org/drawingml/2006/main">
              <a:ext uri="{FF2B5EF4-FFF2-40B4-BE49-F238E27FC236}">
                <a16:creationId xmlns:a16="http://schemas.microsoft.com/office/drawing/2014/main" id="{834624E6-3600-4845-B184-0B3BDB61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e9aaa291f924611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8692e85c0418b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476683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41">
            <a:extLst xmlns:a="http://schemas.openxmlformats.org/drawingml/2006/main">
              <a:ext uri="{FF2B5EF4-FFF2-40B4-BE49-F238E27FC236}">
                <a16:creationId xmlns:a16="http://schemas.microsoft.com/office/drawing/2014/main" id="{4245E7AB-C6BF-45FE-84D8-18AA918E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AC54CA-FE28-4B92-AB4F-7DC34ECB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E0B46BC4-5301-4B8F-9EC6-FED5989B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0966886-2EB7-47DF-BE41-5C82090F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44">
            <a:extLst xmlns:a="http://schemas.openxmlformats.org/drawingml/2006/main">
              <a:ext uri="{FF2B5EF4-FFF2-40B4-BE49-F238E27FC236}">
                <a16:creationId xmlns:a16="http://schemas.microsoft.com/office/drawing/2014/main" id="{9B13B569-AB07-4A69-BEB3-D013758D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145">
            <a:extLst xmlns:a="http://schemas.openxmlformats.org/drawingml/2006/main">
              <a:ext uri="{FF2B5EF4-FFF2-40B4-BE49-F238E27FC236}">
                <a16:creationId xmlns:a16="http://schemas.microsoft.com/office/drawing/2014/main" id="{70CC2D1F-B852-464A-B865-C6324BA0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137B7BCC-4C77-4689-BA25-A8EA7F5A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37BE451D-0821-4573-AD72-B39E746F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148">
            <a:extLst xmlns:a="http://schemas.openxmlformats.org/drawingml/2006/main">
              <a:ext uri="{FF2B5EF4-FFF2-40B4-BE49-F238E27FC236}">
                <a16:creationId xmlns:a16="http://schemas.microsoft.com/office/drawing/2014/main" id="{411F2D06-0FD8-4A4E-A1E6-29BFB93F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3177021B-AE93-45FB-B5FF-0E03F09A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5d3672a1d894325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9d3a52b7e7441d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50">
            <a:extLst xmlns:a="http://schemas.openxmlformats.org/drawingml/2006/main">
              <a:ext uri="{FF2B5EF4-FFF2-40B4-BE49-F238E27FC236}">
                <a16:creationId xmlns:a16="http://schemas.microsoft.com/office/drawing/2014/main" id="{16CC0D7C-0B15-4A4F-BAF0-6463006B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4e51bf655d045c9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ca5edd2f6d46fe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51">
            <a:extLst xmlns:a="http://schemas.openxmlformats.org/drawingml/2006/main">
              <a:ext uri="{FF2B5EF4-FFF2-40B4-BE49-F238E27FC236}">
                <a16:creationId xmlns:a16="http://schemas.microsoft.com/office/drawing/2014/main" id="{37FF6F52-6224-40D4-98A3-6DB5651C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EDD405B3-D5E9-4C4C-A4D6-B95DA451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223477E5-2F4F-4C73-A273-8220BF57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154">
            <a:extLst xmlns:a="http://schemas.openxmlformats.org/drawingml/2006/main">
              <a:ext uri="{FF2B5EF4-FFF2-40B4-BE49-F238E27FC236}">
                <a16:creationId xmlns:a16="http://schemas.microsoft.com/office/drawing/2014/main" id="{95DC8300-DCFD-45DF-BE3A-F352FCBE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155">
            <a:extLst xmlns:a="http://schemas.openxmlformats.org/drawingml/2006/main">
              <a:ext uri="{FF2B5EF4-FFF2-40B4-BE49-F238E27FC236}">
                <a16:creationId xmlns:a16="http://schemas.microsoft.com/office/drawing/2014/main" id="{5441AB97-A33E-4F41-8B97-65B4D8AF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2580847fcef4ad9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f36ef427cb49f9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56">
            <a:extLst xmlns:a="http://schemas.openxmlformats.org/drawingml/2006/main">
              <a:ext uri="{FF2B5EF4-FFF2-40B4-BE49-F238E27FC236}">
                <a16:creationId xmlns:a16="http://schemas.microsoft.com/office/drawing/2014/main" id="{0BA9330B-F280-4857-99AA-8119BBDE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20584d974f43e2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6f580b2baf4b55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57">
            <a:extLst xmlns:a="http://schemas.openxmlformats.org/drawingml/2006/main">
              <a:ext uri="{FF2B5EF4-FFF2-40B4-BE49-F238E27FC236}">
                <a16:creationId xmlns:a16="http://schemas.microsoft.com/office/drawing/2014/main" id="{05F04A50-9F9C-41D1-978D-BFCE3C2D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58">
            <a:extLst xmlns:a="http://schemas.openxmlformats.org/drawingml/2006/main">
              <a:ext uri="{FF2B5EF4-FFF2-40B4-BE49-F238E27FC236}">
                <a16:creationId xmlns:a16="http://schemas.microsoft.com/office/drawing/2014/main" id="{6E5FDCC0-12DB-4A1E-824D-3F442D3F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159">
            <a:extLst xmlns:a="http://schemas.openxmlformats.org/drawingml/2006/main">
              <a:ext uri="{FF2B5EF4-FFF2-40B4-BE49-F238E27FC236}">
                <a16:creationId xmlns:a16="http://schemas.microsoft.com/office/drawing/2014/main" id="{BFBA1BD2-EB3A-4D5F-8EC7-05531CA5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160">
            <a:extLst xmlns:a="http://schemas.openxmlformats.org/drawingml/2006/main">
              <a:ext uri="{FF2B5EF4-FFF2-40B4-BE49-F238E27FC236}">
                <a16:creationId xmlns:a16="http://schemas.microsoft.com/office/drawing/2014/main" id="{FEC48448-36F1-48BC-8DD8-9105D220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161">
            <a:extLst xmlns:a="http://schemas.openxmlformats.org/drawingml/2006/main">
              <a:ext uri="{FF2B5EF4-FFF2-40B4-BE49-F238E27FC236}">
                <a16:creationId xmlns:a16="http://schemas.microsoft.com/office/drawing/2014/main" id="{5C4119C4-980F-4934-B3D5-2AE9EDD8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942508ef924224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4ce4f726f4ca3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62">
            <a:extLst xmlns:a="http://schemas.openxmlformats.org/drawingml/2006/main">
              <a:ext uri="{FF2B5EF4-FFF2-40B4-BE49-F238E27FC236}">
                <a16:creationId xmlns:a16="http://schemas.microsoft.com/office/drawing/2014/main" id="{60ADA80F-8590-4016-B8F3-329BD955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26f3658cdd24b84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d096164c364973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3602309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63">
            <a:extLst xmlns:a="http://schemas.openxmlformats.org/drawingml/2006/main">
              <a:ext uri="{FF2B5EF4-FFF2-40B4-BE49-F238E27FC236}">
                <a16:creationId xmlns:a16="http://schemas.microsoft.com/office/drawing/2014/main" id="{B8D2CFF4-AD06-453A-A874-EAE8C5E3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115064-329C-4089-AFBC-467CA5EB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1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5">
            <a:extLst xmlns:a="http://schemas.openxmlformats.org/drawingml/2006/main">
              <a:ext uri="{FF2B5EF4-FFF2-40B4-BE49-F238E27FC236}">
                <a16:creationId xmlns:a16="http://schemas.microsoft.com/office/drawing/2014/main" id="{B9A3CA1D-F053-438B-88D6-8F520C53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4B30D87-95F3-4830-9E64-39362066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66">
            <a:extLst xmlns:a="http://schemas.openxmlformats.org/drawingml/2006/main">
              <a:ext uri="{FF2B5EF4-FFF2-40B4-BE49-F238E27FC236}">
                <a16:creationId xmlns:a16="http://schemas.microsoft.com/office/drawing/2014/main" id="{5C88B530-D3E3-4E7A-91C5-EDA685A7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67">
            <a:extLst xmlns:a="http://schemas.openxmlformats.org/drawingml/2006/main">
              <a:ext uri="{FF2B5EF4-FFF2-40B4-BE49-F238E27FC236}">
                <a16:creationId xmlns:a16="http://schemas.microsoft.com/office/drawing/2014/main" id="{F5313305-4817-4318-9221-67596BEE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8">
            <a:extLst xmlns:a="http://schemas.openxmlformats.org/drawingml/2006/main">
              <a:ext uri="{FF2B5EF4-FFF2-40B4-BE49-F238E27FC236}">
                <a16:creationId xmlns:a16="http://schemas.microsoft.com/office/drawing/2014/main" id="{810E4D09-131F-4152-9083-6B8F2C67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9">
            <a:extLst xmlns:a="http://schemas.openxmlformats.org/drawingml/2006/main">
              <a:ext uri="{FF2B5EF4-FFF2-40B4-BE49-F238E27FC236}">
                <a16:creationId xmlns:a16="http://schemas.microsoft.com/office/drawing/2014/main" id="{371BE950-93FF-4B6C-A2CA-84689C31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170">
            <a:extLst xmlns:a="http://schemas.openxmlformats.org/drawingml/2006/main">
              <a:ext uri="{FF2B5EF4-FFF2-40B4-BE49-F238E27FC236}">
                <a16:creationId xmlns:a16="http://schemas.microsoft.com/office/drawing/2014/main" id="{BE2EEAF0-5F08-4C35-9BF4-1DB5F67B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171">
            <a:extLst xmlns:a="http://schemas.openxmlformats.org/drawingml/2006/main">
              <a:ext uri="{FF2B5EF4-FFF2-40B4-BE49-F238E27FC236}">
                <a16:creationId xmlns:a16="http://schemas.microsoft.com/office/drawing/2014/main" id="{A535C6CB-0342-4FC5-A990-A1FC6914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2">
            <a:extLst xmlns:a="http://schemas.openxmlformats.org/drawingml/2006/main">
              <a:ext uri="{FF2B5EF4-FFF2-40B4-BE49-F238E27FC236}">
                <a16:creationId xmlns:a16="http://schemas.microsoft.com/office/drawing/2014/main" id="{05138FBE-3B1F-4FB4-AE4B-E9A1C1D2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73">
            <a:extLst xmlns:a="http://schemas.openxmlformats.org/drawingml/2006/main">
              <a:ext uri="{FF2B5EF4-FFF2-40B4-BE49-F238E27FC236}">
                <a16:creationId xmlns:a16="http://schemas.microsoft.com/office/drawing/2014/main" id="{EE7E1384-B2F8-4AAD-825E-C604CBEE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4">
            <a:extLst xmlns:a="http://schemas.openxmlformats.org/drawingml/2006/main">
              <a:ext uri="{FF2B5EF4-FFF2-40B4-BE49-F238E27FC236}">
                <a16:creationId xmlns:a16="http://schemas.microsoft.com/office/drawing/2014/main" id="{51388FC9-727B-4B37-9D94-33673B1B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5">
            <a:extLst xmlns:a="http://schemas.openxmlformats.org/drawingml/2006/main">
              <a:ext uri="{FF2B5EF4-FFF2-40B4-BE49-F238E27FC236}">
                <a16:creationId xmlns:a16="http://schemas.microsoft.com/office/drawing/2014/main" id="{1D8F2324-5A99-459E-BCAA-5BD313BF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176">
            <a:extLst xmlns:a="http://schemas.openxmlformats.org/drawingml/2006/main">
              <a:ext uri="{FF2B5EF4-FFF2-40B4-BE49-F238E27FC236}">
                <a16:creationId xmlns:a16="http://schemas.microsoft.com/office/drawing/2014/main" id="{C26C115B-58E8-4ED3-A6E9-7F1F7B8C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177">
            <a:extLst xmlns:a="http://schemas.openxmlformats.org/drawingml/2006/main">
              <a:ext uri="{FF2B5EF4-FFF2-40B4-BE49-F238E27FC236}">
                <a16:creationId xmlns:a16="http://schemas.microsoft.com/office/drawing/2014/main" id="{76D45626-5740-4FF8-AA63-60015706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8">
            <a:extLst xmlns:a="http://schemas.openxmlformats.org/drawingml/2006/main">
              <a:ext uri="{FF2B5EF4-FFF2-40B4-BE49-F238E27FC236}">
                <a16:creationId xmlns:a16="http://schemas.microsoft.com/office/drawing/2014/main" id="{FD8C1267-761D-462A-92E2-46E7904B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179">
            <a:extLst xmlns:a="http://schemas.openxmlformats.org/drawingml/2006/main">
              <a:ext uri="{FF2B5EF4-FFF2-40B4-BE49-F238E27FC236}">
                <a16:creationId xmlns:a16="http://schemas.microsoft.com/office/drawing/2014/main" id="{B19B6FEE-AF50-498D-92D1-4620ED4A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80">
            <a:extLst xmlns:a="http://schemas.openxmlformats.org/drawingml/2006/main">
              <a:ext uri="{FF2B5EF4-FFF2-40B4-BE49-F238E27FC236}">
                <a16:creationId xmlns:a16="http://schemas.microsoft.com/office/drawing/2014/main" id="{825C89F6-1F97-4D6F-AD16-C8E91581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81">
            <a:extLst xmlns:a="http://schemas.openxmlformats.org/drawingml/2006/main">
              <a:ext uri="{FF2B5EF4-FFF2-40B4-BE49-F238E27FC236}">
                <a16:creationId xmlns:a16="http://schemas.microsoft.com/office/drawing/2014/main" id="{B15597BE-084E-4BB1-AC24-258763A1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182">
            <a:extLst xmlns:a="http://schemas.openxmlformats.org/drawingml/2006/main">
              <a:ext uri="{FF2B5EF4-FFF2-40B4-BE49-F238E27FC236}">
                <a16:creationId xmlns:a16="http://schemas.microsoft.com/office/drawing/2014/main" id="{E603D5A0-57BA-4B36-A798-BD405DA0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183">
            <a:extLst xmlns:a="http://schemas.openxmlformats.org/drawingml/2006/main">
              <a:ext uri="{FF2B5EF4-FFF2-40B4-BE49-F238E27FC236}">
                <a16:creationId xmlns:a16="http://schemas.microsoft.com/office/drawing/2014/main" id="{E979BF91-843B-40E9-86EF-72835192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84">
            <a:extLst xmlns:a="http://schemas.openxmlformats.org/drawingml/2006/main">
              <a:ext uri="{FF2B5EF4-FFF2-40B4-BE49-F238E27FC236}">
                <a16:creationId xmlns:a16="http://schemas.microsoft.com/office/drawing/2014/main" id="{63B4990A-8CDC-4C7B-9916-B2920968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185">
            <a:extLst xmlns:a="http://schemas.openxmlformats.org/drawingml/2006/main">
              <a:ext uri="{FF2B5EF4-FFF2-40B4-BE49-F238E27FC236}">
                <a16:creationId xmlns:a16="http://schemas.microsoft.com/office/drawing/2014/main" id="{AFE20E9E-B089-455B-A788-6E10D494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6">
            <a:extLst xmlns:a="http://schemas.openxmlformats.org/drawingml/2006/main">
              <a:ext uri="{FF2B5EF4-FFF2-40B4-BE49-F238E27FC236}">
                <a16:creationId xmlns:a16="http://schemas.microsoft.com/office/drawing/2014/main" id="{2A316677-781E-440B-B4FC-BF7FF373C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7">
            <a:extLst xmlns:a="http://schemas.openxmlformats.org/drawingml/2006/main">
              <a:ext uri="{FF2B5EF4-FFF2-40B4-BE49-F238E27FC236}">
                <a16:creationId xmlns:a16="http://schemas.microsoft.com/office/drawing/2014/main" id="{48BB6534-B846-4A11-98F5-F2D13F05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188">
            <a:extLst xmlns:a="http://schemas.openxmlformats.org/drawingml/2006/main">
              <a:ext uri="{FF2B5EF4-FFF2-40B4-BE49-F238E27FC236}">
                <a16:creationId xmlns:a16="http://schemas.microsoft.com/office/drawing/2014/main" id="{8650931E-257B-4C29-AB01-9C4DA0CA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189">
            <a:extLst xmlns:a="http://schemas.openxmlformats.org/drawingml/2006/main">
              <a:ext uri="{FF2B5EF4-FFF2-40B4-BE49-F238E27FC236}">
                <a16:creationId xmlns:a16="http://schemas.microsoft.com/office/drawing/2014/main" id="{F2BA9945-AA3A-4098-976C-B887A651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90">
            <a:extLst xmlns:a="http://schemas.openxmlformats.org/drawingml/2006/main">
              <a:ext uri="{FF2B5EF4-FFF2-40B4-BE49-F238E27FC236}">
                <a16:creationId xmlns:a16="http://schemas.microsoft.com/office/drawing/2014/main" id="{0288982E-8FA9-415D-8991-4C48EDD8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191">
            <a:extLst xmlns:a="http://schemas.openxmlformats.org/drawingml/2006/main">
              <a:ext uri="{FF2B5EF4-FFF2-40B4-BE49-F238E27FC236}">
                <a16:creationId xmlns:a16="http://schemas.microsoft.com/office/drawing/2014/main" id="{3E0FFDA6-D9AE-42A2-B4B1-48813537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92">
            <a:extLst xmlns:a="http://schemas.openxmlformats.org/drawingml/2006/main">
              <a:ext uri="{FF2B5EF4-FFF2-40B4-BE49-F238E27FC236}">
                <a16:creationId xmlns:a16="http://schemas.microsoft.com/office/drawing/2014/main" id="{DAB7ED22-6EFC-4602-B0C7-57F7DFA2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93">
            <a:extLst xmlns:a="http://schemas.openxmlformats.org/drawingml/2006/main">
              <a:ext uri="{FF2B5EF4-FFF2-40B4-BE49-F238E27FC236}">
                <a16:creationId xmlns:a16="http://schemas.microsoft.com/office/drawing/2014/main" id="{AFA683E5-23DB-4123-B951-DBFC5733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194">
            <a:extLst xmlns:a="http://schemas.openxmlformats.org/drawingml/2006/main">
              <a:ext uri="{FF2B5EF4-FFF2-40B4-BE49-F238E27FC236}">
                <a16:creationId xmlns:a16="http://schemas.microsoft.com/office/drawing/2014/main" id="{E74CC3AC-208F-478D-B9E2-C4EA4D63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195">
            <a:extLst xmlns:a="http://schemas.openxmlformats.org/drawingml/2006/main">
              <a:ext uri="{FF2B5EF4-FFF2-40B4-BE49-F238E27FC236}">
                <a16:creationId xmlns:a16="http://schemas.microsoft.com/office/drawing/2014/main" id="{21FEC723-105E-4072-8503-576F9ECE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8713488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96">
            <a:extLst xmlns:a="http://schemas.openxmlformats.org/drawingml/2006/main">
              <a:ext uri="{FF2B5EF4-FFF2-40B4-BE49-F238E27FC236}">
                <a16:creationId xmlns:a16="http://schemas.microsoft.com/office/drawing/2014/main" id="{21F385AB-FE58-4DD4-9F90-79308953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97">
            <a:extLst xmlns:a="http://schemas.openxmlformats.org/drawingml/2006/main">
              <a:ext uri="{FF2B5EF4-FFF2-40B4-BE49-F238E27FC236}">
                <a16:creationId xmlns:a16="http://schemas.microsoft.com/office/drawing/2014/main" id="{1815D45D-D5D4-4A99-B352-D84A38E7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198">
            <a:extLst xmlns:a="http://schemas.openxmlformats.org/drawingml/2006/main">
              <a:ext uri="{FF2B5EF4-FFF2-40B4-BE49-F238E27FC236}">
                <a16:creationId xmlns:a16="http://schemas.microsoft.com/office/drawing/2014/main" id="{4B25BB3B-A230-4BC0-BD6F-6D359AA7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199">
            <a:extLst xmlns:a="http://schemas.openxmlformats.org/drawingml/2006/main">
              <a:ext uri="{FF2B5EF4-FFF2-40B4-BE49-F238E27FC236}">
                <a16:creationId xmlns:a16="http://schemas.microsoft.com/office/drawing/2014/main" id="{7F830812-227B-48AB-BE8A-DA2AAE15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200">
            <a:extLst xmlns:a="http://schemas.openxmlformats.org/drawingml/2006/main">
              <a:ext uri="{FF2B5EF4-FFF2-40B4-BE49-F238E27FC236}">
                <a16:creationId xmlns:a16="http://schemas.microsoft.com/office/drawing/2014/main" id="{AAB32A7B-E9EC-472C-948B-2164D532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2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202">
            <a:extLst xmlns:a="http://schemas.openxmlformats.org/drawingml/2006/main">
              <a:ext uri="{FF2B5EF4-FFF2-40B4-BE49-F238E27FC236}">
                <a16:creationId xmlns:a16="http://schemas.microsoft.com/office/drawing/2014/main" id="{90C40E91-14BF-4A94-91B4-1D0F4C75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89F3FEF-7B6E-4D02-B2DD-6C68494A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9" name="text-635">
            <a:extLst xmlns:a="http://schemas.openxmlformats.org/drawingml/2006/main">
              <a:ext uri="{FF2B5EF4-FFF2-40B4-BE49-F238E27FC236}">
                <a16:creationId xmlns:a16="http://schemas.microsoft.com/office/drawing/2014/main" id="{B5A2E233-EE3F-4814-B753-B13F6552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c9adf4dc24d4e82"/>
              </a:rPr>
              <a:t>開啟 Gemini Notebook ↗</a:t>
            </a:r>
          </a:p>
        </p:txBody>
      </p:sp>
      <p:sp>
        <p:nvSpPr>
          <p:cNvPr id="10" name="shape-661">
            <a:extLst xmlns:a="http://schemas.openxmlformats.org/drawingml/2006/main">
              <a:ext uri="{FF2B5EF4-FFF2-40B4-BE49-F238E27FC236}">
                <a16:creationId xmlns:a16="http://schemas.microsoft.com/office/drawing/2014/main" id="{730D5908-4AFB-40C1-9860-2DECCB1D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23242edbb4408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62">
            <a:extLst xmlns:a="http://schemas.openxmlformats.org/drawingml/2006/main">
              <a:ext uri="{FF2B5EF4-FFF2-40B4-BE49-F238E27FC236}">
                <a16:creationId xmlns:a16="http://schemas.microsoft.com/office/drawing/2014/main" id="{4454961E-0326-4E9F-929F-30A72999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5748223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03">
            <a:extLst xmlns:a="http://schemas.openxmlformats.org/drawingml/2006/main">
              <a:ext uri="{FF2B5EF4-FFF2-40B4-BE49-F238E27FC236}">
                <a16:creationId xmlns:a16="http://schemas.microsoft.com/office/drawing/2014/main" id="{A3DB706A-6033-4E58-8B43-FC6EEB46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DC3F7C5-2754-4BB1-AB0C-CC25DBD0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2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05">
            <a:extLst xmlns:a="http://schemas.openxmlformats.org/drawingml/2006/main">
              <a:ext uri="{FF2B5EF4-FFF2-40B4-BE49-F238E27FC236}">
                <a16:creationId xmlns:a16="http://schemas.microsoft.com/office/drawing/2014/main" id="{35B89D18-DC9B-4522-9A8F-8CA1F529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DCD349-5B15-49C2-A3EF-CE836B25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206">
            <a:extLst xmlns:a="http://schemas.openxmlformats.org/drawingml/2006/main">
              <a:ext uri="{FF2B5EF4-FFF2-40B4-BE49-F238E27FC236}">
                <a16:creationId xmlns:a16="http://schemas.microsoft.com/office/drawing/2014/main" id="{FBE1C06B-04B3-4949-A021-EC82BD9F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07">
            <a:extLst xmlns:a="http://schemas.openxmlformats.org/drawingml/2006/main">
              <a:ext uri="{FF2B5EF4-FFF2-40B4-BE49-F238E27FC236}">
                <a16:creationId xmlns:a16="http://schemas.microsoft.com/office/drawing/2014/main" id="{E1E51395-EB7E-4DD9-ADEA-02EB7C45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08">
            <a:extLst xmlns:a="http://schemas.openxmlformats.org/drawingml/2006/main">
              <a:ext uri="{FF2B5EF4-FFF2-40B4-BE49-F238E27FC236}">
                <a16:creationId xmlns:a16="http://schemas.microsoft.com/office/drawing/2014/main" id="{DF984A50-7DA4-47E9-AEF9-85F9F574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209">
            <a:extLst xmlns:a="http://schemas.openxmlformats.org/drawingml/2006/main">
              <a:ext uri="{FF2B5EF4-FFF2-40B4-BE49-F238E27FC236}">
                <a16:creationId xmlns:a16="http://schemas.microsoft.com/office/drawing/2014/main" id="{0879486D-6A01-4761-B84D-2ECA9620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210">
            <a:extLst xmlns:a="http://schemas.openxmlformats.org/drawingml/2006/main">
              <a:ext uri="{FF2B5EF4-FFF2-40B4-BE49-F238E27FC236}">
                <a16:creationId xmlns:a16="http://schemas.microsoft.com/office/drawing/2014/main" id="{F8D0DD6C-6C3E-4195-B476-0664827E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211">
            <a:extLst xmlns:a="http://schemas.openxmlformats.org/drawingml/2006/main">
              <a:ext uri="{FF2B5EF4-FFF2-40B4-BE49-F238E27FC236}">
                <a16:creationId xmlns:a16="http://schemas.microsoft.com/office/drawing/2014/main" id="{687FD868-6C02-4C9F-862C-F6D4DF75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212">
            <a:extLst xmlns:a="http://schemas.openxmlformats.org/drawingml/2006/main">
              <a:ext uri="{FF2B5EF4-FFF2-40B4-BE49-F238E27FC236}">
                <a16:creationId xmlns:a16="http://schemas.microsoft.com/office/drawing/2014/main" id="{06F32C6F-7437-4E45-B2AB-A09F9A6D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213">
            <a:extLst xmlns:a="http://schemas.openxmlformats.org/drawingml/2006/main">
              <a:ext uri="{FF2B5EF4-FFF2-40B4-BE49-F238E27FC236}">
                <a16:creationId xmlns:a16="http://schemas.microsoft.com/office/drawing/2014/main" id="{8DF8BAF5-A80B-48F0-94DE-D1233AF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214">
            <a:extLst xmlns:a="http://schemas.openxmlformats.org/drawingml/2006/main">
              <a:ext uri="{FF2B5EF4-FFF2-40B4-BE49-F238E27FC236}">
                <a16:creationId xmlns:a16="http://schemas.microsoft.com/office/drawing/2014/main" id="{E21E7CA3-3C1C-4288-BC57-C7DEEB65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215">
            <a:extLst xmlns:a="http://schemas.openxmlformats.org/drawingml/2006/main">
              <a:ext uri="{FF2B5EF4-FFF2-40B4-BE49-F238E27FC236}">
                <a16:creationId xmlns:a16="http://schemas.microsoft.com/office/drawing/2014/main" id="{33564790-3A98-457C-96B2-095BB0B0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636">
            <a:extLst xmlns:a="http://schemas.openxmlformats.org/drawingml/2006/main">
              <a:ext uri="{FF2B5EF4-FFF2-40B4-BE49-F238E27FC236}">
                <a16:creationId xmlns:a16="http://schemas.microsoft.com/office/drawing/2014/main" id="{0EF67A8D-394B-40A6-A59F-75BA68C8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7e01b703aa74e15"/>
              </a:rPr>
              <a:t>開啟 Gemini Notebook ↗</a:t>
            </a:r>
          </a:p>
        </p:txBody>
      </p:sp>
      <p:sp>
        <p:nvSpPr>
          <p:cNvPr id="19" name="shape-663">
            <a:extLst xmlns:a="http://schemas.openxmlformats.org/drawingml/2006/main">
              <a:ext uri="{FF2B5EF4-FFF2-40B4-BE49-F238E27FC236}">
                <a16:creationId xmlns:a16="http://schemas.microsoft.com/office/drawing/2014/main" id="{98F401E8-B538-4FB8-9CC4-140DDF56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e1a1c831048f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64">
            <a:extLst xmlns:a="http://schemas.openxmlformats.org/drawingml/2006/main">
              <a:ext uri="{FF2B5EF4-FFF2-40B4-BE49-F238E27FC236}">
                <a16:creationId xmlns:a16="http://schemas.microsoft.com/office/drawing/2014/main" id="{A3AAD2F9-BA60-4760-8637-EB7F8FAD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76069107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6">
            <a:extLst xmlns:a="http://schemas.openxmlformats.org/drawingml/2006/main">
              <a:ext uri="{FF2B5EF4-FFF2-40B4-BE49-F238E27FC236}">
                <a16:creationId xmlns:a16="http://schemas.microsoft.com/office/drawing/2014/main" id="{2B6C9B7A-6C19-4CFF-BE3D-3E2BFF17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34CA7B-3845-4D61-AFFA-9462B07F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2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8">
            <a:extLst xmlns:a="http://schemas.openxmlformats.org/drawingml/2006/main">
              <a:ext uri="{FF2B5EF4-FFF2-40B4-BE49-F238E27FC236}">
                <a16:creationId xmlns:a16="http://schemas.microsoft.com/office/drawing/2014/main" id="{C0B92918-D303-447C-A02B-CFDD6EFC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A2E8A9-9829-4D30-86E4-6175D23A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19">
            <a:extLst xmlns:a="http://schemas.openxmlformats.org/drawingml/2006/main">
              <a:ext uri="{FF2B5EF4-FFF2-40B4-BE49-F238E27FC236}">
                <a16:creationId xmlns:a16="http://schemas.microsoft.com/office/drawing/2014/main" id="{EEAF38C5-14AF-4FC2-8C71-55BDAB3A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20">
            <a:extLst xmlns:a="http://schemas.openxmlformats.org/drawingml/2006/main">
              <a:ext uri="{FF2B5EF4-FFF2-40B4-BE49-F238E27FC236}">
                <a16:creationId xmlns:a16="http://schemas.microsoft.com/office/drawing/2014/main" id="{3517090D-B5EA-41A1-B052-805F14F4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221">
            <a:extLst xmlns:a="http://schemas.openxmlformats.org/drawingml/2006/main">
              <a:ext uri="{FF2B5EF4-FFF2-40B4-BE49-F238E27FC236}">
                <a16:creationId xmlns:a16="http://schemas.microsoft.com/office/drawing/2014/main" id="{A4E57CC8-C419-40C2-8EB7-8915C390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222">
            <a:extLst xmlns:a="http://schemas.openxmlformats.org/drawingml/2006/main">
              <a:ext uri="{FF2B5EF4-FFF2-40B4-BE49-F238E27FC236}">
                <a16:creationId xmlns:a16="http://schemas.microsoft.com/office/drawing/2014/main" id="{FC085424-2ED6-421E-9B83-148A26C5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223">
            <a:extLst xmlns:a="http://schemas.openxmlformats.org/drawingml/2006/main">
              <a:ext uri="{FF2B5EF4-FFF2-40B4-BE49-F238E27FC236}">
                <a16:creationId xmlns:a16="http://schemas.microsoft.com/office/drawing/2014/main" id="{234B35F2-B377-46A2-967F-0F1D8016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24">
            <a:extLst xmlns:a="http://schemas.openxmlformats.org/drawingml/2006/main">
              <a:ext uri="{FF2B5EF4-FFF2-40B4-BE49-F238E27FC236}">
                <a16:creationId xmlns:a16="http://schemas.microsoft.com/office/drawing/2014/main" id="{BE0398CD-735E-403A-A830-64EE4B13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25">
            <a:extLst xmlns:a="http://schemas.openxmlformats.org/drawingml/2006/main">
              <a:ext uri="{FF2B5EF4-FFF2-40B4-BE49-F238E27FC236}">
                <a16:creationId xmlns:a16="http://schemas.microsoft.com/office/drawing/2014/main" id="{7E1720C1-A1CA-4BB9-AC0B-ABA31F2C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226">
            <a:extLst xmlns:a="http://schemas.openxmlformats.org/drawingml/2006/main">
              <a:ext uri="{FF2B5EF4-FFF2-40B4-BE49-F238E27FC236}">
                <a16:creationId xmlns:a16="http://schemas.microsoft.com/office/drawing/2014/main" id="{0A1EFD5B-B089-4FD8-BA39-FF56F512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227">
            <a:extLst xmlns:a="http://schemas.openxmlformats.org/drawingml/2006/main">
              <a:ext uri="{FF2B5EF4-FFF2-40B4-BE49-F238E27FC236}">
                <a16:creationId xmlns:a16="http://schemas.microsoft.com/office/drawing/2014/main" id="{35C2939B-C08A-4CA4-9EBF-858469E0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28">
            <a:extLst xmlns:a="http://schemas.openxmlformats.org/drawingml/2006/main">
              <a:ext uri="{FF2B5EF4-FFF2-40B4-BE49-F238E27FC236}">
                <a16:creationId xmlns:a16="http://schemas.microsoft.com/office/drawing/2014/main" id="{332CFF6C-B29D-49F4-8F3C-59AFA0F8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229">
            <a:extLst xmlns:a="http://schemas.openxmlformats.org/drawingml/2006/main">
              <a:ext uri="{FF2B5EF4-FFF2-40B4-BE49-F238E27FC236}">
                <a16:creationId xmlns:a16="http://schemas.microsoft.com/office/drawing/2014/main" id="{4098ADDF-D941-4E52-94BB-84B661A9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230">
            <a:extLst xmlns:a="http://schemas.openxmlformats.org/drawingml/2006/main">
              <a:ext uri="{FF2B5EF4-FFF2-40B4-BE49-F238E27FC236}">
                <a16:creationId xmlns:a16="http://schemas.microsoft.com/office/drawing/2014/main" id="{58C57ED9-CBEE-4A26-96EB-0B6A4CA5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637">
            <a:extLst xmlns:a="http://schemas.openxmlformats.org/drawingml/2006/main">
              <a:ext uri="{FF2B5EF4-FFF2-40B4-BE49-F238E27FC236}">
                <a16:creationId xmlns:a16="http://schemas.microsoft.com/office/drawing/2014/main" id="{8F229F26-E1E4-4189-B59B-5A10FD82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a469ff94df74b0c"/>
              </a:rPr>
              <a:t>開啟 Gemini Notebook ↗</a:t>
            </a:r>
          </a:p>
        </p:txBody>
      </p:sp>
      <p:sp>
        <p:nvSpPr>
          <p:cNvPr id="19" name="shape-665">
            <a:extLst xmlns:a="http://schemas.openxmlformats.org/drawingml/2006/main">
              <a:ext uri="{FF2B5EF4-FFF2-40B4-BE49-F238E27FC236}">
                <a16:creationId xmlns:a16="http://schemas.microsoft.com/office/drawing/2014/main" id="{0E1CC3D3-DFC8-44D1-A9B8-A199A3BD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b309448a1f486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66">
            <a:extLst xmlns:a="http://schemas.openxmlformats.org/drawingml/2006/main">
              <a:ext uri="{FF2B5EF4-FFF2-40B4-BE49-F238E27FC236}">
                <a16:creationId xmlns:a16="http://schemas.microsoft.com/office/drawing/2014/main" id="{674D4B95-3B53-4C3E-B508-27AC0448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2107134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231">
            <a:extLst xmlns:a="http://schemas.openxmlformats.org/drawingml/2006/main">
              <a:ext uri="{FF2B5EF4-FFF2-40B4-BE49-F238E27FC236}">
                <a16:creationId xmlns:a16="http://schemas.microsoft.com/office/drawing/2014/main" id="{DD95BE84-C00A-49F8-BA77-BFAC18D5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B420BC-543B-4159-91F9-6C0ACA0E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示範：四步建立第一個筆記本</a:t>
            </a:r>
          </a:p>
        </p:txBody>
      </p:sp>
      <p:cxnSp>
        <p:nvCxnSpPr>
          <p:cNvPr id="36" name="shape-2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33">
            <a:extLst xmlns:a="http://schemas.openxmlformats.org/drawingml/2006/main">
              <a:ext uri="{FF2B5EF4-FFF2-40B4-BE49-F238E27FC236}">
                <a16:creationId xmlns:a16="http://schemas.microsoft.com/office/drawing/2014/main" id="{0FB8CF98-9AE8-43CD-B485-85B3A7A1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85815DC-399F-49C1-B154-198375B0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34">
            <a:extLst xmlns:a="http://schemas.openxmlformats.org/drawingml/2006/main">
              <a:ext uri="{FF2B5EF4-FFF2-40B4-BE49-F238E27FC236}">
                <a16:creationId xmlns:a16="http://schemas.microsoft.com/office/drawing/2014/main" id="{C8BBE93A-2571-4DBC-B850-BED8F833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235">
            <a:extLst xmlns:a="http://schemas.openxmlformats.org/drawingml/2006/main">
              <a:ext uri="{FF2B5EF4-FFF2-40B4-BE49-F238E27FC236}">
                <a16:creationId xmlns:a16="http://schemas.microsoft.com/office/drawing/2014/main" id="{3E7A102F-825A-4AF9-A9F3-23A1F681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36">
            <a:extLst xmlns:a="http://schemas.openxmlformats.org/drawingml/2006/main">
              <a:ext uri="{FF2B5EF4-FFF2-40B4-BE49-F238E27FC236}">
                <a16:creationId xmlns:a16="http://schemas.microsoft.com/office/drawing/2014/main" id="{B7A20B13-6E0D-4357-B946-8E229A95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37">
            <a:extLst xmlns:a="http://schemas.openxmlformats.org/drawingml/2006/main">
              <a:ext uri="{FF2B5EF4-FFF2-40B4-BE49-F238E27FC236}">
                <a16:creationId xmlns:a16="http://schemas.microsoft.com/office/drawing/2014/main" id="{C76AEB7B-A494-456E-B979-FF64BF52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</a:t>
            </a:r>
          </a:p>
        </p:txBody>
      </p:sp>
      <p:sp>
        <p:nvSpPr>
          <p:cNvPr id="10" name="text-238">
            <a:extLst xmlns:a="http://schemas.openxmlformats.org/drawingml/2006/main">
              <a:ext uri="{FF2B5EF4-FFF2-40B4-BE49-F238E27FC236}">
                <a16:creationId xmlns:a16="http://schemas.microsoft.com/office/drawing/2014/main" id="{514FAC85-7329-47F2-BC01-12246FE9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以課程＋任務命名</a:t>
            </a:r>
          </a:p>
        </p:txBody>
      </p:sp>
      <p:sp>
        <p:nvSpPr>
          <p:cNvPr id="11" name="text-239">
            <a:extLst xmlns:a="http://schemas.openxmlformats.org/drawingml/2006/main">
              <a:ext uri="{FF2B5EF4-FFF2-40B4-BE49-F238E27FC236}">
                <a16:creationId xmlns:a16="http://schemas.microsoft.com/office/drawing/2014/main" id="{5F819638-083A-4C05-876F-567C2F99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40">
            <a:extLst xmlns:a="http://schemas.openxmlformats.org/drawingml/2006/main">
              <a:ext uri="{FF2B5EF4-FFF2-40B4-BE49-F238E27FC236}">
                <a16:creationId xmlns:a16="http://schemas.microsoft.com/office/drawing/2014/main" id="{9A6DA92F-FD3B-46B0-A75E-3A1CEF91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241">
            <a:extLst xmlns:a="http://schemas.openxmlformats.org/drawingml/2006/main">
              <a:ext uri="{FF2B5EF4-FFF2-40B4-BE49-F238E27FC236}">
                <a16:creationId xmlns:a16="http://schemas.microsoft.com/office/drawing/2014/main" id="{925A4EA6-275D-4A05-973D-C95FBBA8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42">
            <a:extLst xmlns:a="http://schemas.openxmlformats.org/drawingml/2006/main">
              <a:ext uri="{FF2B5EF4-FFF2-40B4-BE49-F238E27FC236}">
                <a16:creationId xmlns:a16="http://schemas.microsoft.com/office/drawing/2014/main" id="{1D369E8E-28ED-4322-9027-905850C4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43">
            <a:extLst xmlns:a="http://schemas.openxmlformats.org/drawingml/2006/main">
              <a:ext uri="{FF2B5EF4-FFF2-40B4-BE49-F238E27FC236}">
                <a16:creationId xmlns:a16="http://schemas.microsoft.com/office/drawing/2014/main" id="{2D9F540F-D57A-441D-B1F1-D60F96FE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</a:t>
            </a:r>
          </a:p>
        </p:txBody>
      </p:sp>
      <p:sp>
        <p:nvSpPr>
          <p:cNvPr id="16" name="text-244">
            <a:extLst xmlns:a="http://schemas.openxmlformats.org/drawingml/2006/main">
              <a:ext uri="{FF2B5EF4-FFF2-40B4-BE49-F238E27FC236}">
                <a16:creationId xmlns:a16="http://schemas.microsoft.com/office/drawing/2014/main" id="{99553AEE-1981-4982-BF5E-C6CE8CF1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上傳檔案或貼入網址</a:t>
            </a:r>
          </a:p>
        </p:txBody>
      </p:sp>
      <p:sp>
        <p:nvSpPr>
          <p:cNvPr id="17" name="text-245">
            <a:extLst xmlns:a="http://schemas.openxmlformats.org/drawingml/2006/main">
              <a:ext uri="{FF2B5EF4-FFF2-40B4-BE49-F238E27FC236}">
                <a16:creationId xmlns:a16="http://schemas.microsoft.com/office/drawing/2014/main" id="{3582C9B8-1F7A-420C-898E-9DE55FDE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46">
            <a:extLst xmlns:a="http://schemas.openxmlformats.org/drawingml/2006/main">
              <a:ext uri="{FF2B5EF4-FFF2-40B4-BE49-F238E27FC236}">
                <a16:creationId xmlns:a16="http://schemas.microsoft.com/office/drawing/2014/main" id="{7EBDDF69-3EF8-41B2-BDFA-777E655D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7">
            <a:extLst xmlns:a="http://schemas.openxmlformats.org/drawingml/2006/main">
              <a:ext uri="{FF2B5EF4-FFF2-40B4-BE49-F238E27FC236}">
                <a16:creationId xmlns:a16="http://schemas.microsoft.com/office/drawing/2014/main" id="{37727486-72BE-4616-BEC0-AE2D2F6F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48">
            <a:extLst xmlns:a="http://schemas.openxmlformats.org/drawingml/2006/main">
              <a:ext uri="{FF2B5EF4-FFF2-40B4-BE49-F238E27FC236}">
                <a16:creationId xmlns:a16="http://schemas.microsoft.com/office/drawing/2014/main" id="{58B68394-336E-4659-BAEF-BA8EA821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49">
            <a:extLst xmlns:a="http://schemas.openxmlformats.org/drawingml/2006/main">
              <a:ext uri="{FF2B5EF4-FFF2-40B4-BE49-F238E27FC236}">
                <a16:creationId xmlns:a16="http://schemas.microsoft.com/office/drawing/2014/main" id="{47398850-E5FF-4248-9621-3F70F271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22" name="text-250">
            <a:extLst xmlns:a="http://schemas.openxmlformats.org/drawingml/2006/main">
              <a:ext uri="{FF2B5EF4-FFF2-40B4-BE49-F238E27FC236}">
                <a16:creationId xmlns:a16="http://schemas.microsoft.com/office/drawing/2014/main" id="{582D007E-23EB-4CA6-9577-A2113CBB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限定對象、目的與格式</a:t>
            </a:r>
          </a:p>
        </p:txBody>
      </p:sp>
      <p:sp>
        <p:nvSpPr>
          <p:cNvPr id="23" name="text-251">
            <a:extLst xmlns:a="http://schemas.openxmlformats.org/drawingml/2006/main">
              <a:ext uri="{FF2B5EF4-FFF2-40B4-BE49-F238E27FC236}">
                <a16:creationId xmlns:a16="http://schemas.microsoft.com/office/drawing/2014/main" id="{70454999-9D15-459C-AEA9-85EC88D8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52">
            <a:extLst xmlns:a="http://schemas.openxmlformats.org/drawingml/2006/main">
              <a:ext uri="{FF2B5EF4-FFF2-40B4-BE49-F238E27FC236}">
                <a16:creationId xmlns:a16="http://schemas.microsoft.com/office/drawing/2014/main" id="{47D2BCEA-8F12-4D54-8BAE-3B866D9C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253">
            <a:extLst xmlns:a="http://schemas.openxmlformats.org/drawingml/2006/main">
              <a:ext uri="{FF2B5EF4-FFF2-40B4-BE49-F238E27FC236}">
                <a16:creationId xmlns:a16="http://schemas.microsoft.com/office/drawing/2014/main" id="{8A95FEA7-7433-425E-AEB9-AA07A334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54">
            <a:extLst xmlns:a="http://schemas.openxmlformats.org/drawingml/2006/main">
              <a:ext uri="{FF2B5EF4-FFF2-40B4-BE49-F238E27FC236}">
                <a16:creationId xmlns:a16="http://schemas.microsoft.com/office/drawing/2014/main" id="{6E15AC58-2C39-40BA-8AA1-1E632E2B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55">
            <a:extLst xmlns:a="http://schemas.openxmlformats.org/drawingml/2006/main">
              <a:ext uri="{FF2B5EF4-FFF2-40B4-BE49-F238E27FC236}">
                <a16:creationId xmlns:a16="http://schemas.microsoft.com/office/drawing/2014/main" id="{0A75728D-BEF7-4872-A22D-79EAA00D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查證</a:t>
            </a:r>
          </a:p>
        </p:txBody>
      </p:sp>
      <p:sp>
        <p:nvSpPr>
          <p:cNvPr id="28" name="text-256">
            <a:extLst xmlns:a="http://schemas.openxmlformats.org/drawingml/2006/main">
              <a:ext uri="{FF2B5EF4-FFF2-40B4-BE49-F238E27FC236}">
                <a16:creationId xmlns:a16="http://schemas.microsoft.com/office/drawing/2014/main" id="{174F041A-F756-4CC6-8314-4B0A18BC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點引用回到原始段落</a:t>
            </a:r>
          </a:p>
        </p:txBody>
      </p:sp>
      <p:sp>
        <p:nvSpPr>
          <p:cNvPr id="29" name="text-257">
            <a:extLst xmlns:a="http://schemas.openxmlformats.org/drawingml/2006/main">
              <a:ext uri="{FF2B5EF4-FFF2-40B4-BE49-F238E27FC236}">
                <a16:creationId xmlns:a16="http://schemas.microsoft.com/office/drawing/2014/main" id="{8DC654EC-D8E6-4375-9EEF-C9C6701C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38">
            <a:extLst xmlns:a="http://schemas.openxmlformats.org/drawingml/2006/main">
              <a:ext uri="{FF2B5EF4-FFF2-40B4-BE49-F238E27FC236}">
                <a16:creationId xmlns:a16="http://schemas.microsoft.com/office/drawing/2014/main" id="{13D9F3E6-E941-4F42-A293-0DDF11E2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e7408424a0e45af"/>
              </a:rPr>
              <a:t>開啟 Gemini Notebook ↗</a:t>
            </a:r>
          </a:p>
        </p:txBody>
      </p:sp>
      <p:sp>
        <p:nvSpPr>
          <p:cNvPr id="31" name="shape-667">
            <a:extLst xmlns:a="http://schemas.openxmlformats.org/drawingml/2006/main">
              <a:ext uri="{FF2B5EF4-FFF2-40B4-BE49-F238E27FC236}">
                <a16:creationId xmlns:a16="http://schemas.microsoft.com/office/drawing/2014/main" id="{DB9F001B-15D0-4304-ADDE-943D011A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4356c5cc2445d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668">
            <a:extLst xmlns:a="http://schemas.openxmlformats.org/drawingml/2006/main">
              <a:ext uri="{FF2B5EF4-FFF2-40B4-BE49-F238E27FC236}">
                <a16:creationId xmlns:a16="http://schemas.microsoft.com/office/drawing/2014/main" id="{AE92E3DB-D61C-40BF-89B2-E41BA25F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1388293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58">
            <a:extLst xmlns:a="http://schemas.openxmlformats.org/drawingml/2006/main">
              <a:ext uri="{FF2B5EF4-FFF2-40B4-BE49-F238E27FC236}">
                <a16:creationId xmlns:a16="http://schemas.microsoft.com/office/drawing/2014/main" id="{D75AD8F4-1919-4944-954D-D464F6F0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35BB7C-9870-4A97-8BAF-29512943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實作一｜建立課程 Gemini Notebook</a:t>
            </a:r>
          </a:p>
        </p:txBody>
      </p:sp>
      <p:cxnSp>
        <p:nvCxnSpPr>
          <p:cNvPr id="25" name="shape-2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0">
            <a:extLst xmlns:a="http://schemas.openxmlformats.org/drawingml/2006/main">
              <a:ext uri="{FF2B5EF4-FFF2-40B4-BE49-F238E27FC236}">
                <a16:creationId xmlns:a16="http://schemas.microsoft.com/office/drawing/2014/main" id="{AC3DE161-C34D-4DDA-A2E8-BAAD9ED59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E2157B1-601A-4EFD-83E9-21F5A92F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text-261">
            <a:extLst xmlns:a="http://schemas.openxmlformats.org/drawingml/2006/main">
              <a:ext uri="{FF2B5EF4-FFF2-40B4-BE49-F238E27FC236}">
                <a16:creationId xmlns:a16="http://schemas.microsoft.com/office/drawing/2014/main" id="{83F5A6D9-42D7-40A4-B6CA-60F73C1D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62">
            <a:extLst xmlns:a="http://schemas.openxmlformats.org/drawingml/2006/main">
              <a:ext uri="{FF2B5EF4-FFF2-40B4-BE49-F238E27FC236}">
                <a16:creationId xmlns:a16="http://schemas.microsoft.com/office/drawing/2014/main" id="{0F77726D-A749-447C-B4CF-3E20E13B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63">
            <a:extLst xmlns:a="http://schemas.openxmlformats.org/drawingml/2006/main">
              <a:ext uri="{FF2B5EF4-FFF2-40B4-BE49-F238E27FC236}">
                <a16:creationId xmlns:a16="http://schemas.microsoft.com/office/drawing/2014/main" id="{8C4FE09A-4155-4648-8096-F8B9E82E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64">
            <a:extLst xmlns:a="http://schemas.openxmlformats.org/drawingml/2006/main">
              <a:ext uri="{FF2B5EF4-FFF2-40B4-BE49-F238E27FC236}">
                <a16:creationId xmlns:a16="http://schemas.microsoft.com/office/drawing/2014/main" id="{59454E42-6AD7-4653-87CB-2FEFE796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建立以課程與任務命名的筆記本</a:t>
            </a:r>
          </a:p>
        </p:txBody>
      </p:sp>
      <p:sp>
        <p:nvSpPr>
          <p:cNvPr id="10" name="text-265">
            <a:extLst xmlns:a="http://schemas.openxmlformats.org/drawingml/2006/main">
              <a:ext uri="{FF2B5EF4-FFF2-40B4-BE49-F238E27FC236}">
                <a16:creationId xmlns:a16="http://schemas.microsoft.com/office/drawing/2014/main" id="{75BA163A-7805-432F-8532-D1A9721C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66">
            <a:extLst xmlns:a="http://schemas.openxmlformats.org/drawingml/2006/main">
              <a:ext uri="{FF2B5EF4-FFF2-40B4-BE49-F238E27FC236}">
                <a16:creationId xmlns:a16="http://schemas.microsoft.com/office/drawing/2014/main" id="{87952029-D594-41BB-A231-5BADB70F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加入至少 3 份來源</a:t>
            </a:r>
          </a:p>
        </p:txBody>
      </p:sp>
      <p:sp>
        <p:nvSpPr>
          <p:cNvPr id="12" name="text-267">
            <a:extLst xmlns:a="http://schemas.openxmlformats.org/drawingml/2006/main">
              <a:ext uri="{FF2B5EF4-FFF2-40B4-BE49-F238E27FC236}">
                <a16:creationId xmlns:a16="http://schemas.microsoft.com/office/drawing/2014/main" id="{8C30CB68-8140-4289-8DDC-772E2E87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68">
            <a:extLst xmlns:a="http://schemas.openxmlformats.org/drawingml/2006/main">
              <a:ext uri="{FF2B5EF4-FFF2-40B4-BE49-F238E27FC236}">
                <a16:creationId xmlns:a16="http://schemas.microsoft.com/office/drawing/2014/main" id="{F84E8DE1-F597-423C-AB60-3553EF36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個比較題</a:t>
            </a:r>
          </a:p>
        </p:txBody>
      </p:sp>
      <p:sp>
        <p:nvSpPr>
          <p:cNvPr id="14" name="text-269">
            <a:extLst xmlns:a="http://schemas.openxmlformats.org/drawingml/2006/main">
              <a:ext uri="{FF2B5EF4-FFF2-40B4-BE49-F238E27FC236}">
                <a16:creationId xmlns:a16="http://schemas.microsoft.com/office/drawing/2014/main" id="{E48176C8-9198-4854-B85A-05DFD596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70">
            <a:extLst xmlns:a="http://schemas.openxmlformats.org/drawingml/2006/main">
              <a:ext uri="{FF2B5EF4-FFF2-40B4-BE49-F238E27FC236}">
                <a16:creationId xmlns:a16="http://schemas.microsoft.com/office/drawing/2014/main" id="{72708AF1-9C5A-416F-A937-BCD6081D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點開引用，核對原文</a:t>
            </a:r>
          </a:p>
        </p:txBody>
      </p:sp>
      <p:sp>
        <p:nvSpPr>
          <p:cNvPr id="16" name="shape-271">
            <a:extLst xmlns:a="http://schemas.openxmlformats.org/drawingml/2006/main">
              <a:ext uri="{FF2B5EF4-FFF2-40B4-BE49-F238E27FC236}">
                <a16:creationId xmlns:a16="http://schemas.microsoft.com/office/drawing/2014/main" id="{3FEF10C2-03EF-4DAC-8CE8-F8C20DC1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72">
            <a:extLst xmlns:a="http://schemas.openxmlformats.org/drawingml/2006/main">
              <a:ext uri="{FF2B5EF4-FFF2-40B4-BE49-F238E27FC236}">
                <a16:creationId xmlns:a16="http://schemas.microsoft.com/office/drawing/2014/main" id="{04CFBF17-BFEF-4DA6-A9C7-4B554DA7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73">
            <a:extLst xmlns:a="http://schemas.openxmlformats.org/drawingml/2006/main">
              <a:ext uri="{FF2B5EF4-FFF2-40B4-BE49-F238E27FC236}">
                <a16:creationId xmlns:a16="http://schemas.microsoft.com/office/drawing/2014/main" id="{9FA1B479-C43D-40C8-BF04-CDAB893D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筆記本名稱可辨識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來源至少 3 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個引用正確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記下一個需修正的問題</a:t>
            </a:r>
          </a:p>
        </p:txBody>
      </p:sp>
      <p:sp>
        <p:nvSpPr>
          <p:cNvPr id="19" name="text-639">
            <a:extLst xmlns:a="http://schemas.openxmlformats.org/drawingml/2006/main">
              <a:ext uri="{FF2B5EF4-FFF2-40B4-BE49-F238E27FC236}">
                <a16:creationId xmlns:a16="http://schemas.microsoft.com/office/drawing/2014/main" id="{5DDB1AA5-1465-415D-8D44-C2968FAB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3260c987af74c0e"/>
              </a:rPr>
              <a:t>開啟 Gemini Notebook ↗</a:t>
            </a:r>
          </a:p>
        </p:txBody>
      </p:sp>
      <p:sp>
        <p:nvSpPr>
          <p:cNvPr id="20" name="shape-669">
            <a:extLst xmlns:a="http://schemas.openxmlformats.org/drawingml/2006/main">
              <a:ext uri="{FF2B5EF4-FFF2-40B4-BE49-F238E27FC236}">
                <a16:creationId xmlns:a16="http://schemas.microsoft.com/office/drawing/2014/main" id="{9A78395E-3CB0-47ED-9BFF-189CC83B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8dc622f3434bc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670">
            <a:extLst xmlns:a="http://schemas.openxmlformats.org/drawingml/2006/main">
              <a:ext uri="{FF2B5EF4-FFF2-40B4-BE49-F238E27FC236}">
                <a16:creationId xmlns:a16="http://schemas.microsoft.com/office/drawing/2014/main" id="{07CE8905-E09C-4371-AD1E-7D9A9464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70535241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74">
            <a:extLst xmlns:a="http://schemas.openxmlformats.org/drawingml/2006/main">
              <a:ext uri="{FF2B5EF4-FFF2-40B4-BE49-F238E27FC236}">
                <a16:creationId xmlns:a16="http://schemas.microsoft.com/office/drawing/2014/main" id="{6894DFCC-4E31-4C37-B312-E3A8C42E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D13BE4-0129-459F-97E9-EF17F8AA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2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76">
            <a:extLst xmlns:a="http://schemas.openxmlformats.org/drawingml/2006/main">
              <a:ext uri="{FF2B5EF4-FFF2-40B4-BE49-F238E27FC236}">
                <a16:creationId xmlns:a16="http://schemas.microsoft.com/office/drawing/2014/main" id="{30959EB2-FB8B-4626-9A34-F265B36E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1A63655-4225-4511-BBED-A3570ED3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77">
            <a:extLst xmlns:a="http://schemas.openxmlformats.org/drawingml/2006/main">
              <a:ext uri="{FF2B5EF4-FFF2-40B4-BE49-F238E27FC236}">
                <a16:creationId xmlns:a16="http://schemas.microsoft.com/office/drawing/2014/main" id="{2101F2FE-1DB3-4E2E-9E02-32609222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78">
            <a:extLst xmlns:a="http://schemas.openxmlformats.org/drawingml/2006/main">
              <a:ext uri="{FF2B5EF4-FFF2-40B4-BE49-F238E27FC236}">
                <a16:creationId xmlns:a16="http://schemas.microsoft.com/office/drawing/2014/main" id="{3ACAE64B-B7B5-4AC1-92F4-57A9132A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279">
            <a:extLst xmlns:a="http://schemas.openxmlformats.org/drawingml/2006/main">
              <a:ext uri="{FF2B5EF4-FFF2-40B4-BE49-F238E27FC236}">
                <a16:creationId xmlns:a16="http://schemas.microsoft.com/office/drawing/2014/main" id="{D268EE28-756A-4268-AAD7-65957466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280">
            <a:extLst xmlns:a="http://schemas.openxmlformats.org/drawingml/2006/main">
              <a:ext uri="{FF2B5EF4-FFF2-40B4-BE49-F238E27FC236}">
                <a16:creationId xmlns:a16="http://schemas.microsoft.com/office/drawing/2014/main" id="{BB0706E6-3D6E-49EB-ABD3-50D95478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281">
            <a:extLst xmlns:a="http://schemas.openxmlformats.org/drawingml/2006/main">
              <a:ext uri="{FF2B5EF4-FFF2-40B4-BE49-F238E27FC236}">
                <a16:creationId xmlns:a16="http://schemas.microsoft.com/office/drawing/2014/main" id="{7A96D8EF-71F0-4572-87E8-9A7DF585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82">
            <a:extLst xmlns:a="http://schemas.openxmlformats.org/drawingml/2006/main">
              <a:ext uri="{FF2B5EF4-FFF2-40B4-BE49-F238E27FC236}">
                <a16:creationId xmlns:a16="http://schemas.microsoft.com/office/drawing/2014/main" id="{53B63B0C-2E5C-40A6-B49D-81ABFABD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83">
            <a:extLst xmlns:a="http://schemas.openxmlformats.org/drawingml/2006/main">
              <a:ext uri="{FF2B5EF4-FFF2-40B4-BE49-F238E27FC236}">
                <a16:creationId xmlns:a16="http://schemas.microsoft.com/office/drawing/2014/main" id="{143DF40B-CD35-4B05-9FE7-F4C6FF09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284">
            <a:extLst xmlns:a="http://schemas.openxmlformats.org/drawingml/2006/main">
              <a:ext uri="{FF2B5EF4-FFF2-40B4-BE49-F238E27FC236}">
                <a16:creationId xmlns:a16="http://schemas.microsoft.com/office/drawing/2014/main" id="{761A8320-8650-47F8-B469-2F2BA48B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285">
            <a:extLst xmlns:a="http://schemas.openxmlformats.org/drawingml/2006/main">
              <a:ext uri="{FF2B5EF4-FFF2-40B4-BE49-F238E27FC236}">
                <a16:creationId xmlns:a16="http://schemas.microsoft.com/office/drawing/2014/main" id="{BDA33711-6D1E-4CFE-8363-60775067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86">
            <a:extLst xmlns:a="http://schemas.openxmlformats.org/drawingml/2006/main">
              <a:ext uri="{FF2B5EF4-FFF2-40B4-BE49-F238E27FC236}">
                <a16:creationId xmlns:a16="http://schemas.microsoft.com/office/drawing/2014/main" id="{91DBCFF1-3402-45E3-A86D-9F1FD43E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287">
            <a:extLst xmlns:a="http://schemas.openxmlformats.org/drawingml/2006/main">
              <a:ext uri="{FF2B5EF4-FFF2-40B4-BE49-F238E27FC236}">
                <a16:creationId xmlns:a16="http://schemas.microsoft.com/office/drawing/2014/main" id="{02328442-3725-43ED-8E38-35C80B45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288">
            <a:extLst xmlns:a="http://schemas.openxmlformats.org/drawingml/2006/main">
              <a:ext uri="{FF2B5EF4-FFF2-40B4-BE49-F238E27FC236}">
                <a16:creationId xmlns:a16="http://schemas.microsoft.com/office/drawing/2014/main" id="{AD45BD2D-204D-4EC2-B954-D6589C9B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640">
            <a:extLst xmlns:a="http://schemas.openxmlformats.org/drawingml/2006/main">
              <a:ext uri="{FF2B5EF4-FFF2-40B4-BE49-F238E27FC236}">
                <a16:creationId xmlns:a16="http://schemas.microsoft.com/office/drawing/2014/main" id="{65FBBD28-1D68-4438-AC49-E73A0B4B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009a9d156eb422d"/>
              </a:rPr>
              <a:t>開啟 Gemini Notebook ↗</a:t>
            </a:r>
          </a:p>
        </p:txBody>
      </p:sp>
      <p:sp>
        <p:nvSpPr>
          <p:cNvPr id="19" name="shape-671">
            <a:extLst xmlns:a="http://schemas.openxmlformats.org/drawingml/2006/main">
              <a:ext uri="{FF2B5EF4-FFF2-40B4-BE49-F238E27FC236}">
                <a16:creationId xmlns:a16="http://schemas.microsoft.com/office/drawing/2014/main" id="{4C6EB77E-A4C3-426F-9DB6-50265EB5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a6653ba70439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72">
            <a:extLst xmlns:a="http://schemas.openxmlformats.org/drawingml/2006/main">
              <a:ext uri="{FF2B5EF4-FFF2-40B4-BE49-F238E27FC236}">
                <a16:creationId xmlns:a16="http://schemas.microsoft.com/office/drawing/2014/main" id="{4188D7F7-FE60-4354-879D-0F574420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6460235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289">
            <a:extLst xmlns:a="http://schemas.openxmlformats.org/drawingml/2006/main">
              <a:ext uri="{FF2B5EF4-FFF2-40B4-BE49-F238E27FC236}">
                <a16:creationId xmlns:a16="http://schemas.microsoft.com/office/drawing/2014/main" id="{BE4794D8-BA60-4B4D-9004-598E7FD7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TEACHING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2352F7-822D-4611-8C3B-845F19B1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把來源轉成可直接使用的教學成品</a:t>
            </a:r>
          </a:p>
        </p:txBody>
      </p:sp>
      <p:cxnSp>
        <p:nvCxnSpPr>
          <p:cNvPr id="28" name="shape-2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1">
            <a:extLst xmlns:a="http://schemas.openxmlformats.org/drawingml/2006/main">
              <a:ext uri="{FF2B5EF4-FFF2-40B4-BE49-F238E27FC236}">
                <a16:creationId xmlns:a16="http://schemas.microsoft.com/office/drawing/2014/main" id="{AF7822A1-0731-4A7D-9BA0-83538F55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9BB94BC-60FC-407E-AC8F-0C9A4575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292">
            <a:extLst xmlns:a="http://schemas.openxmlformats.org/drawingml/2006/main">
              <a:ext uri="{FF2B5EF4-FFF2-40B4-BE49-F238E27FC236}">
                <a16:creationId xmlns:a16="http://schemas.microsoft.com/office/drawing/2014/main" id="{540A70D4-775C-4200-BC7A-194F52F4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93">
            <a:extLst xmlns:a="http://schemas.openxmlformats.org/drawingml/2006/main">
              <a:ext uri="{FF2B5EF4-FFF2-40B4-BE49-F238E27FC236}">
                <a16:creationId xmlns:a16="http://schemas.microsoft.com/office/drawing/2014/main" id="{7AF9E47F-F18B-41AB-BCD3-BABF5BDA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94">
            <a:extLst xmlns:a="http://schemas.openxmlformats.org/drawingml/2006/main">
              <a:ext uri="{FF2B5EF4-FFF2-40B4-BE49-F238E27FC236}">
                <a16:creationId xmlns:a16="http://schemas.microsoft.com/office/drawing/2014/main" id="{FCAFE949-9547-4A64-84D4-6F5D7905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課前</a:t>
            </a:r>
          </a:p>
        </p:txBody>
      </p:sp>
      <p:sp>
        <p:nvSpPr>
          <p:cNvPr id="9" name="text-295">
            <a:extLst xmlns:a="http://schemas.openxmlformats.org/drawingml/2006/main">
              <a:ext uri="{FF2B5EF4-FFF2-40B4-BE49-F238E27FC236}">
                <a16:creationId xmlns:a16="http://schemas.microsoft.com/office/drawing/2014/main" id="{829B3CAA-8625-446D-8B3A-269ECD49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導讀問題、概念地圖、術語表、預習任務。</a:t>
            </a:r>
          </a:p>
        </p:txBody>
      </p:sp>
      <p:sp>
        <p:nvSpPr>
          <p:cNvPr id="10" name="shape-296">
            <a:extLst xmlns:a="http://schemas.openxmlformats.org/drawingml/2006/main">
              <a:ext uri="{FF2B5EF4-FFF2-40B4-BE49-F238E27FC236}">
                <a16:creationId xmlns:a16="http://schemas.microsoft.com/office/drawing/2014/main" id="{655C56FE-E619-4CFB-847E-AF133A6F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97">
            <a:extLst xmlns:a="http://schemas.openxmlformats.org/drawingml/2006/main">
              <a:ext uri="{FF2B5EF4-FFF2-40B4-BE49-F238E27FC236}">
                <a16:creationId xmlns:a16="http://schemas.microsoft.com/office/drawing/2014/main" id="{FF7F5063-CBC1-4895-BD2C-ADB464B9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98">
            <a:extLst xmlns:a="http://schemas.openxmlformats.org/drawingml/2006/main">
              <a:ext uri="{FF2B5EF4-FFF2-40B4-BE49-F238E27FC236}">
                <a16:creationId xmlns:a16="http://schemas.microsoft.com/office/drawing/2014/main" id="{FCC8272D-66EF-4D51-9D8D-5AE655AF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課中</a:t>
            </a:r>
          </a:p>
        </p:txBody>
      </p:sp>
      <p:sp>
        <p:nvSpPr>
          <p:cNvPr id="13" name="text-299">
            <a:extLst xmlns:a="http://schemas.openxmlformats.org/drawingml/2006/main">
              <a:ext uri="{FF2B5EF4-FFF2-40B4-BE49-F238E27FC236}">
                <a16:creationId xmlns:a16="http://schemas.microsoft.com/office/drawing/2014/main" id="{595A866C-5148-4F42-838A-134D8A28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案例比較、討論角色卡、分組任務、即時測驗。</a:t>
            </a:r>
          </a:p>
        </p:txBody>
      </p:sp>
      <p:sp>
        <p:nvSpPr>
          <p:cNvPr id="14" name="shape-300">
            <a:extLst xmlns:a="http://schemas.openxmlformats.org/drawingml/2006/main">
              <a:ext uri="{FF2B5EF4-FFF2-40B4-BE49-F238E27FC236}">
                <a16:creationId xmlns:a16="http://schemas.microsoft.com/office/drawing/2014/main" id="{EFDBAECA-8FEB-4C5D-9987-979DAE6F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01">
            <a:extLst xmlns:a="http://schemas.openxmlformats.org/drawingml/2006/main">
              <a:ext uri="{FF2B5EF4-FFF2-40B4-BE49-F238E27FC236}">
                <a16:creationId xmlns:a16="http://schemas.microsoft.com/office/drawing/2014/main" id="{8691A2D0-0F58-4947-AE41-D5400D85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02">
            <a:extLst xmlns:a="http://schemas.openxmlformats.org/drawingml/2006/main">
              <a:ext uri="{FF2B5EF4-FFF2-40B4-BE49-F238E27FC236}">
                <a16:creationId xmlns:a16="http://schemas.microsoft.com/office/drawing/2014/main" id="{2C7A66E2-D5F0-4A6E-95BA-2C9DC566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課後</a:t>
            </a:r>
          </a:p>
        </p:txBody>
      </p:sp>
      <p:sp>
        <p:nvSpPr>
          <p:cNvPr id="17" name="text-303">
            <a:extLst xmlns:a="http://schemas.openxmlformats.org/drawingml/2006/main">
              <a:ext uri="{FF2B5EF4-FFF2-40B4-BE49-F238E27FC236}">
                <a16:creationId xmlns:a16="http://schemas.microsoft.com/office/drawing/2014/main" id="{EF012C38-2CD9-4D7F-8567-1D3AECD9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學習指南、形成性回饋、反思題、延伸閱讀。</a:t>
            </a:r>
          </a:p>
        </p:txBody>
      </p:sp>
      <p:sp>
        <p:nvSpPr>
          <p:cNvPr id="18" name="shape-304">
            <a:extLst xmlns:a="http://schemas.openxmlformats.org/drawingml/2006/main">
              <a:ext uri="{FF2B5EF4-FFF2-40B4-BE49-F238E27FC236}">
                <a16:creationId xmlns:a16="http://schemas.microsoft.com/office/drawing/2014/main" id="{FB8D93A3-2DAF-452F-87E8-46ED0A93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05">
            <a:extLst xmlns:a="http://schemas.openxmlformats.org/drawingml/2006/main">
              <a:ext uri="{FF2B5EF4-FFF2-40B4-BE49-F238E27FC236}">
                <a16:creationId xmlns:a16="http://schemas.microsoft.com/office/drawing/2014/main" id="{2BF20D36-5D00-405A-BCD1-82520D78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06">
            <a:extLst xmlns:a="http://schemas.openxmlformats.org/drawingml/2006/main">
              <a:ext uri="{FF2B5EF4-FFF2-40B4-BE49-F238E27FC236}">
                <a16:creationId xmlns:a16="http://schemas.microsoft.com/office/drawing/2014/main" id="{58A3FA87-5514-4825-AFFE-8BE60AB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研究／共備</a:t>
            </a:r>
          </a:p>
        </p:txBody>
      </p:sp>
      <p:sp>
        <p:nvSpPr>
          <p:cNvPr id="21" name="text-307">
            <a:extLst xmlns:a="http://schemas.openxmlformats.org/drawingml/2006/main">
              <a:ext uri="{FF2B5EF4-FFF2-40B4-BE49-F238E27FC236}">
                <a16:creationId xmlns:a16="http://schemas.microsoft.com/office/drawing/2014/main" id="{24F2D9C7-20E5-4E58-B39A-463B0DFA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文獻觀點矩陣、研究缺口、共同備課摘要。</a:t>
            </a:r>
          </a:p>
        </p:txBody>
      </p:sp>
      <p:sp>
        <p:nvSpPr>
          <p:cNvPr id="22" name="text-641">
            <a:extLst xmlns:a="http://schemas.openxmlformats.org/drawingml/2006/main">
              <a:ext uri="{FF2B5EF4-FFF2-40B4-BE49-F238E27FC236}">
                <a16:creationId xmlns:a16="http://schemas.microsoft.com/office/drawing/2014/main" id="{7EC005E1-60EB-48F6-85CF-C9031075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2f7a5c892c45e8"/>
              </a:rPr>
              <a:t>開啟 Gemini Notebook ↗</a:t>
            </a:r>
          </a:p>
        </p:txBody>
      </p:sp>
      <p:sp>
        <p:nvSpPr>
          <p:cNvPr id="23" name="shape-673">
            <a:extLst xmlns:a="http://schemas.openxmlformats.org/drawingml/2006/main">
              <a:ext uri="{FF2B5EF4-FFF2-40B4-BE49-F238E27FC236}">
                <a16:creationId xmlns:a16="http://schemas.microsoft.com/office/drawing/2014/main" id="{AF0F315C-2A9A-487F-A3C7-F9BAA250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774d25cf15489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74">
            <a:extLst xmlns:a="http://schemas.openxmlformats.org/drawingml/2006/main">
              <a:ext uri="{FF2B5EF4-FFF2-40B4-BE49-F238E27FC236}">
                <a16:creationId xmlns:a16="http://schemas.microsoft.com/office/drawing/2014/main" id="{A71BD6C6-4165-458E-B3BD-A3BE6319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70187437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08">
            <a:extLst xmlns:a="http://schemas.openxmlformats.org/drawingml/2006/main">
              <a:ext uri="{FF2B5EF4-FFF2-40B4-BE49-F238E27FC236}">
                <a16:creationId xmlns:a16="http://schemas.microsoft.com/office/drawing/2014/main" id="{1A52485F-67E7-43B0-AA91-9ABDEAE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C0F80D8-5BDD-4524-A292-60E8F6B3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3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0">
            <a:extLst xmlns:a="http://schemas.openxmlformats.org/drawingml/2006/main">
              <a:ext uri="{FF2B5EF4-FFF2-40B4-BE49-F238E27FC236}">
                <a16:creationId xmlns:a16="http://schemas.microsoft.com/office/drawing/2014/main" id="{61DD0951-A071-495F-BB82-735BBDD7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B74D05B-F583-4153-8615-94E32F27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11">
            <a:extLst xmlns:a="http://schemas.openxmlformats.org/drawingml/2006/main">
              <a:ext uri="{FF2B5EF4-FFF2-40B4-BE49-F238E27FC236}">
                <a16:creationId xmlns:a16="http://schemas.microsoft.com/office/drawing/2014/main" id="{0F7EE2AE-B000-4CDB-9FC1-7513AF3C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12">
            <a:extLst xmlns:a="http://schemas.openxmlformats.org/drawingml/2006/main">
              <a:ext uri="{FF2B5EF4-FFF2-40B4-BE49-F238E27FC236}">
                <a16:creationId xmlns:a16="http://schemas.microsoft.com/office/drawing/2014/main" id="{D54B6CD5-26A4-4B1B-8332-7DAB857B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13">
            <a:extLst xmlns:a="http://schemas.openxmlformats.org/drawingml/2006/main">
              <a:ext uri="{FF2B5EF4-FFF2-40B4-BE49-F238E27FC236}">
                <a16:creationId xmlns:a16="http://schemas.microsoft.com/office/drawing/2014/main" id="{0B1C3577-0375-49B8-B16D-DC2397F1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314">
            <a:extLst xmlns:a="http://schemas.openxmlformats.org/drawingml/2006/main">
              <a:ext uri="{FF2B5EF4-FFF2-40B4-BE49-F238E27FC236}">
                <a16:creationId xmlns:a16="http://schemas.microsoft.com/office/drawing/2014/main" id="{495DA18C-6381-4CA8-B643-09DDA7B9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315">
            <a:extLst xmlns:a="http://schemas.openxmlformats.org/drawingml/2006/main">
              <a:ext uri="{FF2B5EF4-FFF2-40B4-BE49-F238E27FC236}">
                <a16:creationId xmlns:a16="http://schemas.microsoft.com/office/drawing/2014/main" id="{6E1BE2A1-910A-4376-83CD-2547513C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16">
            <a:extLst xmlns:a="http://schemas.openxmlformats.org/drawingml/2006/main">
              <a:ext uri="{FF2B5EF4-FFF2-40B4-BE49-F238E27FC236}">
                <a16:creationId xmlns:a16="http://schemas.microsoft.com/office/drawing/2014/main" id="{4AB5321A-8DBD-4F96-9702-CBAD52D9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17">
            <a:extLst xmlns:a="http://schemas.openxmlformats.org/drawingml/2006/main">
              <a:ext uri="{FF2B5EF4-FFF2-40B4-BE49-F238E27FC236}">
                <a16:creationId xmlns:a16="http://schemas.microsoft.com/office/drawing/2014/main" id="{D59DDDFF-B7D9-495D-98F1-7F47694A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318">
            <a:extLst xmlns:a="http://schemas.openxmlformats.org/drawingml/2006/main">
              <a:ext uri="{FF2B5EF4-FFF2-40B4-BE49-F238E27FC236}">
                <a16:creationId xmlns:a16="http://schemas.microsoft.com/office/drawing/2014/main" id="{EE53EAE7-68DA-4CE8-BF0A-F892BE71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319">
            <a:extLst xmlns:a="http://schemas.openxmlformats.org/drawingml/2006/main">
              <a:ext uri="{FF2B5EF4-FFF2-40B4-BE49-F238E27FC236}">
                <a16:creationId xmlns:a16="http://schemas.microsoft.com/office/drawing/2014/main" id="{467F716B-3068-4F35-ACD8-D4284358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20">
            <a:extLst xmlns:a="http://schemas.openxmlformats.org/drawingml/2006/main">
              <a:ext uri="{FF2B5EF4-FFF2-40B4-BE49-F238E27FC236}">
                <a16:creationId xmlns:a16="http://schemas.microsoft.com/office/drawing/2014/main" id="{DD4884F6-8BED-4627-A85F-6226E7346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21">
            <a:extLst xmlns:a="http://schemas.openxmlformats.org/drawingml/2006/main">
              <a:ext uri="{FF2B5EF4-FFF2-40B4-BE49-F238E27FC236}">
                <a16:creationId xmlns:a16="http://schemas.microsoft.com/office/drawing/2014/main" id="{40F3C9D7-EAA5-4A58-9224-E183C4ED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322">
            <a:extLst xmlns:a="http://schemas.openxmlformats.org/drawingml/2006/main">
              <a:ext uri="{FF2B5EF4-FFF2-40B4-BE49-F238E27FC236}">
                <a16:creationId xmlns:a16="http://schemas.microsoft.com/office/drawing/2014/main" id="{E07F37CA-3B08-4958-B934-34758D8F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323">
            <a:extLst xmlns:a="http://schemas.openxmlformats.org/drawingml/2006/main">
              <a:ext uri="{FF2B5EF4-FFF2-40B4-BE49-F238E27FC236}">
                <a16:creationId xmlns:a16="http://schemas.microsoft.com/office/drawing/2014/main" id="{6A18B2E9-6AF4-47EE-90A4-8A5DFEA0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24">
            <a:extLst xmlns:a="http://schemas.openxmlformats.org/drawingml/2006/main">
              <a:ext uri="{FF2B5EF4-FFF2-40B4-BE49-F238E27FC236}">
                <a16:creationId xmlns:a16="http://schemas.microsoft.com/office/drawing/2014/main" id="{D39838F2-0699-4346-9185-74F9876D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25">
            <a:extLst xmlns:a="http://schemas.openxmlformats.org/drawingml/2006/main">
              <a:ext uri="{FF2B5EF4-FFF2-40B4-BE49-F238E27FC236}">
                <a16:creationId xmlns:a16="http://schemas.microsoft.com/office/drawing/2014/main" id="{5840F53E-63C4-4DA0-904D-534072B9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326">
            <a:extLst xmlns:a="http://schemas.openxmlformats.org/drawingml/2006/main">
              <a:ext uri="{FF2B5EF4-FFF2-40B4-BE49-F238E27FC236}">
                <a16:creationId xmlns:a16="http://schemas.microsoft.com/office/drawing/2014/main" id="{3B757755-4059-414A-9C17-3A61850B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642">
            <a:extLst xmlns:a="http://schemas.openxmlformats.org/drawingml/2006/main">
              <a:ext uri="{FF2B5EF4-FFF2-40B4-BE49-F238E27FC236}">
                <a16:creationId xmlns:a16="http://schemas.microsoft.com/office/drawing/2014/main" id="{61945017-2AC3-48CB-8ED7-B4C74C21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fb9fa5075d4963"/>
              </a:rPr>
              <a:t>開啟 Gemini Notebook ↗</a:t>
            </a:r>
          </a:p>
        </p:txBody>
      </p:sp>
      <p:sp>
        <p:nvSpPr>
          <p:cNvPr id="23" name="shape-675">
            <a:extLst xmlns:a="http://schemas.openxmlformats.org/drawingml/2006/main">
              <a:ext uri="{FF2B5EF4-FFF2-40B4-BE49-F238E27FC236}">
                <a16:creationId xmlns:a16="http://schemas.microsoft.com/office/drawing/2014/main" id="{131863C6-7355-4F7F-91A8-CBAE04DA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1afbb71ff84a1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76">
            <a:extLst xmlns:a="http://schemas.openxmlformats.org/drawingml/2006/main">
              <a:ext uri="{FF2B5EF4-FFF2-40B4-BE49-F238E27FC236}">
                <a16:creationId xmlns:a16="http://schemas.microsoft.com/office/drawing/2014/main" id="{8352CBEA-11BF-47DB-9831-8AE9DE92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81864677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27">
            <a:extLst xmlns:a="http://schemas.openxmlformats.org/drawingml/2006/main">
              <a:ext uri="{FF2B5EF4-FFF2-40B4-BE49-F238E27FC236}">
                <a16:creationId xmlns:a16="http://schemas.microsoft.com/office/drawing/2014/main" id="{3444040D-2A6B-4A10-B3C7-DEC628DF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328">
            <a:extLst xmlns:a="http://schemas.openxmlformats.org/drawingml/2006/main">
              <a:ext uri="{FF2B5EF4-FFF2-40B4-BE49-F238E27FC236}">
                <a16:creationId xmlns:a16="http://schemas.microsoft.com/office/drawing/2014/main" id="{0DC846DF-E6C5-40B8-9A1D-A9ACD2CB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329">
            <a:extLst xmlns:a="http://schemas.openxmlformats.org/drawingml/2006/main">
              <a:ext uri="{FF2B5EF4-FFF2-40B4-BE49-F238E27FC236}">
                <a16:creationId xmlns:a16="http://schemas.microsoft.com/office/drawing/2014/main" id="{AFAFEFB3-114E-47B9-8F57-C1F82665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330">
            <a:extLst xmlns:a="http://schemas.openxmlformats.org/drawingml/2006/main">
              <a:ext uri="{FF2B5EF4-FFF2-40B4-BE49-F238E27FC236}">
                <a16:creationId xmlns:a16="http://schemas.microsoft.com/office/drawing/2014/main" id="{CDC5CDE1-121C-4EE3-9F82-6E8C6766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31">
            <a:extLst xmlns:a="http://schemas.openxmlformats.org/drawingml/2006/main">
              <a:ext uri="{FF2B5EF4-FFF2-40B4-BE49-F238E27FC236}">
                <a16:creationId xmlns:a16="http://schemas.microsoft.com/office/drawing/2014/main" id="{03BC60E8-290C-42E2-85AA-A824AEFE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3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333">
            <a:extLst xmlns:a="http://schemas.openxmlformats.org/drawingml/2006/main">
              <a:ext uri="{FF2B5EF4-FFF2-40B4-BE49-F238E27FC236}">
                <a16:creationId xmlns:a16="http://schemas.microsoft.com/office/drawing/2014/main" id="{549FA552-50CF-4236-A859-6133F85B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848E57-EF1C-4342-BF68-FFDA8A1F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9" name="text-643">
            <a:extLst xmlns:a="http://schemas.openxmlformats.org/drawingml/2006/main">
              <a:ext uri="{FF2B5EF4-FFF2-40B4-BE49-F238E27FC236}">
                <a16:creationId xmlns:a16="http://schemas.microsoft.com/office/drawing/2014/main" id="{028145C9-D3B5-4C33-9F92-EE423F56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365aa1e9a44ff0"/>
              </a:rPr>
              <a:t>建立自訂 Gem ↗</a:t>
            </a:r>
          </a:p>
        </p:txBody>
      </p:sp>
      <p:sp>
        <p:nvSpPr>
          <p:cNvPr id="10" name="shape-677">
            <a:extLst xmlns:a="http://schemas.openxmlformats.org/drawingml/2006/main">
              <a:ext uri="{FF2B5EF4-FFF2-40B4-BE49-F238E27FC236}">
                <a16:creationId xmlns:a16="http://schemas.microsoft.com/office/drawing/2014/main" id="{AEC45BF8-9B92-4091-BFFC-5785456E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819ffd10ed484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78">
            <a:extLst xmlns:a="http://schemas.openxmlformats.org/drawingml/2006/main">
              <a:ext uri="{FF2B5EF4-FFF2-40B4-BE49-F238E27FC236}">
                <a16:creationId xmlns:a16="http://schemas.microsoft.com/office/drawing/2014/main" id="{39C6C388-636F-4223-9F35-5DEEDE04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71028248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334">
            <a:extLst xmlns:a="http://schemas.openxmlformats.org/drawingml/2006/main">
              <a:ext uri="{FF2B5EF4-FFF2-40B4-BE49-F238E27FC236}">
                <a16:creationId xmlns:a16="http://schemas.microsoft.com/office/drawing/2014/main" id="{359B58D0-E613-481E-AE5D-771083FF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750624-03E5-4D8A-BC71-ADB86D06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3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6">
            <a:extLst xmlns:a="http://schemas.openxmlformats.org/drawingml/2006/main">
              <a:ext uri="{FF2B5EF4-FFF2-40B4-BE49-F238E27FC236}">
                <a16:creationId xmlns:a16="http://schemas.microsoft.com/office/drawing/2014/main" id="{6C105D62-5FED-4D93-B6B5-83BCEB40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0CAF02-4DD4-4367-9EA8-56DF7702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37">
            <a:extLst xmlns:a="http://schemas.openxmlformats.org/drawingml/2006/main">
              <a:ext uri="{FF2B5EF4-FFF2-40B4-BE49-F238E27FC236}">
                <a16:creationId xmlns:a16="http://schemas.microsoft.com/office/drawing/2014/main" id="{19C0276E-5162-478A-9C05-7BC1726F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38">
            <a:extLst xmlns:a="http://schemas.openxmlformats.org/drawingml/2006/main">
              <a:ext uri="{FF2B5EF4-FFF2-40B4-BE49-F238E27FC236}">
                <a16:creationId xmlns:a16="http://schemas.microsoft.com/office/drawing/2014/main" id="{6108A2EF-0E50-4CE5-9E18-AD7E3716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39">
            <a:extLst xmlns:a="http://schemas.openxmlformats.org/drawingml/2006/main">
              <a:ext uri="{FF2B5EF4-FFF2-40B4-BE49-F238E27FC236}">
                <a16:creationId xmlns:a16="http://schemas.microsoft.com/office/drawing/2014/main" id="{B60BC265-9C05-407C-8EDF-5F3AAA5D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340">
            <a:extLst xmlns:a="http://schemas.openxmlformats.org/drawingml/2006/main">
              <a:ext uri="{FF2B5EF4-FFF2-40B4-BE49-F238E27FC236}">
                <a16:creationId xmlns:a16="http://schemas.microsoft.com/office/drawing/2014/main" id="{7BE3FDEC-6512-4977-A347-BD66B62B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341">
            <a:extLst xmlns:a="http://schemas.openxmlformats.org/drawingml/2006/main">
              <a:ext uri="{FF2B5EF4-FFF2-40B4-BE49-F238E27FC236}">
                <a16:creationId xmlns:a16="http://schemas.microsoft.com/office/drawing/2014/main" id="{8A1635F1-72C2-403C-B0B7-4B340CC3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342">
            <a:extLst xmlns:a="http://schemas.openxmlformats.org/drawingml/2006/main">
              <a:ext uri="{FF2B5EF4-FFF2-40B4-BE49-F238E27FC236}">
                <a16:creationId xmlns:a16="http://schemas.microsoft.com/office/drawing/2014/main" id="{65726EAE-CA49-4B39-B251-FFFF3A6C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644">
            <a:extLst xmlns:a="http://schemas.openxmlformats.org/drawingml/2006/main">
              <a:ext uri="{FF2B5EF4-FFF2-40B4-BE49-F238E27FC236}">
                <a16:creationId xmlns:a16="http://schemas.microsoft.com/office/drawing/2014/main" id="{60CC2CA0-6A76-495F-88A5-530A484C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33773abc1424b24"/>
              </a:rPr>
              <a:t>建立自訂 Gem ↗</a:t>
            </a:r>
          </a:p>
        </p:txBody>
      </p:sp>
      <p:sp>
        <p:nvSpPr>
          <p:cNvPr id="13" name="shape-679">
            <a:extLst xmlns:a="http://schemas.openxmlformats.org/drawingml/2006/main">
              <a:ext uri="{FF2B5EF4-FFF2-40B4-BE49-F238E27FC236}">
                <a16:creationId xmlns:a16="http://schemas.microsoft.com/office/drawing/2014/main" id="{1865B33E-FD96-4D59-8C6A-5F4C8BFD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824c5bfc4a4ed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680">
            <a:extLst xmlns:a="http://schemas.openxmlformats.org/drawingml/2006/main">
              <a:ext uri="{FF2B5EF4-FFF2-40B4-BE49-F238E27FC236}">
                <a16:creationId xmlns:a16="http://schemas.microsoft.com/office/drawing/2014/main" id="{21B2DE9B-BC72-4F99-80AE-8FD581A3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84565106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43">
            <a:extLst xmlns:a="http://schemas.openxmlformats.org/drawingml/2006/main">
              <a:ext uri="{FF2B5EF4-FFF2-40B4-BE49-F238E27FC236}">
                <a16:creationId xmlns:a16="http://schemas.microsoft.com/office/drawing/2014/main" id="{8A3BC768-9755-45F5-AEA1-8A62F91E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INSTRUCTION CANVAS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DD1DBE-000C-49A3-8097-33111EC4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指令四格：角色、任務、背景、格式</a:t>
            </a:r>
          </a:p>
        </p:txBody>
      </p:sp>
      <p:cxnSp>
        <p:nvCxnSpPr>
          <p:cNvPr id="28" name="shape-3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45">
            <a:extLst xmlns:a="http://schemas.openxmlformats.org/drawingml/2006/main">
              <a:ext uri="{FF2B5EF4-FFF2-40B4-BE49-F238E27FC236}">
                <a16:creationId xmlns:a16="http://schemas.microsoft.com/office/drawing/2014/main" id="{2221858D-9233-47CE-8952-FE59A841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003B46-87F8-4102-A54E-3386ABD9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46">
            <a:extLst xmlns:a="http://schemas.openxmlformats.org/drawingml/2006/main">
              <a:ext uri="{FF2B5EF4-FFF2-40B4-BE49-F238E27FC236}">
                <a16:creationId xmlns:a16="http://schemas.microsoft.com/office/drawing/2014/main" id="{10E705BE-923E-493D-AE4E-3B246F04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47">
            <a:extLst xmlns:a="http://schemas.openxmlformats.org/drawingml/2006/main">
              <a:ext uri="{FF2B5EF4-FFF2-40B4-BE49-F238E27FC236}">
                <a16:creationId xmlns:a16="http://schemas.microsoft.com/office/drawing/2014/main" id="{31B0C814-852C-4A60-9378-CE5D35E7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</a:t>
            </a:r>
          </a:p>
        </p:txBody>
      </p:sp>
      <p:sp>
        <p:nvSpPr>
          <p:cNvPr id="8" name="text-348">
            <a:extLst xmlns:a="http://schemas.openxmlformats.org/drawingml/2006/main">
              <a:ext uri="{FF2B5EF4-FFF2-40B4-BE49-F238E27FC236}">
                <a16:creationId xmlns:a16="http://schemas.microsoft.com/office/drawing/2014/main" id="{9F575E95-0CA9-4412-BC91-85F25011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角色 Persona</a:t>
            </a:r>
          </a:p>
        </p:txBody>
      </p:sp>
      <p:sp>
        <p:nvSpPr>
          <p:cNvPr id="9" name="text-349">
            <a:extLst xmlns:a="http://schemas.openxmlformats.org/drawingml/2006/main">
              <a:ext uri="{FF2B5EF4-FFF2-40B4-BE49-F238E27FC236}">
                <a16:creationId xmlns:a16="http://schemas.microsoft.com/office/drawing/2014/main" id="{A8A7348F-5C50-40E2-88B8-BF5E6D60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你是誰？面對哪一類教師或學生？專業邊界是什麼？</a:t>
            </a:r>
          </a:p>
        </p:txBody>
      </p:sp>
      <p:sp>
        <p:nvSpPr>
          <p:cNvPr id="10" name="shape-350">
            <a:extLst xmlns:a="http://schemas.openxmlformats.org/drawingml/2006/main">
              <a:ext uri="{FF2B5EF4-FFF2-40B4-BE49-F238E27FC236}">
                <a16:creationId xmlns:a16="http://schemas.microsoft.com/office/drawing/2014/main" id="{DC50000E-95F5-4570-99D0-C631DDC1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51">
            <a:extLst xmlns:a="http://schemas.openxmlformats.org/drawingml/2006/main">
              <a:ext uri="{FF2B5EF4-FFF2-40B4-BE49-F238E27FC236}">
                <a16:creationId xmlns:a16="http://schemas.microsoft.com/office/drawing/2014/main" id="{7F680344-F5C2-48CE-8691-F7E7EF3D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</a:t>
            </a:r>
          </a:p>
        </p:txBody>
      </p:sp>
      <p:sp>
        <p:nvSpPr>
          <p:cNvPr id="12" name="text-352">
            <a:extLst xmlns:a="http://schemas.openxmlformats.org/drawingml/2006/main">
              <a:ext uri="{FF2B5EF4-FFF2-40B4-BE49-F238E27FC236}">
                <a16:creationId xmlns:a16="http://schemas.microsoft.com/office/drawing/2014/main" id="{BC3F8EAD-49DE-4C83-BBA4-D985521C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任務 Task</a:t>
            </a:r>
          </a:p>
        </p:txBody>
      </p:sp>
      <p:sp>
        <p:nvSpPr>
          <p:cNvPr id="13" name="text-353">
            <a:extLst xmlns:a="http://schemas.openxmlformats.org/drawingml/2006/main">
              <a:ext uri="{FF2B5EF4-FFF2-40B4-BE49-F238E27FC236}">
                <a16:creationId xmlns:a16="http://schemas.microsoft.com/office/drawing/2014/main" id="{8754755D-86E4-4D86-AA0A-09197A2C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需要做哪些動作？先問什麼？什麼情況要停止？</a:t>
            </a:r>
          </a:p>
        </p:txBody>
      </p:sp>
      <p:sp>
        <p:nvSpPr>
          <p:cNvPr id="14" name="shape-354">
            <a:extLst xmlns:a="http://schemas.openxmlformats.org/drawingml/2006/main">
              <a:ext uri="{FF2B5EF4-FFF2-40B4-BE49-F238E27FC236}">
                <a16:creationId xmlns:a16="http://schemas.microsoft.com/office/drawing/2014/main" id="{5C012AEB-E04F-443D-BF74-D13A3738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55">
            <a:extLst xmlns:a="http://schemas.openxmlformats.org/drawingml/2006/main">
              <a:ext uri="{FF2B5EF4-FFF2-40B4-BE49-F238E27FC236}">
                <a16:creationId xmlns:a16="http://schemas.microsoft.com/office/drawing/2014/main" id="{919AB3E2-D788-428C-AD1E-AC9F5775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356">
            <a:extLst xmlns:a="http://schemas.openxmlformats.org/drawingml/2006/main">
              <a:ext uri="{FF2B5EF4-FFF2-40B4-BE49-F238E27FC236}">
                <a16:creationId xmlns:a16="http://schemas.microsoft.com/office/drawing/2014/main" id="{E8ACC0C9-25DD-40B6-A9BE-DDE437EB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背景 Context</a:t>
            </a:r>
          </a:p>
        </p:txBody>
      </p:sp>
      <p:sp>
        <p:nvSpPr>
          <p:cNvPr id="17" name="text-357">
            <a:extLst xmlns:a="http://schemas.openxmlformats.org/drawingml/2006/main">
              <a:ext uri="{FF2B5EF4-FFF2-40B4-BE49-F238E27FC236}">
                <a16:creationId xmlns:a16="http://schemas.microsoft.com/office/drawing/2014/main" id="{87BD9644-E800-4BF2-8A75-20EBBB38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課程、學生、評量、時間與資料限制。</a:t>
            </a:r>
          </a:p>
        </p:txBody>
      </p:sp>
      <p:sp>
        <p:nvSpPr>
          <p:cNvPr id="18" name="shape-358">
            <a:extLst xmlns:a="http://schemas.openxmlformats.org/drawingml/2006/main">
              <a:ext uri="{FF2B5EF4-FFF2-40B4-BE49-F238E27FC236}">
                <a16:creationId xmlns:a16="http://schemas.microsoft.com/office/drawing/2014/main" id="{05B5BA7C-73B6-46C3-B250-831C4416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59">
            <a:extLst xmlns:a="http://schemas.openxmlformats.org/drawingml/2006/main">
              <a:ext uri="{FF2B5EF4-FFF2-40B4-BE49-F238E27FC236}">
                <a16:creationId xmlns:a16="http://schemas.microsoft.com/office/drawing/2014/main" id="{31BF0122-A442-4FA4-AEE9-D104D418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F</a:t>
            </a:r>
          </a:p>
        </p:txBody>
      </p:sp>
      <p:sp>
        <p:nvSpPr>
          <p:cNvPr id="20" name="text-360">
            <a:extLst xmlns:a="http://schemas.openxmlformats.org/drawingml/2006/main">
              <a:ext uri="{FF2B5EF4-FFF2-40B4-BE49-F238E27FC236}">
                <a16:creationId xmlns:a16="http://schemas.microsoft.com/office/drawing/2014/main" id="{B1D25475-E106-4136-9603-1FCDA421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格式 Format</a:t>
            </a:r>
          </a:p>
        </p:txBody>
      </p:sp>
      <p:sp>
        <p:nvSpPr>
          <p:cNvPr id="21" name="text-361">
            <a:extLst xmlns:a="http://schemas.openxmlformats.org/drawingml/2006/main">
              <a:ext uri="{FF2B5EF4-FFF2-40B4-BE49-F238E27FC236}">
                <a16:creationId xmlns:a16="http://schemas.microsoft.com/office/drawing/2014/main" id="{82659699-A539-4B5F-99FF-972104F5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輸出欄位、長度、語氣、表格與檢核清單。</a:t>
            </a:r>
          </a:p>
        </p:txBody>
      </p:sp>
      <p:sp>
        <p:nvSpPr>
          <p:cNvPr id="22" name="text-645">
            <a:extLst xmlns:a="http://schemas.openxmlformats.org/drawingml/2006/main">
              <a:ext uri="{FF2B5EF4-FFF2-40B4-BE49-F238E27FC236}">
                <a16:creationId xmlns:a16="http://schemas.microsoft.com/office/drawing/2014/main" id="{85157B7D-A079-4713-91E4-46222492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0c59d4fa8164f74"/>
              </a:rPr>
              <a:t>建立自訂 Gem ↗</a:t>
            </a:r>
          </a:p>
        </p:txBody>
      </p:sp>
      <p:sp>
        <p:nvSpPr>
          <p:cNvPr id="23" name="shape-681">
            <a:extLst xmlns:a="http://schemas.openxmlformats.org/drawingml/2006/main">
              <a:ext uri="{FF2B5EF4-FFF2-40B4-BE49-F238E27FC236}">
                <a16:creationId xmlns:a16="http://schemas.microsoft.com/office/drawing/2014/main" id="{5E517FC9-96E1-4DD1-9DC7-91B9B5AE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33aeb6aa142f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82">
            <a:extLst xmlns:a="http://schemas.openxmlformats.org/drawingml/2006/main">
              <a:ext uri="{FF2B5EF4-FFF2-40B4-BE49-F238E27FC236}">
                <a16:creationId xmlns:a16="http://schemas.microsoft.com/office/drawing/2014/main" id="{0C686295-27C8-44B4-A561-C811DAF3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69331411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362">
            <a:extLst xmlns:a="http://schemas.openxmlformats.org/drawingml/2006/main">
              <a:ext uri="{FF2B5EF4-FFF2-40B4-BE49-F238E27FC236}">
                <a16:creationId xmlns:a16="http://schemas.microsoft.com/office/drawing/2014/main" id="{A0DD7855-5AFE-45B2-98F9-8C241F5D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06AA36-8B04-43CF-B4FE-58713079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範例｜課程與研究設計教練 Gem</a:t>
            </a:r>
          </a:p>
        </p:txBody>
      </p:sp>
      <p:cxnSp>
        <p:nvCxnSpPr>
          <p:cNvPr id="19" name="shape-3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4">
            <a:extLst xmlns:a="http://schemas.openxmlformats.org/drawingml/2006/main">
              <a:ext uri="{FF2B5EF4-FFF2-40B4-BE49-F238E27FC236}">
                <a16:creationId xmlns:a16="http://schemas.microsoft.com/office/drawing/2014/main" id="{A27B993F-F250-4C37-95E7-7682F266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B4F392F-7878-4062-B414-1E703538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65">
            <a:extLst xmlns:a="http://schemas.openxmlformats.org/drawingml/2006/main">
              <a:ext uri="{FF2B5EF4-FFF2-40B4-BE49-F238E27FC236}">
                <a16:creationId xmlns:a16="http://schemas.microsoft.com/office/drawing/2014/main" id="{E45C7A9D-9FEB-4C9E-899B-9EAF517B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先詢問課程／研究目標、對象、資料與目前困難。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提出 3 個可實作方案，不替教師或研究者做最終決定。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每個方案列出流程、時間、證據與驗證方式。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以上傳的課程或研究資料為優先；資料不足時明確指出。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先給一頁摘要，再給可直接使用的工作表格，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最後列出風險與需要人工確認的事項。</a:t>
            </a:r>
          </a:p>
        </p:txBody>
      </p:sp>
      <p:sp>
        <p:nvSpPr>
          <p:cNvPr id="7" name="text-366">
            <a:extLst xmlns:a="http://schemas.openxmlformats.org/drawingml/2006/main">
              <a:ext uri="{FF2B5EF4-FFF2-40B4-BE49-F238E27FC236}">
                <a16:creationId xmlns:a16="http://schemas.microsoft.com/office/drawing/2014/main" id="{D99E1A79-03AB-4024-A43A-0B0F2DC5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先問再做</a:t>
            </a:r>
          </a:p>
        </p:txBody>
      </p:sp>
      <p:sp>
        <p:nvSpPr>
          <p:cNvPr id="8" name="text-367">
            <a:extLst xmlns:a="http://schemas.openxmlformats.org/drawingml/2006/main">
              <a:ext uri="{FF2B5EF4-FFF2-40B4-BE49-F238E27FC236}">
                <a16:creationId xmlns:a16="http://schemas.microsoft.com/office/drawing/2014/main" id="{197A79EF-D6F3-435E-9A7A-D98C0AA0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避免資訊不足時直接產生看似完整的答案。</a:t>
            </a:r>
          </a:p>
        </p:txBody>
      </p:sp>
      <p:sp>
        <p:nvSpPr>
          <p:cNvPr id="9" name="text-368">
            <a:extLst xmlns:a="http://schemas.openxmlformats.org/drawingml/2006/main">
              <a:ext uri="{FF2B5EF4-FFF2-40B4-BE49-F238E27FC236}">
                <a16:creationId xmlns:a16="http://schemas.microsoft.com/office/drawing/2014/main" id="{2905B099-5692-4E57-96DF-4274E610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369">
            <a:extLst xmlns:a="http://schemas.openxmlformats.org/drawingml/2006/main">
              <a:ext uri="{FF2B5EF4-FFF2-40B4-BE49-F238E27FC236}">
                <a16:creationId xmlns:a16="http://schemas.microsoft.com/office/drawing/2014/main" id="{3B2AA6F1-E050-41B6-B853-5A5B3CFC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370">
            <a:extLst xmlns:a="http://schemas.openxmlformats.org/drawingml/2006/main">
              <a:ext uri="{FF2B5EF4-FFF2-40B4-BE49-F238E27FC236}">
                <a16:creationId xmlns:a16="http://schemas.microsoft.com/office/drawing/2014/main" id="{9A35E954-7B19-4424-A3B2-47DD2BFC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固定交付格式</a:t>
            </a:r>
          </a:p>
        </p:txBody>
      </p:sp>
      <p:sp>
        <p:nvSpPr>
          <p:cNvPr id="12" name="text-371">
            <a:extLst xmlns:a="http://schemas.openxmlformats.org/drawingml/2006/main">
              <a:ext uri="{FF2B5EF4-FFF2-40B4-BE49-F238E27FC236}">
                <a16:creationId xmlns:a16="http://schemas.microsoft.com/office/drawing/2014/main" id="{5AA18D92-38FC-4663-A411-09712DA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讓每次輸出都容易比較、修改與共備。</a:t>
            </a:r>
          </a:p>
        </p:txBody>
      </p:sp>
      <p:sp>
        <p:nvSpPr>
          <p:cNvPr id="13" name="text-646">
            <a:extLst xmlns:a="http://schemas.openxmlformats.org/drawingml/2006/main">
              <a:ext uri="{FF2B5EF4-FFF2-40B4-BE49-F238E27FC236}">
                <a16:creationId xmlns:a16="http://schemas.microsoft.com/office/drawing/2014/main" id="{8B4990CA-DC58-467C-AE68-CCEBE797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9b45e77062495d"/>
              </a:rPr>
              <a:t>建立自訂 Gem ↗</a:t>
            </a:r>
          </a:p>
        </p:txBody>
      </p:sp>
      <p:sp>
        <p:nvSpPr>
          <p:cNvPr id="14" name="shape-683">
            <a:extLst xmlns:a="http://schemas.openxmlformats.org/drawingml/2006/main">
              <a:ext uri="{FF2B5EF4-FFF2-40B4-BE49-F238E27FC236}">
                <a16:creationId xmlns:a16="http://schemas.microsoft.com/office/drawing/2014/main" id="{D1949546-0298-4DE5-BF67-DB3AC090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9ec1d919d44a2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684">
            <a:extLst xmlns:a="http://schemas.openxmlformats.org/drawingml/2006/main">
              <a:ext uri="{FF2B5EF4-FFF2-40B4-BE49-F238E27FC236}">
                <a16:creationId xmlns:a16="http://schemas.microsoft.com/office/drawing/2014/main" id="{060D2680-B512-4D42-BB66-CC7C198D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07215935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72">
            <a:extLst xmlns:a="http://schemas.openxmlformats.org/drawingml/2006/main">
              <a:ext uri="{FF2B5EF4-FFF2-40B4-BE49-F238E27FC236}">
                <a16:creationId xmlns:a16="http://schemas.microsoft.com/office/drawing/2014/main" id="{3A757631-D55B-4A98-8C73-4F0C4C36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9285A3-C4D2-4337-98D1-5D604D6C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實作二｜建立並壓力測試專屬 Gem</a:t>
            </a:r>
          </a:p>
        </p:txBody>
      </p:sp>
      <p:cxnSp>
        <p:nvCxnSpPr>
          <p:cNvPr id="25" name="shape-3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4">
            <a:extLst xmlns:a="http://schemas.openxmlformats.org/drawingml/2006/main">
              <a:ext uri="{FF2B5EF4-FFF2-40B4-BE49-F238E27FC236}">
                <a16:creationId xmlns:a16="http://schemas.microsoft.com/office/drawing/2014/main" id="{F62B8FE2-8219-42CC-A2B4-0BB88D70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4A14DE-17B6-402F-A2A9-0C204449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text-375">
            <a:extLst xmlns:a="http://schemas.openxmlformats.org/drawingml/2006/main">
              <a:ext uri="{FF2B5EF4-FFF2-40B4-BE49-F238E27FC236}">
                <a16:creationId xmlns:a16="http://schemas.microsoft.com/office/drawing/2014/main" id="{05A0CCE7-5EDF-4113-90D5-79E2BCF3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76">
            <a:extLst xmlns:a="http://schemas.openxmlformats.org/drawingml/2006/main">
              <a:ext uri="{FF2B5EF4-FFF2-40B4-BE49-F238E27FC236}">
                <a16:creationId xmlns:a16="http://schemas.microsoft.com/office/drawing/2014/main" id="{A2511A45-192B-4695-B60B-800AB227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77">
            <a:extLst xmlns:a="http://schemas.openxmlformats.org/drawingml/2006/main">
              <a:ext uri="{FF2B5EF4-FFF2-40B4-BE49-F238E27FC236}">
                <a16:creationId xmlns:a16="http://schemas.microsoft.com/office/drawing/2014/main" id="{019FE47D-65B6-4840-8706-BB165EDA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78">
            <a:extLst xmlns:a="http://schemas.openxmlformats.org/drawingml/2006/main">
              <a:ext uri="{FF2B5EF4-FFF2-40B4-BE49-F238E27FC236}">
                <a16:creationId xmlns:a16="http://schemas.microsoft.com/office/drawing/2014/main" id="{9C93655E-43D8-423D-AABB-995AA243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用四格完成 Gem 指令</a:t>
            </a:r>
          </a:p>
        </p:txBody>
      </p:sp>
      <p:sp>
        <p:nvSpPr>
          <p:cNvPr id="10" name="text-379">
            <a:extLst xmlns:a="http://schemas.openxmlformats.org/drawingml/2006/main">
              <a:ext uri="{FF2B5EF4-FFF2-40B4-BE49-F238E27FC236}">
                <a16:creationId xmlns:a16="http://schemas.microsoft.com/office/drawing/2014/main" id="{A7D37B3C-8745-464C-B146-24D616D9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80">
            <a:extLst xmlns:a="http://schemas.openxmlformats.org/drawingml/2006/main">
              <a:ext uri="{FF2B5EF4-FFF2-40B4-BE49-F238E27FC236}">
                <a16:creationId xmlns:a16="http://schemas.microsoft.com/office/drawing/2014/main" id="{48EA84C9-1699-4A67-8191-CA8C7F4B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加入必要的課程背景檔案</a:t>
            </a:r>
          </a:p>
        </p:txBody>
      </p:sp>
      <p:sp>
        <p:nvSpPr>
          <p:cNvPr id="12" name="text-381">
            <a:extLst xmlns:a="http://schemas.openxmlformats.org/drawingml/2006/main">
              <a:ext uri="{FF2B5EF4-FFF2-40B4-BE49-F238E27FC236}">
                <a16:creationId xmlns:a16="http://schemas.microsoft.com/office/drawing/2014/main" id="{1E1CA09E-95F3-4053-8E37-AC754F3F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82">
            <a:extLst xmlns:a="http://schemas.openxmlformats.org/drawingml/2006/main">
              <a:ext uri="{FF2B5EF4-FFF2-40B4-BE49-F238E27FC236}">
                <a16:creationId xmlns:a16="http://schemas.microsoft.com/office/drawing/2014/main" id="{31122676-4FAF-43C0-92D4-726889D1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</a:t>
            </a:r>
          </a:p>
        </p:txBody>
      </p:sp>
      <p:sp>
        <p:nvSpPr>
          <p:cNvPr id="14" name="text-383">
            <a:extLst xmlns:a="http://schemas.openxmlformats.org/drawingml/2006/main">
              <a:ext uri="{FF2B5EF4-FFF2-40B4-BE49-F238E27FC236}">
                <a16:creationId xmlns:a16="http://schemas.microsoft.com/office/drawing/2014/main" id="{A6773179-EF36-40EF-92FE-C92031EFA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84">
            <a:extLst xmlns:a="http://schemas.openxmlformats.org/drawingml/2006/main">
              <a:ext uri="{FF2B5EF4-FFF2-40B4-BE49-F238E27FC236}">
                <a16:creationId xmlns:a16="http://schemas.microsoft.com/office/drawing/2014/main" id="{17D50223-40E9-4398-9187-6BBE98D6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用模糊或越界案例再測一次</a:t>
            </a:r>
          </a:p>
        </p:txBody>
      </p:sp>
      <p:sp>
        <p:nvSpPr>
          <p:cNvPr id="16" name="shape-385">
            <a:extLst xmlns:a="http://schemas.openxmlformats.org/drawingml/2006/main">
              <a:ext uri="{FF2B5EF4-FFF2-40B4-BE49-F238E27FC236}">
                <a16:creationId xmlns:a16="http://schemas.microsoft.com/office/drawing/2014/main" id="{0A6B52E0-8792-44D3-8DAE-7C042EF8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86">
            <a:extLst xmlns:a="http://schemas.openxmlformats.org/drawingml/2006/main">
              <a:ext uri="{FF2B5EF4-FFF2-40B4-BE49-F238E27FC236}">
                <a16:creationId xmlns:a16="http://schemas.microsoft.com/office/drawing/2014/main" id="{D853F6FB-1529-47E0-8EDE-6EC28BB8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87">
            <a:extLst xmlns:a="http://schemas.openxmlformats.org/drawingml/2006/main">
              <a:ext uri="{FF2B5EF4-FFF2-40B4-BE49-F238E27FC236}">
                <a16:creationId xmlns:a16="http://schemas.microsoft.com/office/drawing/2014/main" id="{D71990B0-D0BF-4712-9DAD-94CF7E87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名稱說明用途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不捏造課程事實</a:t>
            </a:r>
          </a:p>
        </p:txBody>
      </p:sp>
      <p:sp>
        <p:nvSpPr>
          <p:cNvPr id="19" name="text-647">
            <a:extLst xmlns:a="http://schemas.openxmlformats.org/drawingml/2006/main">
              <a:ext uri="{FF2B5EF4-FFF2-40B4-BE49-F238E27FC236}">
                <a16:creationId xmlns:a16="http://schemas.microsoft.com/office/drawing/2014/main" id="{5A9992D9-1B7C-4022-8770-21F350C3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5f13febe618405e"/>
              </a:rPr>
              <a:t>建立自訂 Gem ↗</a:t>
            </a:r>
          </a:p>
        </p:txBody>
      </p:sp>
      <p:sp>
        <p:nvSpPr>
          <p:cNvPr id="20" name="shape-685">
            <a:extLst xmlns:a="http://schemas.openxmlformats.org/drawingml/2006/main">
              <a:ext uri="{FF2B5EF4-FFF2-40B4-BE49-F238E27FC236}">
                <a16:creationId xmlns:a16="http://schemas.microsoft.com/office/drawing/2014/main" id="{69254002-E3B2-4284-B6C8-2768A0E8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2da3e40fe8464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686">
            <a:extLst xmlns:a="http://schemas.openxmlformats.org/drawingml/2006/main">
              <a:ext uri="{FF2B5EF4-FFF2-40B4-BE49-F238E27FC236}">
                <a16:creationId xmlns:a16="http://schemas.microsoft.com/office/drawing/2014/main" id="{29977993-BBDB-4E55-8B6F-E855C662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7547204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88">
            <a:extLst xmlns:a="http://schemas.openxmlformats.org/drawingml/2006/main">
              <a:ext uri="{FF2B5EF4-FFF2-40B4-BE49-F238E27FC236}">
                <a16:creationId xmlns:a16="http://schemas.microsoft.com/office/drawing/2014/main" id="{B650CEB7-B244-4E91-A49C-FF083C19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1AE4D83-9CDA-4565-A3E9-5C506DB8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3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90">
            <a:extLst xmlns:a="http://schemas.openxmlformats.org/drawingml/2006/main">
              <a:ext uri="{FF2B5EF4-FFF2-40B4-BE49-F238E27FC236}">
                <a16:creationId xmlns:a16="http://schemas.microsoft.com/office/drawing/2014/main" id="{62115ACA-331C-4E25-B4EB-0E503B85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7F9DF2-CED8-485D-BDB3-730358F4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391">
            <a:extLst xmlns:a="http://schemas.openxmlformats.org/drawingml/2006/main">
              <a:ext uri="{FF2B5EF4-FFF2-40B4-BE49-F238E27FC236}">
                <a16:creationId xmlns:a16="http://schemas.microsoft.com/office/drawing/2014/main" id="{FF6D0F8C-E2C1-401A-86B8-62FD19C1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92">
            <a:extLst xmlns:a="http://schemas.openxmlformats.org/drawingml/2006/main">
              <a:ext uri="{FF2B5EF4-FFF2-40B4-BE49-F238E27FC236}">
                <a16:creationId xmlns:a16="http://schemas.microsoft.com/office/drawing/2014/main" id="{E8B3C1E0-639D-4786-8B40-BF16B722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93">
            <a:extLst xmlns:a="http://schemas.openxmlformats.org/drawingml/2006/main">
              <a:ext uri="{FF2B5EF4-FFF2-40B4-BE49-F238E27FC236}">
                <a16:creationId xmlns:a16="http://schemas.microsoft.com/office/drawing/2014/main" id="{04987FD2-57CE-4F85-8697-833A2F29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394">
            <a:extLst xmlns:a="http://schemas.openxmlformats.org/drawingml/2006/main">
              <a:ext uri="{FF2B5EF4-FFF2-40B4-BE49-F238E27FC236}">
                <a16:creationId xmlns:a16="http://schemas.microsoft.com/office/drawing/2014/main" id="{5696EDAB-1F75-4FAB-9F2C-2E21129E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395">
            <a:extLst xmlns:a="http://schemas.openxmlformats.org/drawingml/2006/main">
              <a:ext uri="{FF2B5EF4-FFF2-40B4-BE49-F238E27FC236}">
                <a16:creationId xmlns:a16="http://schemas.microsoft.com/office/drawing/2014/main" id="{96A96FA7-C7B5-484F-97C0-E83C193A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96">
            <a:extLst xmlns:a="http://schemas.openxmlformats.org/drawingml/2006/main">
              <a:ext uri="{FF2B5EF4-FFF2-40B4-BE49-F238E27FC236}">
                <a16:creationId xmlns:a16="http://schemas.microsoft.com/office/drawing/2014/main" id="{A768ACE1-0E66-494D-91AA-2CBDFCCC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97">
            <a:extLst xmlns:a="http://schemas.openxmlformats.org/drawingml/2006/main">
              <a:ext uri="{FF2B5EF4-FFF2-40B4-BE49-F238E27FC236}">
                <a16:creationId xmlns:a16="http://schemas.microsoft.com/office/drawing/2014/main" id="{894E47F8-3744-4FFF-8FFD-9DEA4B25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398">
            <a:extLst xmlns:a="http://schemas.openxmlformats.org/drawingml/2006/main">
              <a:ext uri="{FF2B5EF4-FFF2-40B4-BE49-F238E27FC236}">
                <a16:creationId xmlns:a16="http://schemas.microsoft.com/office/drawing/2014/main" id="{F1F169F7-04C9-475F-B3F7-919BA28B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399">
            <a:extLst xmlns:a="http://schemas.openxmlformats.org/drawingml/2006/main">
              <a:ext uri="{FF2B5EF4-FFF2-40B4-BE49-F238E27FC236}">
                <a16:creationId xmlns:a16="http://schemas.microsoft.com/office/drawing/2014/main" id="{C3E08C80-97E0-41E2-B51C-CB4DF7FA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00">
            <a:extLst xmlns:a="http://schemas.openxmlformats.org/drawingml/2006/main">
              <a:ext uri="{FF2B5EF4-FFF2-40B4-BE49-F238E27FC236}">
                <a16:creationId xmlns:a16="http://schemas.microsoft.com/office/drawing/2014/main" id="{434F42C5-001C-4E33-BAB6-B65738EF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01">
            <a:extLst xmlns:a="http://schemas.openxmlformats.org/drawingml/2006/main">
              <a:ext uri="{FF2B5EF4-FFF2-40B4-BE49-F238E27FC236}">
                <a16:creationId xmlns:a16="http://schemas.microsoft.com/office/drawing/2014/main" id="{22D7A6C2-03D9-4D1F-8BF7-8710EDDE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402">
            <a:extLst xmlns:a="http://schemas.openxmlformats.org/drawingml/2006/main">
              <a:ext uri="{FF2B5EF4-FFF2-40B4-BE49-F238E27FC236}">
                <a16:creationId xmlns:a16="http://schemas.microsoft.com/office/drawing/2014/main" id="{2EA3A022-EAD7-4597-A1AC-F5866B4E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403">
            <a:extLst xmlns:a="http://schemas.openxmlformats.org/drawingml/2006/main">
              <a:ext uri="{FF2B5EF4-FFF2-40B4-BE49-F238E27FC236}">
                <a16:creationId xmlns:a16="http://schemas.microsoft.com/office/drawing/2014/main" id="{E4958826-FF3D-4FB5-9037-48EBC30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04">
            <a:extLst xmlns:a="http://schemas.openxmlformats.org/drawingml/2006/main">
              <a:ext uri="{FF2B5EF4-FFF2-40B4-BE49-F238E27FC236}">
                <a16:creationId xmlns:a16="http://schemas.microsoft.com/office/drawing/2014/main" id="{75A174CD-44F8-408B-9761-122D697F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05">
            <a:extLst xmlns:a="http://schemas.openxmlformats.org/drawingml/2006/main">
              <a:ext uri="{FF2B5EF4-FFF2-40B4-BE49-F238E27FC236}">
                <a16:creationId xmlns:a16="http://schemas.microsoft.com/office/drawing/2014/main" id="{45981C75-4912-44F6-9E50-2B67B09FC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406">
            <a:extLst xmlns:a="http://schemas.openxmlformats.org/drawingml/2006/main">
              <a:ext uri="{FF2B5EF4-FFF2-40B4-BE49-F238E27FC236}">
                <a16:creationId xmlns:a16="http://schemas.microsoft.com/office/drawing/2014/main" id="{3FD79E88-C011-4063-8DA8-8F62875A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648">
            <a:extLst xmlns:a="http://schemas.openxmlformats.org/drawingml/2006/main">
              <a:ext uri="{FF2B5EF4-FFF2-40B4-BE49-F238E27FC236}">
                <a16:creationId xmlns:a16="http://schemas.microsoft.com/office/drawing/2014/main" id="{DAA9F033-8E2E-4661-BA5E-08894646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0a9b8a655654d4e"/>
              </a:rPr>
              <a:t>建立自訂 Gem ↗</a:t>
            </a:r>
          </a:p>
        </p:txBody>
      </p:sp>
      <p:sp>
        <p:nvSpPr>
          <p:cNvPr id="23" name="shape-687">
            <a:extLst xmlns:a="http://schemas.openxmlformats.org/drawingml/2006/main">
              <a:ext uri="{FF2B5EF4-FFF2-40B4-BE49-F238E27FC236}">
                <a16:creationId xmlns:a16="http://schemas.microsoft.com/office/drawing/2014/main" id="{A92EF13E-EB83-4201-BA7C-E0DB5A11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873e664b2d4aa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88">
            <a:extLst xmlns:a="http://schemas.openxmlformats.org/drawingml/2006/main">
              <a:ext uri="{FF2B5EF4-FFF2-40B4-BE49-F238E27FC236}">
                <a16:creationId xmlns:a16="http://schemas.microsoft.com/office/drawing/2014/main" id="{B9BF18D8-FEAC-4B11-B59B-445EDE63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9581848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07">
            <a:extLst xmlns:a="http://schemas.openxmlformats.org/drawingml/2006/main">
              <a:ext uri="{FF2B5EF4-FFF2-40B4-BE49-F238E27FC236}">
                <a16:creationId xmlns:a16="http://schemas.microsoft.com/office/drawing/2014/main" id="{22E46E9A-432E-45F7-85C7-6BCC400C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408">
            <a:extLst xmlns:a="http://schemas.openxmlformats.org/drawingml/2006/main">
              <a:ext uri="{FF2B5EF4-FFF2-40B4-BE49-F238E27FC236}">
                <a16:creationId xmlns:a16="http://schemas.microsoft.com/office/drawing/2014/main" id="{532A1B8D-B1FD-4AD1-B785-3545EDB3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409">
            <a:extLst xmlns:a="http://schemas.openxmlformats.org/drawingml/2006/main">
              <a:ext uri="{FF2B5EF4-FFF2-40B4-BE49-F238E27FC236}">
                <a16:creationId xmlns:a16="http://schemas.microsoft.com/office/drawing/2014/main" id="{625B2F13-FE5E-4DBD-8F3E-B9AA6469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410">
            <a:extLst xmlns:a="http://schemas.openxmlformats.org/drawingml/2006/main">
              <a:ext uri="{FF2B5EF4-FFF2-40B4-BE49-F238E27FC236}">
                <a16:creationId xmlns:a16="http://schemas.microsoft.com/office/drawing/2014/main" id="{1173B9ED-9B15-4A5D-B94B-CECBC516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11">
            <a:extLst xmlns:a="http://schemas.openxmlformats.org/drawingml/2006/main">
              <a:ext uri="{FF2B5EF4-FFF2-40B4-BE49-F238E27FC236}">
                <a16:creationId xmlns:a16="http://schemas.microsoft.com/office/drawing/2014/main" id="{E35C48E5-5F95-472F-9740-FFB8A7BC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13">
            <a:extLst xmlns:a="http://schemas.openxmlformats.org/drawingml/2006/main">
              <a:ext uri="{FF2B5EF4-FFF2-40B4-BE49-F238E27FC236}">
                <a16:creationId xmlns:a16="http://schemas.microsoft.com/office/drawing/2014/main" id="{DB063910-9D1D-464E-8404-4A933504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646CD5-4C08-4275-A247-270437E3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649">
            <a:extLst xmlns:a="http://schemas.openxmlformats.org/drawingml/2006/main">
              <a:ext uri="{FF2B5EF4-FFF2-40B4-BE49-F238E27FC236}">
                <a16:creationId xmlns:a16="http://schemas.microsoft.com/office/drawing/2014/main" id="{95643F7E-5E74-41E6-8A71-109CF4DD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c20c8d43af141a5"/>
              </a:rPr>
              <a:t>開啟 Gemini Canvas ↗</a:t>
            </a:r>
          </a:p>
        </p:txBody>
      </p:sp>
      <p:sp>
        <p:nvSpPr>
          <p:cNvPr id="10" name="shape-689">
            <a:extLst xmlns:a="http://schemas.openxmlformats.org/drawingml/2006/main">
              <a:ext uri="{FF2B5EF4-FFF2-40B4-BE49-F238E27FC236}">
                <a16:creationId xmlns:a16="http://schemas.microsoft.com/office/drawing/2014/main" id="{94772624-6020-4766-9F65-5588F2AD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674d5c75146e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90">
            <a:extLst xmlns:a="http://schemas.openxmlformats.org/drawingml/2006/main">
              <a:ext uri="{FF2B5EF4-FFF2-40B4-BE49-F238E27FC236}">
                <a16:creationId xmlns:a16="http://schemas.microsoft.com/office/drawing/2014/main" id="{71946C04-909C-497A-B245-BB5B6066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212120243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14">
            <a:extLst xmlns:a="http://schemas.openxmlformats.org/drawingml/2006/main">
              <a:ext uri="{FF2B5EF4-FFF2-40B4-BE49-F238E27FC236}">
                <a16:creationId xmlns:a16="http://schemas.microsoft.com/office/drawing/2014/main" id="{1D4C19B2-C4E0-486E-A870-036311FB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B61EB5-8FA6-42F6-9A57-979C5D31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互動教學網站提示詞公式</a:t>
            </a:r>
          </a:p>
        </p:txBody>
      </p:sp>
      <p:cxnSp>
        <p:nvCxnSpPr>
          <p:cNvPr id="28" name="shape-4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16">
            <a:extLst xmlns:a="http://schemas.openxmlformats.org/drawingml/2006/main">
              <a:ext uri="{FF2B5EF4-FFF2-40B4-BE49-F238E27FC236}">
                <a16:creationId xmlns:a16="http://schemas.microsoft.com/office/drawing/2014/main" id="{1902E8BA-5B8A-419C-B95C-D7DFEB5B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52A6474-C1D7-4A03-AF1B-0D38F062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17">
            <a:extLst xmlns:a="http://schemas.openxmlformats.org/drawingml/2006/main">
              <a:ext uri="{FF2B5EF4-FFF2-40B4-BE49-F238E27FC236}">
                <a16:creationId xmlns:a16="http://schemas.microsoft.com/office/drawing/2014/main" id="{D8FD5878-063D-45AF-9983-B6DC5D54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18">
            <a:extLst xmlns:a="http://schemas.openxmlformats.org/drawingml/2006/main">
              <a:ext uri="{FF2B5EF4-FFF2-40B4-BE49-F238E27FC236}">
                <a16:creationId xmlns:a16="http://schemas.microsoft.com/office/drawing/2014/main" id="{151E24F6-7406-4226-9BAC-2E880108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419">
            <a:extLst xmlns:a="http://schemas.openxmlformats.org/drawingml/2006/main">
              <a:ext uri="{FF2B5EF4-FFF2-40B4-BE49-F238E27FC236}">
                <a16:creationId xmlns:a16="http://schemas.microsoft.com/office/drawing/2014/main" id="{E32D6253-0E82-4F68-AF06-B286D9DB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對象與情境</a:t>
            </a:r>
          </a:p>
        </p:txBody>
      </p:sp>
      <p:sp>
        <p:nvSpPr>
          <p:cNvPr id="9" name="text-420">
            <a:extLst xmlns:a="http://schemas.openxmlformats.org/drawingml/2006/main">
              <a:ext uri="{FF2B5EF4-FFF2-40B4-BE49-F238E27FC236}">
                <a16:creationId xmlns:a16="http://schemas.microsoft.com/office/drawing/2014/main" id="{82E03775-AC3E-4202-AC95-02029A51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為哪一門課、哪一群學生、在哪個教學階段使用？</a:t>
            </a:r>
          </a:p>
        </p:txBody>
      </p:sp>
      <p:sp>
        <p:nvSpPr>
          <p:cNvPr id="10" name="shape-421">
            <a:extLst xmlns:a="http://schemas.openxmlformats.org/drawingml/2006/main">
              <a:ext uri="{FF2B5EF4-FFF2-40B4-BE49-F238E27FC236}">
                <a16:creationId xmlns:a16="http://schemas.microsoft.com/office/drawing/2014/main" id="{C0840B22-4345-4AD1-8981-27C0F1E6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22">
            <a:extLst xmlns:a="http://schemas.openxmlformats.org/drawingml/2006/main">
              <a:ext uri="{FF2B5EF4-FFF2-40B4-BE49-F238E27FC236}">
                <a16:creationId xmlns:a16="http://schemas.microsoft.com/office/drawing/2014/main" id="{266CE422-AF9E-4976-AE79-E38AC097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23">
            <a:extLst xmlns:a="http://schemas.openxmlformats.org/drawingml/2006/main">
              <a:ext uri="{FF2B5EF4-FFF2-40B4-BE49-F238E27FC236}">
                <a16:creationId xmlns:a16="http://schemas.microsoft.com/office/drawing/2014/main" id="{56A41F77-5854-41D7-9E44-B38C3825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學習任務</a:t>
            </a:r>
          </a:p>
        </p:txBody>
      </p:sp>
      <p:sp>
        <p:nvSpPr>
          <p:cNvPr id="13" name="text-424">
            <a:extLst xmlns:a="http://schemas.openxmlformats.org/drawingml/2006/main">
              <a:ext uri="{FF2B5EF4-FFF2-40B4-BE49-F238E27FC236}">
                <a16:creationId xmlns:a16="http://schemas.microsoft.com/office/drawing/2014/main" id="{5841D065-5F60-43E7-99B4-400B88B3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學生要比較、排序、模擬、練習或做決策？</a:t>
            </a:r>
          </a:p>
        </p:txBody>
      </p:sp>
      <p:sp>
        <p:nvSpPr>
          <p:cNvPr id="14" name="shape-425">
            <a:extLst xmlns:a="http://schemas.openxmlformats.org/drawingml/2006/main">
              <a:ext uri="{FF2B5EF4-FFF2-40B4-BE49-F238E27FC236}">
                <a16:creationId xmlns:a16="http://schemas.microsoft.com/office/drawing/2014/main" id="{10BF8E29-82FA-45E9-84A1-A355BBF3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26">
            <a:extLst xmlns:a="http://schemas.openxmlformats.org/drawingml/2006/main">
              <a:ext uri="{FF2B5EF4-FFF2-40B4-BE49-F238E27FC236}">
                <a16:creationId xmlns:a16="http://schemas.microsoft.com/office/drawing/2014/main" id="{C84E9FC2-6AC8-487A-8338-CFB05604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27">
            <a:extLst xmlns:a="http://schemas.openxmlformats.org/drawingml/2006/main">
              <a:ext uri="{FF2B5EF4-FFF2-40B4-BE49-F238E27FC236}">
                <a16:creationId xmlns:a16="http://schemas.microsoft.com/office/drawing/2014/main" id="{84AD6D30-EAED-4971-9F01-AEB0AB23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互動與回饋</a:t>
            </a:r>
          </a:p>
        </p:txBody>
      </p:sp>
      <p:sp>
        <p:nvSpPr>
          <p:cNvPr id="17" name="text-428">
            <a:extLst xmlns:a="http://schemas.openxmlformats.org/drawingml/2006/main">
              <a:ext uri="{FF2B5EF4-FFF2-40B4-BE49-F238E27FC236}">
                <a16:creationId xmlns:a16="http://schemas.microsoft.com/office/drawing/2014/main" id="{8BAD618C-A940-481D-B428-53480AA9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點擊後會發生什麼？如何看見正確、進步或提示？</a:t>
            </a:r>
          </a:p>
        </p:txBody>
      </p:sp>
      <p:sp>
        <p:nvSpPr>
          <p:cNvPr id="18" name="shape-429">
            <a:extLst xmlns:a="http://schemas.openxmlformats.org/drawingml/2006/main">
              <a:ext uri="{FF2B5EF4-FFF2-40B4-BE49-F238E27FC236}">
                <a16:creationId xmlns:a16="http://schemas.microsoft.com/office/drawing/2014/main" id="{EB28163A-7D7D-4086-997F-F134D8FF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30">
            <a:extLst xmlns:a="http://schemas.openxmlformats.org/drawingml/2006/main">
              <a:ext uri="{FF2B5EF4-FFF2-40B4-BE49-F238E27FC236}">
                <a16:creationId xmlns:a16="http://schemas.microsoft.com/office/drawing/2014/main" id="{A6B3DED8-0CF8-4148-88D3-1BF6A752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431">
            <a:extLst xmlns:a="http://schemas.openxmlformats.org/drawingml/2006/main">
              <a:ext uri="{FF2B5EF4-FFF2-40B4-BE49-F238E27FC236}">
                <a16:creationId xmlns:a16="http://schemas.microsoft.com/office/drawing/2014/main" id="{180A6DA8-2C72-47A1-B95C-7F1654FD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限制與驗收</a:t>
            </a:r>
          </a:p>
        </p:txBody>
      </p:sp>
      <p:sp>
        <p:nvSpPr>
          <p:cNvPr id="21" name="text-432">
            <a:extLst xmlns:a="http://schemas.openxmlformats.org/drawingml/2006/main">
              <a:ext uri="{FF2B5EF4-FFF2-40B4-BE49-F238E27FC236}">
                <a16:creationId xmlns:a16="http://schemas.microsoft.com/office/drawing/2014/main" id="{8464CB65-5523-4446-B25C-594B4537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單檔、RWD、繁中、無個資、手機可用，並列測試清單。</a:t>
            </a:r>
          </a:p>
        </p:txBody>
      </p:sp>
      <p:sp>
        <p:nvSpPr>
          <p:cNvPr id="22" name="text-650">
            <a:extLst xmlns:a="http://schemas.openxmlformats.org/drawingml/2006/main">
              <a:ext uri="{FF2B5EF4-FFF2-40B4-BE49-F238E27FC236}">
                <a16:creationId xmlns:a16="http://schemas.microsoft.com/office/drawing/2014/main" id="{038C8EB6-5977-4509-9055-16E45994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5d8f60b36ce45a1"/>
              </a:rPr>
              <a:t>開啟 Gemini Canvas ↗</a:t>
            </a:r>
          </a:p>
        </p:txBody>
      </p:sp>
      <p:sp>
        <p:nvSpPr>
          <p:cNvPr id="23" name="shape-691">
            <a:extLst xmlns:a="http://schemas.openxmlformats.org/drawingml/2006/main">
              <a:ext uri="{FF2B5EF4-FFF2-40B4-BE49-F238E27FC236}">
                <a16:creationId xmlns:a16="http://schemas.microsoft.com/office/drawing/2014/main" id="{A6A7274B-F083-4349-8EF9-902F7D57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76a1e91694e0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92">
            <a:extLst xmlns:a="http://schemas.openxmlformats.org/drawingml/2006/main">
              <a:ext uri="{FF2B5EF4-FFF2-40B4-BE49-F238E27FC236}">
                <a16:creationId xmlns:a16="http://schemas.microsoft.com/office/drawing/2014/main" id="{02C63EE3-1286-473A-8646-D377F6EA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85648782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433">
            <a:extLst xmlns:a="http://schemas.openxmlformats.org/drawingml/2006/main">
              <a:ext uri="{FF2B5EF4-FFF2-40B4-BE49-F238E27FC236}">
                <a16:creationId xmlns:a16="http://schemas.microsoft.com/office/drawing/2014/main" id="{3E766410-EA32-42FB-B312-79EE459A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BUILD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563832-BA9C-4BBB-B073-70D17E01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建置循環：不要停在第一次生成</a:t>
            </a:r>
          </a:p>
        </p:txBody>
      </p:sp>
      <p:cxnSp>
        <p:nvCxnSpPr>
          <p:cNvPr id="36" name="shape-4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5">
            <a:extLst xmlns:a="http://schemas.openxmlformats.org/drawingml/2006/main">
              <a:ext uri="{FF2B5EF4-FFF2-40B4-BE49-F238E27FC236}">
                <a16:creationId xmlns:a16="http://schemas.microsoft.com/office/drawing/2014/main" id="{EC647671-78DE-4879-82CD-F78B4B7D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C009144-E7F4-4E10-8B72-6C20710C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436">
            <a:extLst xmlns:a="http://schemas.openxmlformats.org/drawingml/2006/main">
              <a:ext uri="{FF2B5EF4-FFF2-40B4-BE49-F238E27FC236}">
                <a16:creationId xmlns:a16="http://schemas.microsoft.com/office/drawing/2014/main" id="{179515A0-FCC3-4863-9BA3-CFC18958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437">
            <a:extLst xmlns:a="http://schemas.openxmlformats.org/drawingml/2006/main">
              <a:ext uri="{FF2B5EF4-FFF2-40B4-BE49-F238E27FC236}">
                <a16:creationId xmlns:a16="http://schemas.microsoft.com/office/drawing/2014/main" id="{43A1D016-99DD-441B-A924-B070941B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38">
            <a:extLst xmlns:a="http://schemas.openxmlformats.org/drawingml/2006/main">
              <a:ext uri="{FF2B5EF4-FFF2-40B4-BE49-F238E27FC236}">
                <a16:creationId xmlns:a16="http://schemas.microsoft.com/office/drawing/2014/main" id="{E6F7251F-9CD0-48A4-B517-7E870E56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39">
            <a:extLst xmlns:a="http://schemas.openxmlformats.org/drawingml/2006/main">
              <a:ext uri="{FF2B5EF4-FFF2-40B4-BE49-F238E27FC236}">
                <a16:creationId xmlns:a16="http://schemas.microsoft.com/office/drawing/2014/main" id="{ABA2BF5C-F89F-4EB0-A61F-987D2B5A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0" name="text-440">
            <a:extLst xmlns:a="http://schemas.openxmlformats.org/drawingml/2006/main">
              <a:ext uri="{FF2B5EF4-FFF2-40B4-BE49-F238E27FC236}">
                <a16:creationId xmlns:a16="http://schemas.microsoft.com/office/drawing/2014/main" id="{AAE18FB3-DFBE-48C3-8381-6A29F465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先做最小可用版</a:t>
            </a:r>
          </a:p>
        </p:txBody>
      </p:sp>
      <p:sp>
        <p:nvSpPr>
          <p:cNvPr id="11" name="text-441">
            <a:extLst xmlns:a="http://schemas.openxmlformats.org/drawingml/2006/main">
              <a:ext uri="{FF2B5EF4-FFF2-40B4-BE49-F238E27FC236}">
                <a16:creationId xmlns:a16="http://schemas.microsoft.com/office/drawing/2014/main" id="{CB504AB5-9A92-49E6-90D3-FDA8EC36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42">
            <a:extLst xmlns:a="http://schemas.openxmlformats.org/drawingml/2006/main">
              <a:ext uri="{FF2B5EF4-FFF2-40B4-BE49-F238E27FC236}">
                <a16:creationId xmlns:a16="http://schemas.microsoft.com/office/drawing/2014/main" id="{B2A06407-CA9F-4F99-80B5-747164C26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443">
            <a:extLst xmlns:a="http://schemas.openxmlformats.org/drawingml/2006/main">
              <a:ext uri="{FF2B5EF4-FFF2-40B4-BE49-F238E27FC236}">
                <a16:creationId xmlns:a16="http://schemas.microsoft.com/office/drawing/2014/main" id="{74C0BF67-9D3E-4398-AFDD-7701CA2C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44">
            <a:extLst xmlns:a="http://schemas.openxmlformats.org/drawingml/2006/main">
              <a:ext uri="{FF2B5EF4-FFF2-40B4-BE49-F238E27FC236}">
                <a16:creationId xmlns:a16="http://schemas.microsoft.com/office/drawing/2014/main" id="{4F7B6FEA-52E5-447F-A87F-AD65AB85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45">
            <a:extLst xmlns:a="http://schemas.openxmlformats.org/drawingml/2006/main">
              <a:ext uri="{FF2B5EF4-FFF2-40B4-BE49-F238E27FC236}">
                <a16:creationId xmlns:a16="http://schemas.microsoft.com/office/drawing/2014/main" id="{8C7C56D4-AD12-495A-AC1A-DE74D475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16" name="text-446">
            <a:extLst xmlns:a="http://schemas.openxmlformats.org/drawingml/2006/main">
              <a:ext uri="{FF2B5EF4-FFF2-40B4-BE49-F238E27FC236}">
                <a16:creationId xmlns:a16="http://schemas.microsoft.com/office/drawing/2014/main" id="{A8AEC076-5C8D-450D-90F5-AE18FC55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實際點完學生路徑</a:t>
            </a:r>
          </a:p>
        </p:txBody>
      </p:sp>
      <p:sp>
        <p:nvSpPr>
          <p:cNvPr id="17" name="text-447">
            <a:extLst xmlns:a="http://schemas.openxmlformats.org/drawingml/2006/main">
              <a:ext uri="{FF2B5EF4-FFF2-40B4-BE49-F238E27FC236}">
                <a16:creationId xmlns:a16="http://schemas.microsoft.com/office/drawing/2014/main" id="{D459C22E-1338-4E43-B559-D0BF8CF1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48">
            <a:extLst xmlns:a="http://schemas.openxmlformats.org/drawingml/2006/main">
              <a:ext uri="{FF2B5EF4-FFF2-40B4-BE49-F238E27FC236}">
                <a16:creationId xmlns:a16="http://schemas.microsoft.com/office/drawing/2014/main" id="{245FD58D-9430-4A14-87EA-85C5CF2B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449">
            <a:extLst xmlns:a="http://schemas.openxmlformats.org/drawingml/2006/main">
              <a:ext uri="{FF2B5EF4-FFF2-40B4-BE49-F238E27FC236}">
                <a16:creationId xmlns:a16="http://schemas.microsoft.com/office/drawing/2014/main" id="{28ED699F-2BAE-416B-801B-7986095D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50">
            <a:extLst xmlns:a="http://schemas.openxmlformats.org/drawingml/2006/main">
              <a:ext uri="{FF2B5EF4-FFF2-40B4-BE49-F238E27FC236}">
                <a16:creationId xmlns:a16="http://schemas.microsoft.com/office/drawing/2014/main" id="{A1B4FD14-E8D2-44C3-AEF4-DEC91818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1">
            <a:extLst xmlns:a="http://schemas.openxmlformats.org/drawingml/2006/main">
              <a:ext uri="{FF2B5EF4-FFF2-40B4-BE49-F238E27FC236}">
                <a16:creationId xmlns:a16="http://schemas.microsoft.com/office/drawing/2014/main" id="{F1E81B59-E6B6-47AD-A538-828639B6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檢查</a:t>
            </a:r>
          </a:p>
        </p:txBody>
      </p:sp>
      <p:sp>
        <p:nvSpPr>
          <p:cNvPr id="22" name="text-452">
            <a:extLst xmlns:a="http://schemas.openxmlformats.org/drawingml/2006/main">
              <a:ext uri="{FF2B5EF4-FFF2-40B4-BE49-F238E27FC236}">
                <a16:creationId xmlns:a16="http://schemas.microsoft.com/office/drawing/2014/main" id="{490FE70B-DAB6-499A-8AFC-52121FAF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看程式、錯誤與紀錄</a:t>
            </a:r>
          </a:p>
        </p:txBody>
      </p:sp>
      <p:sp>
        <p:nvSpPr>
          <p:cNvPr id="23" name="text-453">
            <a:extLst xmlns:a="http://schemas.openxmlformats.org/drawingml/2006/main">
              <a:ext uri="{FF2B5EF4-FFF2-40B4-BE49-F238E27FC236}">
                <a16:creationId xmlns:a16="http://schemas.microsoft.com/office/drawing/2014/main" id="{DEC51D16-C409-4B17-98FC-4D151522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54">
            <a:extLst xmlns:a="http://schemas.openxmlformats.org/drawingml/2006/main">
              <a:ext uri="{FF2B5EF4-FFF2-40B4-BE49-F238E27FC236}">
                <a16:creationId xmlns:a16="http://schemas.microsoft.com/office/drawing/2014/main" id="{FCA46F30-E755-4474-8E99-309DBFD52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455">
            <a:extLst xmlns:a="http://schemas.openxmlformats.org/drawingml/2006/main">
              <a:ext uri="{FF2B5EF4-FFF2-40B4-BE49-F238E27FC236}">
                <a16:creationId xmlns:a16="http://schemas.microsoft.com/office/drawing/2014/main" id="{940E9165-E45F-4DF9-8D62-7B3C5B37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56">
            <a:extLst xmlns:a="http://schemas.openxmlformats.org/drawingml/2006/main">
              <a:ext uri="{FF2B5EF4-FFF2-40B4-BE49-F238E27FC236}">
                <a16:creationId xmlns:a16="http://schemas.microsoft.com/office/drawing/2014/main" id="{101DCF3D-1B76-45AD-A274-F4667E88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57">
            <a:extLst xmlns:a="http://schemas.openxmlformats.org/drawingml/2006/main">
              <a:ext uri="{FF2B5EF4-FFF2-40B4-BE49-F238E27FC236}">
                <a16:creationId xmlns:a16="http://schemas.microsoft.com/office/drawing/2014/main" id="{8E1A37D6-971F-430E-8085-CCEA5014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458">
            <a:extLst xmlns:a="http://schemas.openxmlformats.org/drawingml/2006/main">
              <a:ext uri="{FF2B5EF4-FFF2-40B4-BE49-F238E27FC236}">
                <a16:creationId xmlns:a16="http://schemas.microsoft.com/office/drawing/2014/main" id="{0D7DA6E0-6137-4C6B-B9C2-CB368871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一次只修一類問題</a:t>
            </a:r>
          </a:p>
        </p:txBody>
      </p:sp>
      <p:sp>
        <p:nvSpPr>
          <p:cNvPr id="29" name="text-459">
            <a:extLst xmlns:a="http://schemas.openxmlformats.org/drawingml/2006/main">
              <a:ext uri="{FF2B5EF4-FFF2-40B4-BE49-F238E27FC236}">
                <a16:creationId xmlns:a16="http://schemas.microsoft.com/office/drawing/2014/main" id="{19601AA4-31FD-4649-BB9F-D5133AA9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51">
            <a:extLst xmlns:a="http://schemas.openxmlformats.org/drawingml/2006/main">
              <a:ext uri="{FF2B5EF4-FFF2-40B4-BE49-F238E27FC236}">
                <a16:creationId xmlns:a16="http://schemas.microsoft.com/office/drawing/2014/main" id="{E4284264-D391-4705-A363-9840922E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37b29ae16174fd2"/>
              </a:rPr>
              <a:t>開啟 Gemini Canvas ↗</a:t>
            </a:r>
          </a:p>
        </p:txBody>
      </p:sp>
      <p:sp>
        <p:nvSpPr>
          <p:cNvPr id="31" name="shape-693">
            <a:extLst xmlns:a="http://schemas.openxmlformats.org/drawingml/2006/main">
              <a:ext uri="{FF2B5EF4-FFF2-40B4-BE49-F238E27FC236}">
                <a16:creationId xmlns:a16="http://schemas.microsoft.com/office/drawing/2014/main" id="{D77DCC97-5A89-49E6-9E06-8BB65461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d4746f72642e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694">
            <a:extLst xmlns:a="http://schemas.openxmlformats.org/drawingml/2006/main">
              <a:ext uri="{FF2B5EF4-FFF2-40B4-BE49-F238E27FC236}">
                <a16:creationId xmlns:a16="http://schemas.microsoft.com/office/drawing/2014/main" id="{183A34A9-39D1-4C90-A998-59795466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54764924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60">
            <a:extLst xmlns:a="http://schemas.openxmlformats.org/drawingml/2006/main">
              <a:ext uri="{FF2B5EF4-FFF2-40B4-BE49-F238E27FC236}">
                <a16:creationId xmlns:a16="http://schemas.microsoft.com/office/drawing/2014/main" id="{3DC508A3-B4D3-4C3C-92C9-5A0E6D92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96571C-B866-42C2-B5D9-85B09A60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實作三｜做出一個互動教學原型</a:t>
            </a:r>
          </a:p>
        </p:txBody>
      </p:sp>
      <p:cxnSp>
        <p:nvCxnSpPr>
          <p:cNvPr id="25" name="shape-4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2">
            <a:extLst xmlns:a="http://schemas.openxmlformats.org/drawingml/2006/main">
              <a:ext uri="{FF2B5EF4-FFF2-40B4-BE49-F238E27FC236}">
                <a16:creationId xmlns:a16="http://schemas.microsoft.com/office/drawing/2014/main" id="{9EBD9464-D5EA-45E8-8040-F74AF74F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14DB46-2A58-4002-8B13-FE8744E8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text-463">
            <a:extLst xmlns:a="http://schemas.openxmlformats.org/drawingml/2006/main">
              <a:ext uri="{FF2B5EF4-FFF2-40B4-BE49-F238E27FC236}">
                <a16:creationId xmlns:a16="http://schemas.microsoft.com/office/drawing/2014/main" id="{C64AA520-248D-4C3D-9C33-12258942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64">
            <a:extLst xmlns:a="http://schemas.openxmlformats.org/drawingml/2006/main">
              <a:ext uri="{FF2B5EF4-FFF2-40B4-BE49-F238E27FC236}">
                <a16:creationId xmlns:a16="http://schemas.microsoft.com/office/drawing/2014/main" id="{D1B5E81F-C03F-4630-80EB-8DE687EA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65">
            <a:extLst xmlns:a="http://schemas.openxmlformats.org/drawingml/2006/main">
              <a:ext uri="{FF2B5EF4-FFF2-40B4-BE49-F238E27FC236}">
                <a16:creationId xmlns:a16="http://schemas.microsoft.com/office/drawing/2014/main" id="{313F1995-BC01-4FD7-B31C-4D16E6C3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66">
            <a:extLst xmlns:a="http://schemas.openxmlformats.org/drawingml/2006/main">
              <a:ext uri="{FF2B5EF4-FFF2-40B4-BE49-F238E27FC236}">
                <a16:creationId xmlns:a16="http://schemas.microsoft.com/office/drawing/2014/main" id="{02A47787-EC0A-462E-BC07-872B8C1D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貼入提示詞公式與核心內容</a:t>
            </a:r>
          </a:p>
        </p:txBody>
      </p:sp>
      <p:sp>
        <p:nvSpPr>
          <p:cNvPr id="10" name="text-467">
            <a:extLst xmlns:a="http://schemas.openxmlformats.org/drawingml/2006/main">
              <a:ext uri="{FF2B5EF4-FFF2-40B4-BE49-F238E27FC236}">
                <a16:creationId xmlns:a16="http://schemas.microsoft.com/office/drawing/2014/main" id="{8534631E-5A33-43D4-91B7-E8EDF667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68">
            <a:extLst xmlns:a="http://schemas.openxmlformats.org/drawingml/2006/main">
              <a:ext uri="{FF2B5EF4-FFF2-40B4-BE49-F238E27FC236}">
                <a16:creationId xmlns:a16="http://schemas.microsoft.com/office/drawing/2014/main" id="{74635E89-62B2-4EEE-BB8C-1626C681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產生第一版並完整操作</a:t>
            </a:r>
          </a:p>
        </p:txBody>
      </p:sp>
      <p:sp>
        <p:nvSpPr>
          <p:cNvPr id="12" name="text-469">
            <a:extLst xmlns:a="http://schemas.openxmlformats.org/drawingml/2006/main">
              <a:ext uri="{FF2B5EF4-FFF2-40B4-BE49-F238E27FC236}">
                <a16:creationId xmlns:a16="http://schemas.microsoft.com/office/drawing/2014/main" id="{935D398D-A454-4A64-8FED-F96D5EF2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70">
            <a:extLst xmlns:a="http://schemas.openxmlformats.org/drawingml/2006/main">
              <a:ext uri="{FF2B5EF4-FFF2-40B4-BE49-F238E27FC236}">
                <a16:creationId xmlns:a16="http://schemas.microsoft.com/office/drawing/2014/main" id="{2A084695-B7DD-4809-81D0-5A8278A9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請同組夥伴扮演學生測試</a:t>
            </a:r>
          </a:p>
        </p:txBody>
      </p:sp>
      <p:sp>
        <p:nvSpPr>
          <p:cNvPr id="14" name="text-471">
            <a:extLst xmlns:a="http://schemas.openxmlformats.org/drawingml/2006/main">
              <a:ext uri="{FF2B5EF4-FFF2-40B4-BE49-F238E27FC236}">
                <a16:creationId xmlns:a16="http://schemas.microsoft.com/office/drawing/2014/main" id="{CE448FEE-57A3-4643-A936-EF077F5E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72">
            <a:extLst xmlns:a="http://schemas.openxmlformats.org/drawingml/2006/main">
              <a:ext uri="{FF2B5EF4-FFF2-40B4-BE49-F238E27FC236}">
                <a16:creationId xmlns:a16="http://schemas.microsoft.com/office/drawing/2014/main" id="{FA9AE1C9-AC47-4617-8003-19ECE0BF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根據一項具體問題修改第二版</a:t>
            </a:r>
          </a:p>
        </p:txBody>
      </p:sp>
      <p:sp>
        <p:nvSpPr>
          <p:cNvPr id="16" name="shape-473">
            <a:extLst xmlns:a="http://schemas.openxmlformats.org/drawingml/2006/main">
              <a:ext uri="{FF2B5EF4-FFF2-40B4-BE49-F238E27FC236}">
                <a16:creationId xmlns:a16="http://schemas.microsoft.com/office/drawing/2014/main" id="{3CFA3A04-D809-4322-860B-43EF3A48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74">
            <a:extLst xmlns:a="http://schemas.openxmlformats.org/drawingml/2006/main">
              <a:ext uri="{FF2B5EF4-FFF2-40B4-BE49-F238E27FC236}">
                <a16:creationId xmlns:a16="http://schemas.microsoft.com/office/drawing/2014/main" id="{B59A9453-B31E-47E2-BCC5-37935518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75">
            <a:extLst xmlns:a="http://schemas.openxmlformats.org/drawingml/2006/main">
              <a:ext uri="{FF2B5EF4-FFF2-40B4-BE49-F238E27FC236}">
                <a16:creationId xmlns:a16="http://schemas.microsoft.com/office/drawing/2014/main" id="{CFF206BF-23FA-4F1D-BFAF-21BE5DA6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至少一個互動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有清楚回饋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手機寬度可操作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沒有學生個資</a:t>
            </a:r>
          </a:p>
        </p:txBody>
      </p:sp>
      <p:sp>
        <p:nvSpPr>
          <p:cNvPr id="19" name="text-652">
            <a:extLst xmlns:a="http://schemas.openxmlformats.org/drawingml/2006/main">
              <a:ext uri="{FF2B5EF4-FFF2-40B4-BE49-F238E27FC236}">
                <a16:creationId xmlns:a16="http://schemas.microsoft.com/office/drawing/2014/main" id="{08B0AEA7-1173-4316-AA19-4685EEFE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082a26503642f8"/>
              </a:rPr>
              <a:t>開啟 Gemini Canvas ↗</a:t>
            </a:r>
          </a:p>
        </p:txBody>
      </p:sp>
      <p:sp>
        <p:nvSpPr>
          <p:cNvPr id="20" name="shape-695">
            <a:extLst xmlns:a="http://schemas.openxmlformats.org/drawingml/2006/main">
              <a:ext uri="{FF2B5EF4-FFF2-40B4-BE49-F238E27FC236}">
                <a16:creationId xmlns:a16="http://schemas.microsoft.com/office/drawing/2014/main" id="{1E69BBFF-892B-4160-9DBF-E46A4255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90b77f2b9474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696">
            <a:extLst xmlns:a="http://schemas.openxmlformats.org/drawingml/2006/main">
              <a:ext uri="{FF2B5EF4-FFF2-40B4-BE49-F238E27FC236}">
                <a16:creationId xmlns:a16="http://schemas.microsoft.com/office/drawing/2014/main" id="{69ECBF49-16E8-4FDE-B172-D5F8670E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11701136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76">
            <a:extLst xmlns:a="http://schemas.openxmlformats.org/drawingml/2006/main">
              <a:ext uri="{FF2B5EF4-FFF2-40B4-BE49-F238E27FC236}">
                <a16:creationId xmlns:a16="http://schemas.microsoft.com/office/drawing/2014/main" id="{2665FF13-2591-418F-AD9C-88B833FD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6BF63D-8D9A-4FBC-88B3-DEF79038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28" name="shape-4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8">
            <a:extLst xmlns:a="http://schemas.openxmlformats.org/drawingml/2006/main">
              <a:ext uri="{FF2B5EF4-FFF2-40B4-BE49-F238E27FC236}">
                <a16:creationId xmlns:a16="http://schemas.microsoft.com/office/drawing/2014/main" id="{03A14DD4-9FD6-4F24-AC74-17533273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165ED1-D807-4616-991F-304B7901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479">
            <a:extLst xmlns:a="http://schemas.openxmlformats.org/drawingml/2006/main">
              <a:ext uri="{FF2B5EF4-FFF2-40B4-BE49-F238E27FC236}">
                <a16:creationId xmlns:a16="http://schemas.microsoft.com/office/drawing/2014/main" id="{7DAE23E9-E524-4D7B-9F2F-8C81828E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80">
            <a:extLst xmlns:a="http://schemas.openxmlformats.org/drawingml/2006/main">
              <a:ext uri="{FF2B5EF4-FFF2-40B4-BE49-F238E27FC236}">
                <a16:creationId xmlns:a16="http://schemas.microsoft.com/office/drawing/2014/main" id="{77B43F39-B365-4EB7-801C-E1BB476D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81">
            <a:extLst xmlns:a="http://schemas.openxmlformats.org/drawingml/2006/main">
              <a:ext uri="{FF2B5EF4-FFF2-40B4-BE49-F238E27FC236}">
                <a16:creationId xmlns:a16="http://schemas.microsoft.com/office/drawing/2014/main" id="{CE3B4A59-471F-4390-AE15-7DE0E212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482">
            <a:extLst xmlns:a="http://schemas.openxmlformats.org/drawingml/2006/main">
              <a:ext uri="{FF2B5EF4-FFF2-40B4-BE49-F238E27FC236}">
                <a16:creationId xmlns:a16="http://schemas.microsoft.com/office/drawing/2014/main" id="{98BE73C7-5C15-4AE4-A9B3-7D4EE09D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483">
            <a:extLst xmlns:a="http://schemas.openxmlformats.org/drawingml/2006/main">
              <a:ext uri="{FF2B5EF4-FFF2-40B4-BE49-F238E27FC236}">
                <a16:creationId xmlns:a16="http://schemas.microsoft.com/office/drawing/2014/main" id="{F469C7C2-504C-4819-8035-BE024820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84">
            <a:extLst xmlns:a="http://schemas.openxmlformats.org/drawingml/2006/main">
              <a:ext uri="{FF2B5EF4-FFF2-40B4-BE49-F238E27FC236}">
                <a16:creationId xmlns:a16="http://schemas.microsoft.com/office/drawing/2014/main" id="{FFDC1454-F08A-4096-96B2-5F4B1856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85">
            <a:extLst xmlns:a="http://schemas.openxmlformats.org/drawingml/2006/main">
              <a:ext uri="{FF2B5EF4-FFF2-40B4-BE49-F238E27FC236}">
                <a16:creationId xmlns:a16="http://schemas.microsoft.com/office/drawing/2014/main" id="{F1D6DC91-657F-4613-AD27-E5CE6D74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486">
            <a:extLst xmlns:a="http://schemas.openxmlformats.org/drawingml/2006/main">
              <a:ext uri="{FF2B5EF4-FFF2-40B4-BE49-F238E27FC236}">
                <a16:creationId xmlns:a16="http://schemas.microsoft.com/office/drawing/2014/main" id="{30465777-D621-4AC1-92C3-BA7B1BF4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487">
            <a:extLst xmlns:a="http://schemas.openxmlformats.org/drawingml/2006/main">
              <a:ext uri="{FF2B5EF4-FFF2-40B4-BE49-F238E27FC236}">
                <a16:creationId xmlns:a16="http://schemas.microsoft.com/office/drawing/2014/main" id="{CBEC5371-C29F-4746-B481-0D675685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88">
            <a:extLst xmlns:a="http://schemas.openxmlformats.org/drawingml/2006/main">
              <a:ext uri="{FF2B5EF4-FFF2-40B4-BE49-F238E27FC236}">
                <a16:creationId xmlns:a16="http://schemas.microsoft.com/office/drawing/2014/main" id="{C5474820-A443-4958-A1F4-3BEF259E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89">
            <a:extLst xmlns:a="http://schemas.openxmlformats.org/drawingml/2006/main">
              <a:ext uri="{FF2B5EF4-FFF2-40B4-BE49-F238E27FC236}">
                <a16:creationId xmlns:a16="http://schemas.microsoft.com/office/drawing/2014/main" id="{C8AB7C77-362D-4DAF-A278-99C7BD04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490">
            <a:extLst xmlns:a="http://schemas.openxmlformats.org/drawingml/2006/main">
              <a:ext uri="{FF2B5EF4-FFF2-40B4-BE49-F238E27FC236}">
                <a16:creationId xmlns:a16="http://schemas.microsoft.com/office/drawing/2014/main" id="{5F8FF41A-9EA0-4776-B2B6-3D6DDC85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491">
            <a:extLst xmlns:a="http://schemas.openxmlformats.org/drawingml/2006/main">
              <a:ext uri="{FF2B5EF4-FFF2-40B4-BE49-F238E27FC236}">
                <a16:creationId xmlns:a16="http://schemas.microsoft.com/office/drawing/2014/main" id="{A3CA8697-F7C7-4182-95C6-FCC3D2A7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92">
            <a:extLst xmlns:a="http://schemas.openxmlformats.org/drawingml/2006/main">
              <a:ext uri="{FF2B5EF4-FFF2-40B4-BE49-F238E27FC236}">
                <a16:creationId xmlns:a16="http://schemas.microsoft.com/office/drawing/2014/main" id="{3C4A864E-59C5-4A1A-BBBD-D76CE58D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93">
            <a:extLst xmlns:a="http://schemas.openxmlformats.org/drawingml/2006/main">
              <a:ext uri="{FF2B5EF4-FFF2-40B4-BE49-F238E27FC236}">
                <a16:creationId xmlns:a16="http://schemas.microsoft.com/office/drawing/2014/main" id="{0D9CF7E2-6DB5-4248-B041-3998BF76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494">
            <a:extLst xmlns:a="http://schemas.openxmlformats.org/drawingml/2006/main">
              <a:ext uri="{FF2B5EF4-FFF2-40B4-BE49-F238E27FC236}">
                <a16:creationId xmlns:a16="http://schemas.microsoft.com/office/drawing/2014/main" id="{D2EF47F6-F4E6-4C0C-814F-FA6E73F9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653">
            <a:extLst xmlns:a="http://schemas.openxmlformats.org/drawingml/2006/main">
              <a:ext uri="{FF2B5EF4-FFF2-40B4-BE49-F238E27FC236}">
                <a16:creationId xmlns:a16="http://schemas.microsoft.com/office/drawing/2014/main" id="{D9CD9DCA-8200-43ED-9207-96E84BF7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3116c4031384645"/>
              </a:rPr>
              <a:t>開啟 Gemini Canvas ↗</a:t>
            </a:r>
          </a:p>
        </p:txBody>
      </p:sp>
      <p:sp>
        <p:nvSpPr>
          <p:cNvPr id="23" name="shape-697">
            <a:extLst xmlns:a="http://schemas.openxmlformats.org/drawingml/2006/main">
              <a:ext uri="{FF2B5EF4-FFF2-40B4-BE49-F238E27FC236}">
                <a16:creationId xmlns:a16="http://schemas.microsoft.com/office/drawing/2014/main" id="{66EF78A2-7966-4F9E-905E-F28CC9B0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b97ff62f7d457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98">
            <a:extLst xmlns:a="http://schemas.openxmlformats.org/drawingml/2006/main">
              <a:ext uri="{FF2B5EF4-FFF2-40B4-BE49-F238E27FC236}">
                <a16:creationId xmlns:a16="http://schemas.microsoft.com/office/drawing/2014/main" id="{A2A797EF-E071-4C76-9FC1-CF11AF1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86067856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95">
            <a:extLst xmlns:a="http://schemas.openxmlformats.org/drawingml/2006/main">
              <a:ext uri="{FF2B5EF4-FFF2-40B4-BE49-F238E27FC236}">
                <a16:creationId xmlns:a16="http://schemas.microsoft.com/office/drawing/2014/main" id="{6378F5BD-E934-4170-87BD-B6362E2C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C3436A-500A-4FAF-8EDB-88CB22C0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4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97">
            <a:extLst xmlns:a="http://schemas.openxmlformats.org/drawingml/2006/main">
              <a:ext uri="{FF2B5EF4-FFF2-40B4-BE49-F238E27FC236}">
                <a16:creationId xmlns:a16="http://schemas.microsoft.com/office/drawing/2014/main" id="{6ECF5F47-B7B3-4134-92A4-000B08D9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FE8D47-6B4B-4E6D-9AAD-90E8E952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498">
            <a:extLst xmlns:a="http://schemas.openxmlformats.org/drawingml/2006/main">
              <a:ext uri="{FF2B5EF4-FFF2-40B4-BE49-F238E27FC236}">
                <a16:creationId xmlns:a16="http://schemas.microsoft.com/office/drawing/2014/main" id="{84851CE1-B8FD-443E-B437-5E985916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99">
            <a:extLst xmlns:a="http://schemas.openxmlformats.org/drawingml/2006/main">
              <a:ext uri="{FF2B5EF4-FFF2-40B4-BE49-F238E27FC236}">
                <a16:creationId xmlns:a16="http://schemas.microsoft.com/office/drawing/2014/main" id="{7B2A8094-60BE-4AFB-873B-86CD4AD0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500">
            <a:extLst xmlns:a="http://schemas.openxmlformats.org/drawingml/2006/main">
              <a:ext uri="{FF2B5EF4-FFF2-40B4-BE49-F238E27FC236}">
                <a16:creationId xmlns:a16="http://schemas.microsoft.com/office/drawing/2014/main" id="{3656866B-E51F-4F12-A5B6-403BC757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501">
            <a:extLst xmlns:a="http://schemas.openxmlformats.org/drawingml/2006/main">
              <a:ext uri="{FF2B5EF4-FFF2-40B4-BE49-F238E27FC236}">
                <a16:creationId xmlns:a16="http://schemas.microsoft.com/office/drawing/2014/main" id="{89097544-95D5-408B-81CB-284AACB9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拖放編輯與多人協作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可嵌入 Google 檔案與網站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502">
            <a:extLst xmlns:a="http://schemas.openxmlformats.org/drawingml/2006/main">
              <a:ext uri="{FF2B5EF4-FFF2-40B4-BE49-F238E27FC236}">
                <a16:creationId xmlns:a16="http://schemas.microsoft.com/office/drawing/2014/main" id="{18C8ABFE-5AB6-476F-BADF-67BE14C9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503">
            <a:extLst xmlns:a="http://schemas.openxmlformats.org/drawingml/2006/main">
              <a:ext uri="{FF2B5EF4-FFF2-40B4-BE49-F238E27FC236}">
                <a16:creationId xmlns:a16="http://schemas.microsoft.com/office/drawing/2014/main" id="{D6873066-5D2E-4669-98E4-68F0490E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適合展示互動網站作品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504">
            <a:extLst xmlns:a="http://schemas.openxmlformats.org/drawingml/2006/main">
              <a:ext uri="{FF2B5EF4-FFF2-40B4-BE49-F238E27FC236}">
                <a16:creationId xmlns:a16="http://schemas.microsoft.com/office/drawing/2014/main" id="{2D9BAC26-87F5-4D69-9E80-3BFDE284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505">
            <a:extLst xmlns:a="http://schemas.openxmlformats.org/drawingml/2006/main">
              <a:ext uri="{FF2B5EF4-FFF2-40B4-BE49-F238E27FC236}">
                <a16:creationId xmlns:a16="http://schemas.microsoft.com/office/drawing/2014/main" id="{069DDF86-B04D-4D04-ADDB-C9D96C7D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506">
            <a:extLst xmlns:a="http://schemas.openxmlformats.org/drawingml/2006/main">
              <a:ext uri="{FF2B5EF4-FFF2-40B4-BE49-F238E27FC236}">
                <a16:creationId xmlns:a16="http://schemas.microsoft.com/office/drawing/2014/main" id="{3B269A1C-7B91-4104-9A26-556FB89A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507">
            <a:extLst xmlns:a="http://schemas.openxmlformats.org/drawingml/2006/main">
              <a:ext uri="{FF2B5EF4-FFF2-40B4-BE49-F238E27FC236}">
                <a16:creationId xmlns:a16="http://schemas.microsoft.com/office/drawing/2014/main" id="{E66DFE66-166F-493F-AA08-317662EA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654">
            <a:extLst xmlns:a="http://schemas.openxmlformats.org/drawingml/2006/main">
              <a:ext uri="{FF2B5EF4-FFF2-40B4-BE49-F238E27FC236}">
                <a16:creationId xmlns:a16="http://schemas.microsoft.com/office/drawing/2014/main" id="{ED3F6348-BFAE-4F11-B87F-BAEA5C2E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c41102cb20d41a5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6bf3c13a5c34571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2bc55a3d31d4b40"/>
              </a:rPr>
              <a:t>EZPage ↗</a:t>
            </a:r>
          </a:p>
        </p:txBody>
      </p:sp>
      <p:sp>
        <p:nvSpPr>
          <p:cNvPr id="19" name="shape-699">
            <a:extLst xmlns:a="http://schemas.openxmlformats.org/drawingml/2006/main">
              <a:ext uri="{FF2B5EF4-FFF2-40B4-BE49-F238E27FC236}">
                <a16:creationId xmlns:a16="http://schemas.microsoft.com/office/drawing/2014/main" id="{D1B9CC3C-F52D-4A22-B49A-C95D9DE8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3ef49420f4e79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700">
            <a:extLst xmlns:a="http://schemas.openxmlformats.org/drawingml/2006/main">
              <a:ext uri="{FF2B5EF4-FFF2-40B4-BE49-F238E27FC236}">
                <a16:creationId xmlns:a16="http://schemas.microsoft.com/office/drawing/2014/main" id="{31870F47-3F04-44F9-B700-48BCD41F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d45e58df0a4658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701">
            <a:extLst xmlns:a="http://schemas.openxmlformats.org/drawingml/2006/main">
              <a:ext uri="{FF2B5EF4-FFF2-40B4-BE49-F238E27FC236}">
                <a16:creationId xmlns:a16="http://schemas.microsoft.com/office/drawing/2014/main" id="{59B8A77B-8E30-43C6-A96B-D0DF69CC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6743445bd4552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702">
            <a:extLst xmlns:a="http://schemas.openxmlformats.org/drawingml/2006/main">
              <a:ext uri="{FF2B5EF4-FFF2-40B4-BE49-F238E27FC236}">
                <a16:creationId xmlns:a16="http://schemas.microsoft.com/office/drawing/2014/main" id="{821AC033-DCDE-4A3D-814A-27EE7FAC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65327235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508">
            <a:extLst xmlns:a="http://schemas.openxmlformats.org/drawingml/2006/main">
              <a:ext uri="{FF2B5EF4-FFF2-40B4-BE49-F238E27FC236}">
                <a16:creationId xmlns:a16="http://schemas.microsoft.com/office/drawing/2014/main" id="{B740B284-724A-496D-9824-BCBB297E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EFCB14-C99C-41E2-9840-C062AEF9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Sites：最快建立課程作品入口</a:t>
            </a:r>
          </a:p>
        </p:txBody>
      </p:sp>
      <p:cxnSp>
        <p:nvCxnSpPr>
          <p:cNvPr id="36" name="shape-5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10">
            <a:extLst xmlns:a="http://schemas.openxmlformats.org/drawingml/2006/main">
              <a:ext uri="{FF2B5EF4-FFF2-40B4-BE49-F238E27FC236}">
                <a16:creationId xmlns:a16="http://schemas.microsoft.com/office/drawing/2014/main" id="{0BDB93BE-A8FD-41E5-AE52-4B11242A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4EB9F4-9A15-4662-A20B-E0FA8062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11">
            <a:extLst xmlns:a="http://schemas.openxmlformats.org/drawingml/2006/main">
              <a:ext uri="{FF2B5EF4-FFF2-40B4-BE49-F238E27FC236}">
                <a16:creationId xmlns:a16="http://schemas.microsoft.com/office/drawing/2014/main" id="{9F055081-D4E2-42F4-993A-6FE96CF4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12">
            <a:extLst xmlns:a="http://schemas.openxmlformats.org/drawingml/2006/main">
              <a:ext uri="{FF2B5EF4-FFF2-40B4-BE49-F238E27FC236}">
                <a16:creationId xmlns:a16="http://schemas.microsoft.com/office/drawing/2014/main" id="{E63CAC7C-ADA8-4720-A857-A9789D48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13">
            <a:extLst xmlns:a="http://schemas.openxmlformats.org/drawingml/2006/main">
              <a:ext uri="{FF2B5EF4-FFF2-40B4-BE49-F238E27FC236}">
                <a16:creationId xmlns:a16="http://schemas.microsoft.com/office/drawing/2014/main" id="{BA84D61D-8729-4A4E-9951-72497D9F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14">
            <a:extLst xmlns:a="http://schemas.openxmlformats.org/drawingml/2006/main">
              <a:ext uri="{FF2B5EF4-FFF2-40B4-BE49-F238E27FC236}">
                <a16:creationId xmlns:a16="http://schemas.microsoft.com/office/drawing/2014/main" id="{6EC91C5B-DD7A-4DCB-9D81-B92F012B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建立網站</a:t>
            </a:r>
          </a:p>
        </p:txBody>
      </p:sp>
      <p:sp>
        <p:nvSpPr>
          <p:cNvPr id="10" name="text-515">
            <a:extLst xmlns:a="http://schemas.openxmlformats.org/drawingml/2006/main">
              <a:ext uri="{FF2B5EF4-FFF2-40B4-BE49-F238E27FC236}">
                <a16:creationId xmlns:a16="http://schemas.microsoft.com/office/drawing/2014/main" id="{A3CDC95B-BF87-4296-9933-2678FE29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選空白或範本</a:t>
            </a:r>
          </a:p>
        </p:txBody>
      </p:sp>
      <p:sp>
        <p:nvSpPr>
          <p:cNvPr id="11" name="text-516">
            <a:extLst xmlns:a="http://schemas.openxmlformats.org/drawingml/2006/main">
              <a:ext uri="{FF2B5EF4-FFF2-40B4-BE49-F238E27FC236}">
                <a16:creationId xmlns:a16="http://schemas.microsoft.com/office/drawing/2014/main" id="{84430456-3A6B-490C-83B4-F409750C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17">
            <a:extLst xmlns:a="http://schemas.openxmlformats.org/drawingml/2006/main">
              <a:ext uri="{FF2B5EF4-FFF2-40B4-BE49-F238E27FC236}">
                <a16:creationId xmlns:a16="http://schemas.microsoft.com/office/drawing/2014/main" id="{26C95299-D2BE-4CDF-8354-21A29F40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18">
            <a:extLst xmlns:a="http://schemas.openxmlformats.org/drawingml/2006/main">
              <a:ext uri="{FF2B5EF4-FFF2-40B4-BE49-F238E27FC236}">
                <a16:creationId xmlns:a16="http://schemas.microsoft.com/office/drawing/2014/main" id="{7BA3BDF5-7709-49E9-8B5B-C1593A4B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19">
            <a:extLst xmlns:a="http://schemas.openxmlformats.org/drawingml/2006/main">
              <a:ext uri="{FF2B5EF4-FFF2-40B4-BE49-F238E27FC236}">
                <a16:creationId xmlns:a16="http://schemas.microsoft.com/office/drawing/2014/main" id="{846137C7-5F60-43B1-A0E5-3B81C5F3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20">
            <a:extLst xmlns:a="http://schemas.openxmlformats.org/drawingml/2006/main">
              <a:ext uri="{FF2B5EF4-FFF2-40B4-BE49-F238E27FC236}">
                <a16:creationId xmlns:a16="http://schemas.microsoft.com/office/drawing/2014/main" id="{0F435045-13BF-4EA1-9CEE-D045D92E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加入內容</a:t>
            </a:r>
          </a:p>
        </p:txBody>
      </p:sp>
      <p:sp>
        <p:nvSpPr>
          <p:cNvPr id="16" name="text-521">
            <a:extLst xmlns:a="http://schemas.openxmlformats.org/drawingml/2006/main">
              <a:ext uri="{FF2B5EF4-FFF2-40B4-BE49-F238E27FC236}">
                <a16:creationId xmlns:a16="http://schemas.microsoft.com/office/drawing/2014/main" id="{6E78BFA6-DE2D-4B32-AA7B-B7F4F832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文字、圖片、檔案、嵌入</a:t>
            </a:r>
          </a:p>
        </p:txBody>
      </p:sp>
      <p:sp>
        <p:nvSpPr>
          <p:cNvPr id="17" name="text-522">
            <a:extLst xmlns:a="http://schemas.openxmlformats.org/drawingml/2006/main">
              <a:ext uri="{FF2B5EF4-FFF2-40B4-BE49-F238E27FC236}">
                <a16:creationId xmlns:a16="http://schemas.microsoft.com/office/drawing/2014/main" id="{F8E718B4-F214-4CC9-A39C-563F0C07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23">
            <a:extLst xmlns:a="http://schemas.openxmlformats.org/drawingml/2006/main">
              <a:ext uri="{FF2B5EF4-FFF2-40B4-BE49-F238E27FC236}">
                <a16:creationId xmlns:a16="http://schemas.microsoft.com/office/drawing/2014/main" id="{962EEEE0-9532-4786-AEB3-8F97C5F4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24">
            <a:extLst xmlns:a="http://schemas.openxmlformats.org/drawingml/2006/main">
              <a:ext uri="{FF2B5EF4-FFF2-40B4-BE49-F238E27FC236}">
                <a16:creationId xmlns:a16="http://schemas.microsoft.com/office/drawing/2014/main" id="{92AAA520-DCD7-43C4-9E20-5D3A1683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5">
            <a:extLst xmlns:a="http://schemas.openxmlformats.org/drawingml/2006/main">
              <a:ext uri="{FF2B5EF4-FFF2-40B4-BE49-F238E27FC236}">
                <a16:creationId xmlns:a16="http://schemas.microsoft.com/office/drawing/2014/main" id="{D318310E-177A-412E-B281-024C5CAF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26">
            <a:extLst xmlns:a="http://schemas.openxmlformats.org/drawingml/2006/main">
              <a:ext uri="{FF2B5EF4-FFF2-40B4-BE49-F238E27FC236}">
                <a16:creationId xmlns:a16="http://schemas.microsoft.com/office/drawing/2014/main" id="{DE505E4E-CC82-405B-94E3-B5505305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527">
            <a:extLst xmlns:a="http://schemas.openxmlformats.org/drawingml/2006/main">
              <a:ext uri="{FF2B5EF4-FFF2-40B4-BE49-F238E27FC236}">
                <a16:creationId xmlns:a16="http://schemas.microsoft.com/office/drawing/2014/main" id="{EB48F3E5-18C2-4029-8059-DFF9473D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桌機／平板／手機</a:t>
            </a:r>
          </a:p>
        </p:txBody>
      </p:sp>
      <p:sp>
        <p:nvSpPr>
          <p:cNvPr id="23" name="text-528">
            <a:extLst xmlns:a="http://schemas.openxmlformats.org/drawingml/2006/main">
              <a:ext uri="{FF2B5EF4-FFF2-40B4-BE49-F238E27FC236}">
                <a16:creationId xmlns:a16="http://schemas.microsoft.com/office/drawing/2014/main" id="{A39FD54C-5F3B-479B-BF94-EC462A36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29">
            <a:extLst xmlns:a="http://schemas.openxmlformats.org/drawingml/2006/main">
              <a:ext uri="{FF2B5EF4-FFF2-40B4-BE49-F238E27FC236}">
                <a16:creationId xmlns:a16="http://schemas.microsoft.com/office/drawing/2014/main" id="{59A5E03D-6F0E-483B-AF6F-7725AABB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30">
            <a:extLst xmlns:a="http://schemas.openxmlformats.org/drawingml/2006/main">
              <a:ext uri="{FF2B5EF4-FFF2-40B4-BE49-F238E27FC236}">
                <a16:creationId xmlns:a16="http://schemas.microsoft.com/office/drawing/2014/main" id="{95C65B2C-F468-4FB5-93D2-9DB4FFA6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31">
            <a:extLst xmlns:a="http://schemas.openxmlformats.org/drawingml/2006/main">
              <a:ext uri="{FF2B5EF4-FFF2-40B4-BE49-F238E27FC236}">
                <a16:creationId xmlns:a16="http://schemas.microsoft.com/office/drawing/2014/main" id="{62A3DBEE-FC0E-425A-B4B4-0F6C3D0E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32">
            <a:extLst xmlns:a="http://schemas.openxmlformats.org/drawingml/2006/main">
              <a:ext uri="{FF2B5EF4-FFF2-40B4-BE49-F238E27FC236}">
                <a16:creationId xmlns:a16="http://schemas.microsoft.com/office/drawing/2014/main" id="{66EF4F93-6EBA-48BD-A7FC-04BC01E7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</a:t>
            </a:r>
          </a:p>
        </p:txBody>
      </p:sp>
      <p:sp>
        <p:nvSpPr>
          <p:cNvPr id="28" name="text-533">
            <a:extLst xmlns:a="http://schemas.openxmlformats.org/drawingml/2006/main">
              <a:ext uri="{FF2B5EF4-FFF2-40B4-BE49-F238E27FC236}">
                <a16:creationId xmlns:a16="http://schemas.microsoft.com/office/drawing/2014/main" id="{4CE39FCE-9CBC-4A8B-BB5F-20940DD9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設定網址與檢視權限</a:t>
            </a:r>
          </a:p>
        </p:txBody>
      </p:sp>
      <p:sp>
        <p:nvSpPr>
          <p:cNvPr id="29" name="text-534">
            <a:extLst xmlns:a="http://schemas.openxmlformats.org/drawingml/2006/main">
              <a:ext uri="{FF2B5EF4-FFF2-40B4-BE49-F238E27FC236}">
                <a16:creationId xmlns:a16="http://schemas.microsoft.com/office/drawing/2014/main" id="{E43AD41B-7FB4-413A-83C1-C7AFD3C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56">
            <a:extLst xmlns:a="http://schemas.openxmlformats.org/drawingml/2006/main">
              <a:ext uri="{FF2B5EF4-FFF2-40B4-BE49-F238E27FC236}">
                <a16:creationId xmlns:a16="http://schemas.microsoft.com/office/drawing/2014/main" id="{FE72DD75-4572-4F8E-9BD5-82CC36C2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dcc8ec752284e7e"/>
              </a:rPr>
              <a:t>建立 Google Sites ↗</a:t>
            </a:r>
          </a:p>
        </p:txBody>
      </p:sp>
      <p:sp>
        <p:nvSpPr>
          <p:cNvPr id="31" name="shape-707">
            <a:extLst xmlns:a="http://schemas.openxmlformats.org/drawingml/2006/main">
              <a:ext uri="{FF2B5EF4-FFF2-40B4-BE49-F238E27FC236}">
                <a16:creationId xmlns:a16="http://schemas.microsoft.com/office/drawing/2014/main" id="{00FF59DB-E776-4921-B8D6-F2657EF9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2fa3d427064d1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708">
            <a:extLst xmlns:a="http://schemas.openxmlformats.org/drawingml/2006/main">
              <a:ext uri="{FF2B5EF4-FFF2-40B4-BE49-F238E27FC236}">
                <a16:creationId xmlns:a16="http://schemas.microsoft.com/office/drawing/2014/main" id="{891F5204-EDE7-4C0F-B4E0-6AFBA8A0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80816190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535">
            <a:extLst xmlns:a="http://schemas.openxmlformats.org/drawingml/2006/main">
              <a:ext uri="{FF2B5EF4-FFF2-40B4-BE49-F238E27FC236}">
                <a16:creationId xmlns:a16="http://schemas.microsoft.com/office/drawing/2014/main" id="{285CF7AF-6751-4E1F-9B1F-B723ACE2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D3F11C-FACE-4716-A13A-4C427858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36" name="shape-5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7">
            <a:extLst xmlns:a="http://schemas.openxmlformats.org/drawingml/2006/main">
              <a:ext uri="{FF2B5EF4-FFF2-40B4-BE49-F238E27FC236}">
                <a16:creationId xmlns:a16="http://schemas.microsoft.com/office/drawing/2014/main" id="{171CAEB9-48EF-4971-88F4-A82A10E1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EF201B-D4D5-4216-A3BD-289362CE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38">
            <a:extLst xmlns:a="http://schemas.openxmlformats.org/drawingml/2006/main">
              <a:ext uri="{FF2B5EF4-FFF2-40B4-BE49-F238E27FC236}">
                <a16:creationId xmlns:a16="http://schemas.microsoft.com/office/drawing/2014/main" id="{DAAE8DAE-3467-4926-96EC-586AA2CC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39">
            <a:extLst xmlns:a="http://schemas.openxmlformats.org/drawingml/2006/main">
              <a:ext uri="{FF2B5EF4-FFF2-40B4-BE49-F238E27FC236}">
                <a16:creationId xmlns:a16="http://schemas.microsoft.com/office/drawing/2014/main" id="{49F3DF63-5C6F-4063-9BB6-C438A39D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40">
            <a:extLst xmlns:a="http://schemas.openxmlformats.org/drawingml/2006/main">
              <a:ext uri="{FF2B5EF4-FFF2-40B4-BE49-F238E27FC236}">
                <a16:creationId xmlns:a16="http://schemas.microsoft.com/office/drawing/2014/main" id="{B93DB5FE-E728-4242-9405-2BEF77B9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41">
            <a:extLst xmlns:a="http://schemas.openxmlformats.org/drawingml/2006/main">
              <a:ext uri="{FF2B5EF4-FFF2-40B4-BE49-F238E27FC236}">
                <a16:creationId xmlns:a16="http://schemas.microsoft.com/office/drawing/2014/main" id="{1F8943E4-65C2-4781-B5F3-D2055005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542">
            <a:extLst xmlns:a="http://schemas.openxmlformats.org/drawingml/2006/main">
              <a:ext uri="{FF2B5EF4-FFF2-40B4-BE49-F238E27FC236}">
                <a16:creationId xmlns:a16="http://schemas.microsoft.com/office/drawing/2014/main" id="{B390A3EE-C8CF-4D7C-97B3-E744FC24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543">
            <a:extLst xmlns:a="http://schemas.openxmlformats.org/drawingml/2006/main">
              <a:ext uri="{FF2B5EF4-FFF2-40B4-BE49-F238E27FC236}">
                <a16:creationId xmlns:a16="http://schemas.microsoft.com/office/drawing/2014/main" id="{FDF1501C-2EEF-4C82-99F7-D942553A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44">
            <a:extLst xmlns:a="http://schemas.openxmlformats.org/drawingml/2006/main">
              <a:ext uri="{FF2B5EF4-FFF2-40B4-BE49-F238E27FC236}">
                <a16:creationId xmlns:a16="http://schemas.microsoft.com/office/drawing/2014/main" id="{DFA87DA0-3063-4916-80E8-214B85A5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45">
            <a:extLst xmlns:a="http://schemas.openxmlformats.org/drawingml/2006/main">
              <a:ext uri="{FF2B5EF4-FFF2-40B4-BE49-F238E27FC236}">
                <a16:creationId xmlns:a16="http://schemas.microsoft.com/office/drawing/2014/main" id="{3F54FCEB-F1EA-40D8-A360-D3E4BE34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46">
            <a:extLst xmlns:a="http://schemas.openxmlformats.org/drawingml/2006/main">
              <a:ext uri="{FF2B5EF4-FFF2-40B4-BE49-F238E27FC236}">
                <a16:creationId xmlns:a16="http://schemas.microsoft.com/office/drawing/2014/main" id="{9B888C94-CBB0-4674-BD7D-49046E82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47">
            <a:extLst xmlns:a="http://schemas.openxmlformats.org/drawingml/2006/main">
              <a:ext uri="{FF2B5EF4-FFF2-40B4-BE49-F238E27FC236}">
                <a16:creationId xmlns:a16="http://schemas.microsoft.com/office/drawing/2014/main" id="{63168D26-4182-4EA6-A633-558601B3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548">
            <a:extLst xmlns:a="http://schemas.openxmlformats.org/drawingml/2006/main">
              <a:ext uri="{FF2B5EF4-FFF2-40B4-BE49-F238E27FC236}">
                <a16:creationId xmlns:a16="http://schemas.microsoft.com/office/drawing/2014/main" id="{343F12A5-586E-4A6B-8674-E6E6B8BD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549">
            <a:extLst xmlns:a="http://schemas.openxmlformats.org/drawingml/2006/main">
              <a:ext uri="{FF2B5EF4-FFF2-40B4-BE49-F238E27FC236}">
                <a16:creationId xmlns:a16="http://schemas.microsoft.com/office/drawing/2014/main" id="{14FB2984-60CB-480C-9C39-097BEFD8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50">
            <a:extLst xmlns:a="http://schemas.openxmlformats.org/drawingml/2006/main">
              <a:ext uri="{FF2B5EF4-FFF2-40B4-BE49-F238E27FC236}">
                <a16:creationId xmlns:a16="http://schemas.microsoft.com/office/drawing/2014/main" id="{19C6C5BE-A68F-4B80-AC71-4BE04C3B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51">
            <a:extLst xmlns:a="http://schemas.openxmlformats.org/drawingml/2006/main">
              <a:ext uri="{FF2B5EF4-FFF2-40B4-BE49-F238E27FC236}">
                <a16:creationId xmlns:a16="http://schemas.microsoft.com/office/drawing/2014/main" id="{E64441A3-5B8B-44CE-9342-F7D4B013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52">
            <a:extLst xmlns:a="http://schemas.openxmlformats.org/drawingml/2006/main">
              <a:ext uri="{FF2B5EF4-FFF2-40B4-BE49-F238E27FC236}">
                <a16:creationId xmlns:a16="http://schemas.microsoft.com/office/drawing/2014/main" id="{3D7A91C7-6BCC-493B-8EA8-917004CF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53">
            <a:extLst xmlns:a="http://schemas.openxmlformats.org/drawingml/2006/main">
              <a:ext uri="{FF2B5EF4-FFF2-40B4-BE49-F238E27FC236}">
                <a16:creationId xmlns:a16="http://schemas.microsoft.com/office/drawing/2014/main" id="{E256AFEF-2DF0-4CB8-A386-289267F7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554">
            <a:extLst xmlns:a="http://schemas.openxmlformats.org/drawingml/2006/main">
              <a:ext uri="{FF2B5EF4-FFF2-40B4-BE49-F238E27FC236}">
                <a16:creationId xmlns:a16="http://schemas.microsoft.com/office/drawing/2014/main" id="{A944E9F0-09DE-4EA5-AD3C-4F4D1D21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555">
            <a:extLst xmlns:a="http://schemas.openxmlformats.org/drawingml/2006/main">
              <a:ext uri="{FF2B5EF4-FFF2-40B4-BE49-F238E27FC236}">
                <a16:creationId xmlns:a16="http://schemas.microsoft.com/office/drawing/2014/main" id="{55842F19-F1A7-44F0-BE83-FF2952B5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56">
            <a:extLst xmlns:a="http://schemas.openxmlformats.org/drawingml/2006/main">
              <a:ext uri="{FF2B5EF4-FFF2-40B4-BE49-F238E27FC236}">
                <a16:creationId xmlns:a16="http://schemas.microsoft.com/office/drawing/2014/main" id="{0869BEE6-71D0-4FB0-A889-F6EDA241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57">
            <a:extLst xmlns:a="http://schemas.openxmlformats.org/drawingml/2006/main">
              <a:ext uri="{FF2B5EF4-FFF2-40B4-BE49-F238E27FC236}">
                <a16:creationId xmlns:a16="http://schemas.microsoft.com/office/drawing/2014/main" id="{F6573B63-EBBA-4397-AD0D-17C57CB6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58">
            <a:extLst xmlns:a="http://schemas.openxmlformats.org/drawingml/2006/main">
              <a:ext uri="{FF2B5EF4-FFF2-40B4-BE49-F238E27FC236}">
                <a16:creationId xmlns:a16="http://schemas.microsoft.com/office/drawing/2014/main" id="{394056FE-F8FF-4A35-94F6-1F54ECD6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59">
            <a:extLst xmlns:a="http://schemas.openxmlformats.org/drawingml/2006/main">
              <a:ext uri="{FF2B5EF4-FFF2-40B4-BE49-F238E27FC236}">
                <a16:creationId xmlns:a16="http://schemas.microsoft.com/office/drawing/2014/main" id="{D60EDAAF-8FF0-4AC6-941F-BF8946EB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560">
            <a:extLst xmlns:a="http://schemas.openxmlformats.org/drawingml/2006/main">
              <a:ext uri="{FF2B5EF4-FFF2-40B4-BE49-F238E27FC236}">
                <a16:creationId xmlns:a16="http://schemas.microsoft.com/office/drawing/2014/main" id="{E56A40C6-98EB-4096-8A8A-00E64E9A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561">
            <a:extLst xmlns:a="http://schemas.openxmlformats.org/drawingml/2006/main">
              <a:ext uri="{FF2B5EF4-FFF2-40B4-BE49-F238E27FC236}">
                <a16:creationId xmlns:a16="http://schemas.microsoft.com/office/drawing/2014/main" id="{75FED37B-9D2C-4292-86AE-89D8C88F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57">
            <a:extLst xmlns:a="http://schemas.openxmlformats.org/drawingml/2006/main">
              <a:ext uri="{FF2B5EF4-FFF2-40B4-BE49-F238E27FC236}">
                <a16:creationId xmlns:a16="http://schemas.microsoft.com/office/drawing/2014/main" id="{7E64F489-07B9-4812-9BE2-48080758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b1b078c385840e6"/>
              </a:rPr>
              <a:t>開啟 GitHub Pages ↗</a:t>
            </a:r>
          </a:p>
        </p:txBody>
      </p:sp>
      <p:sp>
        <p:nvSpPr>
          <p:cNvPr id="31" name="shape-709">
            <a:extLst xmlns:a="http://schemas.openxmlformats.org/drawingml/2006/main">
              <a:ext uri="{FF2B5EF4-FFF2-40B4-BE49-F238E27FC236}">
                <a16:creationId xmlns:a16="http://schemas.microsoft.com/office/drawing/2014/main" id="{A586E599-8294-455E-A62C-9B212B61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82072fdd72420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710">
            <a:extLst xmlns:a="http://schemas.openxmlformats.org/drawingml/2006/main">
              <a:ext uri="{FF2B5EF4-FFF2-40B4-BE49-F238E27FC236}">
                <a16:creationId xmlns:a16="http://schemas.microsoft.com/office/drawing/2014/main" id="{A593D4E0-5E32-4291-BAA7-82D92D63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51060484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562">
            <a:extLst xmlns:a="http://schemas.openxmlformats.org/drawingml/2006/main">
              <a:ext uri="{FF2B5EF4-FFF2-40B4-BE49-F238E27FC236}">
                <a16:creationId xmlns:a16="http://schemas.microsoft.com/office/drawing/2014/main" id="{D35B296B-EF1A-4E90-8676-1DFE4ADE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C29DCF-FF95-4148-AAC2-8E5B99AE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5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4">
            <a:extLst xmlns:a="http://schemas.openxmlformats.org/drawingml/2006/main">
              <a:ext uri="{FF2B5EF4-FFF2-40B4-BE49-F238E27FC236}">
                <a16:creationId xmlns:a16="http://schemas.microsoft.com/office/drawing/2014/main" id="{1760FD3E-FDE3-4AD3-B62B-B0442201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705C9E-BE81-4D06-8927-BA9FB9E5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shape-565">
            <a:extLst xmlns:a="http://schemas.openxmlformats.org/drawingml/2006/main">
              <a:ext uri="{FF2B5EF4-FFF2-40B4-BE49-F238E27FC236}">
                <a16:creationId xmlns:a16="http://schemas.microsoft.com/office/drawing/2014/main" id="{EC011451-83FC-4413-AB56-CFCA66DC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66">
            <a:extLst xmlns:a="http://schemas.openxmlformats.org/drawingml/2006/main">
              <a:ext uri="{FF2B5EF4-FFF2-40B4-BE49-F238E27FC236}">
                <a16:creationId xmlns:a16="http://schemas.microsoft.com/office/drawing/2014/main" id="{698299A5-FADF-4772-8C3F-F802C436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67">
            <a:extLst xmlns:a="http://schemas.openxmlformats.org/drawingml/2006/main">
              <a:ext uri="{FF2B5EF4-FFF2-40B4-BE49-F238E27FC236}">
                <a16:creationId xmlns:a16="http://schemas.microsoft.com/office/drawing/2014/main" id="{BBA71915-74B6-4BB7-A9A6-9FFE09C6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68">
            <a:extLst xmlns:a="http://schemas.openxmlformats.org/drawingml/2006/main">
              <a:ext uri="{FF2B5EF4-FFF2-40B4-BE49-F238E27FC236}">
                <a16:creationId xmlns:a16="http://schemas.microsoft.com/office/drawing/2014/main" id="{4AC0C263-226B-42B7-B1A7-9CE994CF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569">
            <a:extLst xmlns:a="http://schemas.openxmlformats.org/drawingml/2006/main">
              <a:ext uri="{FF2B5EF4-FFF2-40B4-BE49-F238E27FC236}">
                <a16:creationId xmlns:a16="http://schemas.microsoft.com/office/drawing/2014/main" id="{18A837EE-0364-4DB3-B084-2D683EDA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570">
            <a:extLst xmlns:a="http://schemas.openxmlformats.org/drawingml/2006/main">
              <a:ext uri="{FF2B5EF4-FFF2-40B4-BE49-F238E27FC236}">
                <a16:creationId xmlns:a16="http://schemas.microsoft.com/office/drawing/2014/main" id="{8CF1B053-6EF2-4699-B674-23EF6B54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71">
            <a:extLst xmlns:a="http://schemas.openxmlformats.org/drawingml/2006/main">
              <a:ext uri="{FF2B5EF4-FFF2-40B4-BE49-F238E27FC236}">
                <a16:creationId xmlns:a16="http://schemas.microsoft.com/office/drawing/2014/main" id="{CE47C4B5-86B0-4604-9CD3-1852D608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72">
            <a:extLst xmlns:a="http://schemas.openxmlformats.org/drawingml/2006/main">
              <a:ext uri="{FF2B5EF4-FFF2-40B4-BE49-F238E27FC236}">
                <a16:creationId xmlns:a16="http://schemas.microsoft.com/office/drawing/2014/main" id="{CFB7D640-68C9-40D3-B435-7156FEC1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73">
            <a:extLst xmlns:a="http://schemas.openxmlformats.org/drawingml/2006/main">
              <a:ext uri="{FF2B5EF4-FFF2-40B4-BE49-F238E27FC236}">
                <a16:creationId xmlns:a16="http://schemas.microsoft.com/office/drawing/2014/main" id="{39AC4B8E-F631-4999-A2EF-73A34862F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74">
            <a:extLst xmlns:a="http://schemas.openxmlformats.org/drawingml/2006/main">
              <a:ext uri="{FF2B5EF4-FFF2-40B4-BE49-F238E27FC236}">
                <a16:creationId xmlns:a16="http://schemas.microsoft.com/office/drawing/2014/main" id="{08F9357F-CFDA-48AC-8D6F-05EC1932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575">
            <a:extLst xmlns:a="http://schemas.openxmlformats.org/drawingml/2006/main">
              <a:ext uri="{FF2B5EF4-FFF2-40B4-BE49-F238E27FC236}">
                <a16:creationId xmlns:a16="http://schemas.microsoft.com/office/drawing/2014/main" id="{FF81D0D8-4377-4DB2-B3A4-B5BB6226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576">
            <a:extLst xmlns:a="http://schemas.openxmlformats.org/drawingml/2006/main">
              <a:ext uri="{FF2B5EF4-FFF2-40B4-BE49-F238E27FC236}">
                <a16:creationId xmlns:a16="http://schemas.microsoft.com/office/drawing/2014/main" id="{D7F6B114-176F-4912-A980-6E91891D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77">
            <a:extLst xmlns:a="http://schemas.openxmlformats.org/drawingml/2006/main">
              <a:ext uri="{FF2B5EF4-FFF2-40B4-BE49-F238E27FC236}">
                <a16:creationId xmlns:a16="http://schemas.microsoft.com/office/drawing/2014/main" id="{538033B2-7A46-4258-94BF-B7EB1437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78">
            <a:extLst xmlns:a="http://schemas.openxmlformats.org/drawingml/2006/main">
              <a:ext uri="{FF2B5EF4-FFF2-40B4-BE49-F238E27FC236}">
                <a16:creationId xmlns:a16="http://schemas.microsoft.com/office/drawing/2014/main" id="{777F1280-608A-4616-AF43-8D39CF15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79">
            <a:extLst xmlns:a="http://schemas.openxmlformats.org/drawingml/2006/main">
              <a:ext uri="{FF2B5EF4-FFF2-40B4-BE49-F238E27FC236}">
                <a16:creationId xmlns:a16="http://schemas.microsoft.com/office/drawing/2014/main" id="{488971CA-CAB2-4B73-816C-ADC33E0C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80">
            <a:extLst xmlns:a="http://schemas.openxmlformats.org/drawingml/2006/main">
              <a:ext uri="{FF2B5EF4-FFF2-40B4-BE49-F238E27FC236}">
                <a16:creationId xmlns:a16="http://schemas.microsoft.com/office/drawing/2014/main" id="{D4C426CE-2796-4038-9E2B-06385903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581">
            <a:extLst xmlns:a="http://schemas.openxmlformats.org/drawingml/2006/main">
              <a:ext uri="{FF2B5EF4-FFF2-40B4-BE49-F238E27FC236}">
                <a16:creationId xmlns:a16="http://schemas.microsoft.com/office/drawing/2014/main" id="{074F3C39-072D-4F1B-91C1-836DF8E7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582">
            <a:extLst xmlns:a="http://schemas.openxmlformats.org/drawingml/2006/main">
              <a:ext uri="{FF2B5EF4-FFF2-40B4-BE49-F238E27FC236}">
                <a16:creationId xmlns:a16="http://schemas.microsoft.com/office/drawing/2014/main" id="{17B15D18-F941-454A-B3F5-B094079E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83">
            <a:extLst xmlns:a="http://schemas.openxmlformats.org/drawingml/2006/main">
              <a:ext uri="{FF2B5EF4-FFF2-40B4-BE49-F238E27FC236}">
                <a16:creationId xmlns:a16="http://schemas.microsoft.com/office/drawing/2014/main" id="{686E89CA-EF28-4B0C-A8DD-2CCD1AAF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84">
            <a:extLst xmlns:a="http://schemas.openxmlformats.org/drawingml/2006/main">
              <a:ext uri="{FF2B5EF4-FFF2-40B4-BE49-F238E27FC236}">
                <a16:creationId xmlns:a16="http://schemas.microsoft.com/office/drawing/2014/main" id="{73B7B1B9-767D-48BB-BA9F-63314979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85">
            <a:extLst xmlns:a="http://schemas.openxmlformats.org/drawingml/2006/main">
              <a:ext uri="{FF2B5EF4-FFF2-40B4-BE49-F238E27FC236}">
                <a16:creationId xmlns:a16="http://schemas.microsoft.com/office/drawing/2014/main" id="{0719E6AF-0379-4848-9AEC-61703707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86">
            <a:extLst xmlns:a="http://schemas.openxmlformats.org/drawingml/2006/main">
              <a:ext uri="{FF2B5EF4-FFF2-40B4-BE49-F238E27FC236}">
                <a16:creationId xmlns:a16="http://schemas.microsoft.com/office/drawing/2014/main" id="{1546CE8C-DBEB-4D54-B921-EBCA9E0D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587">
            <a:extLst xmlns:a="http://schemas.openxmlformats.org/drawingml/2006/main">
              <a:ext uri="{FF2B5EF4-FFF2-40B4-BE49-F238E27FC236}">
                <a16:creationId xmlns:a16="http://schemas.microsoft.com/office/drawing/2014/main" id="{BBC08D41-FD8F-4C29-95F3-CCFFCACE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588">
            <a:extLst xmlns:a="http://schemas.openxmlformats.org/drawingml/2006/main">
              <a:ext uri="{FF2B5EF4-FFF2-40B4-BE49-F238E27FC236}">
                <a16:creationId xmlns:a16="http://schemas.microsoft.com/office/drawing/2014/main" id="{B7FB5D3B-407A-4892-8C6F-9B7F289A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589">
            <a:extLst xmlns:a="http://schemas.openxmlformats.org/drawingml/2006/main">
              <a:ext uri="{FF2B5EF4-FFF2-40B4-BE49-F238E27FC236}">
                <a16:creationId xmlns:a16="http://schemas.microsoft.com/office/drawing/2014/main" id="{D2045071-928F-4B5A-B901-30CF34BD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590">
            <a:extLst xmlns:a="http://schemas.openxmlformats.org/drawingml/2006/main">
              <a:ext uri="{FF2B5EF4-FFF2-40B4-BE49-F238E27FC236}">
                <a16:creationId xmlns:a16="http://schemas.microsoft.com/office/drawing/2014/main" id="{45C53C0A-2B60-4A1E-9CB0-A01E765B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591">
            <a:extLst xmlns:a="http://schemas.openxmlformats.org/drawingml/2006/main">
              <a:ext uri="{FF2B5EF4-FFF2-40B4-BE49-F238E27FC236}">
                <a16:creationId xmlns:a16="http://schemas.microsoft.com/office/drawing/2014/main" id="{F6A2C1F8-03C9-4278-B91D-72A6DFEF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592">
            <a:extLst xmlns:a="http://schemas.openxmlformats.org/drawingml/2006/main">
              <a:ext uri="{FF2B5EF4-FFF2-40B4-BE49-F238E27FC236}">
                <a16:creationId xmlns:a16="http://schemas.microsoft.com/office/drawing/2014/main" id="{7C99F656-BD43-465F-B4B9-D5CAE4BF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658">
            <a:extLst xmlns:a="http://schemas.openxmlformats.org/drawingml/2006/main">
              <a:ext uri="{FF2B5EF4-FFF2-40B4-BE49-F238E27FC236}">
                <a16:creationId xmlns:a16="http://schemas.microsoft.com/office/drawing/2014/main" id="{1240331E-E12C-4AD5-89A0-8E76C5AD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26258f3ec3f4b22"/>
              </a:rPr>
              <a:t>開啟 EZPage ↗</a:t>
            </a:r>
          </a:p>
        </p:txBody>
      </p:sp>
      <p:sp>
        <p:nvSpPr>
          <p:cNvPr id="38" name="shape-711">
            <a:extLst xmlns:a="http://schemas.openxmlformats.org/drawingml/2006/main">
              <a:ext uri="{FF2B5EF4-FFF2-40B4-BE49-F238E27FC236}">
                <a16:creationId xmlns:a16="http://schemas.microsoft.com/office/drawing/2014/main" id="{CF9CEBE2-C97B-4E14-838E-4251E5A9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d57e32fc28414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712">
            <a:extLst xmlns:a="http://schemas.openxmlformats.org/drawingml/2006/main">
              <a:ext uri="{FF2B5EF4-FFF2-40B4-BE49-F238E27FC236}">
                <a16:creationId xmlns:a16="http://schemas.microsoft.com/office/drawing/2014/main" id="{EF3A7B01-232E-492F-ABAC-042F34DD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41380450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593">
            <a:extLst xmlns:a="http://schemas.openxmlformats.org/drawingml/2006/main">
              <a:ext uri="{FF2B5EF4-FFF2-40B4-BE49-F238E27FC236}">
                <a16:creationId xmlns:a16="http://schemas.microsoft.com/office/drawing/2014/main" id="{27C13193-8D49-428E-B69D-A51C7E89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52541A-769D-4665-B955-52E23088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上午整合挑戰｜90 秒成果走秀</a:t>
            </a:r>
          </a:p>
        </p:txBody>
      </p:sp>
      <p:cxnSp>
        <p:nvCxnSpPr>
          <p:cNvPr id="29" name="shape-5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95">
            <a:extLst xmlns:a="http://schemas.openxmlformats.org/drawingml/2006/main">
              <a:ext uri="{FF2B5EF4-FFF2-40B4-BE49-F238E27FC236}">
                <a16:creationId xmlns:a16="http://schemas.microsoft.com/office/drawing/2014/main" id="{539CDC14-297D-4F94-8562-490FD9C1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70DEC8-BA85-4B7F-B04F-7590315A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596">
            <a:extLst xmlns:a="http://schemas.openxmlformats.org/drawingml/2006/main">
              <a:ext uri="{FF2B5EF4-FFF2-40B4-BE49-F238E27FC236}">
                <a16:creationId xmlns:a16="http://schemas.microsoft.com/office/drawing/2014/main" id="{327E28D1-E2B6-4394-98B3-C1268A7F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597">
            <a:extLst xmlns:a="http://schemas.openxmlformats.org/drawingml/2006/main">
              <a:ext uri="{FF2B5EF4-FFF2-40B4-BE49-F238E27FC236}">
                <a16:creationId xmlns:a16="http://schemas.microsoft.com/office/drawing/2014/main" id="{AC992495-7B5E-469B-8707-1A46F43D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598">
            <a:extLst xmlns:a="http://schemas.openxmlformats.org/drawingml/2006/main">
              <a:ext uri="{FF2B5EF4-FFF2-40B4-BE49-F238E27FC236}">
                <a16:creationId xmlns:a16="http://schemas.microsoft.com/office/drawing/2014/main" id="{967AA50E-CAB9-4507-B70B-473FAEDE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99">
            <a:extLst xmlns:a="http://schemas.openxmlformats.org/drawingml/2006/main">
              <a:ext uri="{FF2B5EF4-FFF2-40B4-BE49-F238E27FC236}">
                <a16:creationId xmlns:a16="http://schemas.microsoft.com/office/drawing/2014/main" id="{90534EC8-5653-4E58-92B3-E39D8324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選擇一個最值得分享的成果</a:t>
            </a:r>
          </a:p>
        </p:txBody>
      </p:sp>
      <p:sp>
        <p:nvSpPr>
          <p:cNvPr id="10" name="text-600">
            <a:extLst xmlns:a="http://schemas.openxmlformats.org/drawingml/2006/main">
              <a:ext uri="{FF2B5EF4-FFF2-40B4-BE49-F238E27FC236}">
                <a16:creationId xmlns:a16="http://schemas.microsoft.com/office/drawing/2014/main" id="{1414DE14-5FAB-4718-9854-540C04C4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01">
            <a:extLst xmlns:a="http://schemas.openxmlformats.org/drawingml/2006/main">
              <a:ext uri="{FF2B5EF4-FFF2-40B4-BE49-F238E27FC236}">
                <a16:creationId xmlns:a16="http://schemas.microsoft.com/office/drawing/2014/main" id="{D359D107-AD91-4348-B978-29AA3098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30 秒說明教學問題</a:t>
            </a:r>
          </a:p>
        </p:txBody>
      </p:sp>
      <p:sp>
        <p:nvSpPr>
          <p:cNvPr id="12" name="text-602">
            <a:extLst xmlns:a="http://schemas.openxmlformats.org/drawingml/2006/main">
              <a:ext uri="{FF2B5EF4-FFF2-40B4-BE49-F238E27FC236}">
                <a16:creationId xmlns:a16="http://schemas.microsoft.com/office/drawing/2014/main" id="{30FA78A0-0F7A-4A3D-BA82-D484964A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03">
            <a:extLst xmlns:a="http://schemas.openxmlformats.org/drawingml/2006/main">
              <a:ext uri="{FF2B5EF4-FFF2-40B4-BE49-F238E27FC236}">
                <a16:creationId xmlns:a16="http://schemas.microsoft.com/office/drawing/2014/main" id="{9066CE95-07A4-4021-9DC7-8438F846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45 秒實際操作作品</a:t>
            </a:r>
          </a:p>
        </p:txBody>
      </p:sp>
      <p:sp>
        <p:nvSpPr>
          <p:cNvPr id="14" name="text-604">
            <a:extLst xmlns:a="http://schemas.openxmlformats.org/drawingml/2006/main">
              <a:ext uri="{FF2B5EF4-FFF2-40B4-BE49-F238E27FC236}">
                <a16:creationId xmlns:a16="http://schemas.microsoft.com/office/drawing/2014/main" id="{643AB466-C8E3-4FCF-A9F9-CA41587E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05">
            <a:extLst xmlns:a="http://schemas.openxmlformats.org/drawingml/2006/main">
              <a:ext uri="{FF2B5EF4-FFF2-40B4-BE49-F238E27FC236}">
                <a16:creationId xmlns:a16="http://schemas.microsoft.com/office/drawing/2014/main" id="{9AEBFC39-110C-4DE6-B8E9-16AC5583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15 秒說下一步要改什麼</a:t>
            </a:r>
          </a:p>
        </p:txBody>
      </p:sp>
      <p:sp>
        <p:nvSpPr>
          <p:cNvPr id="16" name="shape-606">
            <a:extLst xmlns:a="http://schemas.openxmlformats.org/drawingml/2006/main">
              <a:ext uri="{FF2B5EF4-FFF2-40B4-BE49-F238E27FC236}">
                <a16:creationId xmlns:a16="http://schemas.microsoft.com/office/drawing/2014/main" id="{7E66D589-4E45-4D3B-843D-3C41B995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07">
            <a:extLst xmlns:a="http://schemas.openxmlformats.org/drawingml/2006/main">
              <a:ext uri="{FF2B5EF4-FFF2-40B4-BE49-F238E27FC236}">
                <a16:creationId xmlns:a16="http://schemas.microsoft.com/office/drawing/2014/main" id="{5BB1542B-76B4-4BBC-B0D1-949E40BC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08">
            <a:extLst xmlns:a="http://schemas.openxmlformats.org/drawingml/2006/main">
              <a:ext uri="{FF2B5EF4-FFF2-40B4-BE49-F238E27FC236}">
                <a16:creationId xmlns:a16="http://schemas.microsoft.com/office/drawing/2014/main" id="{AFFBB367-971C-431A-A6DE-8D3D8566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問題清楚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能說明來源或方法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知道下一步</a:t>
            </a:r>
          </a:p>
        </p:txBody>
      </p:sp>
      <p:sp>
        <p:nvSpPr>
          <p:cNvPr id="19" name="text-655">
            <a:extLst xmlns:a="http://schemas.openxmlformats.org/drawingml/2006/main">
              <a:ext uri="{FF2B5EF4-FFF2-40B4-BE49-F238E27FC236}">
                <a16:creationId xmlns:a16="http://schemas.microsoft.com/office/drawing/2014/main" id="{F8EF1596-1538-4929-9439-D7A58CE9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767c52c44e24b01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37b989b6444dbe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34c944a4e140ce"/>
              </a:rPr>
              <a:t>EZPage ↗</a:t>
            </a:r>
          </a:p>
        </p:txBody>
      </p:sp>
      <p:sp>
        <p:nvSpPr>
          <p:cNvPr id="20" name="shape-703">
            <a:extLst xmlns:a="http://schemas.openxmlformats.org/drawingml/2006/main">
              <a:ext uri="{FF2B5EF4-FFF2-40B4-BE49-F238E27FC236}">
                <a16:creationId xmlns:a16="http://schemas.microsoft.com/office/drawing/2014/main" id="{736749B8-AF72-4512-BF99-80EEE8F7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7ed779a3ce4db8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704">
            <a:extLst xmlns:a="http://schemas.openxmlformats.org/drawingml/2006/main">
              <a:ext uri="{FF2B5EF4-FFF2-40B4-BE49-F238E27FC236}">
                <a16:creationId xmlns:a16="http://schemas.microsoft.com/office/drawing/2014/main" id="{811F1955-BC96-4E62-8918-CEA17FC85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ecce1baf724954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705">
            <a:extLst xmlns:a="http://schemas.openxmlformats.org/drawingml/2006/main">
              <a:ext uri="{FF2B5EF4-FFF2-40B4-BE49-F238E27FC236}">
                <a16:creationId xmlns:a16="http://schemas.microsoft.com/office/drawing/2014/main" id="{4AA2A347-FBDB-4DED-A6D7-6A747479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78a94e7244cea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706">
            <a:extLst xmlns:a="http://schemas.openxmlformats.org/drawingml/2006/main">
              <a:ext uri="{FF2B5EF4-FFF2-40B4-BE49-F238E27FC236}">
                <a16:creationId xmlns:a16="http://schemas.microsoft.com/office/drawing/2014/main" id="{E80FC921-3637-4329-B2E9-5D0956E7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72467116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609">
            <a:extLst xmlns:a="http://schemas.openxmlformats.org/drawingml/2006/main">
              <a:ext uri="{FF2B5EF4-FFF2-40B4-BE49-F238E27FC236}">
                <a16:creationId xmlns:a16="http://schemas.microsoft.com/office/drawing/2014/main" id="{E6F31007-DB72-4E7F-AE36-B6D172B1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781D14-777B-4122-AB3F-95F09F6F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37" name="shape-6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1">
            <a:extLst xmlns:a="http://schemas.openxmlformats.org/drawingml/2006/main">
              <a:ext uri="{FF2B5EF4-FFF2-40B4-BE49-F238E27FC236}">
                <a16:creationId xmlns:a16="http://schemas.microsoft.com/office/drawing/2014/main" id="{2C927197-FBE8-453C-9D3F-01BF628E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BA1FCD-CC21-4FCE-9AFB-C9D25BCE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612">
            <a:extLst xmlns:a="http://schemas.openxmlformats.org/drawingml/2006/main">
              <a:ext uri="{FF2B5EF4-FFF2-40B4-BE49-F238E27FC236}">
                <a16:creationId xmlns:a16="http://schemas.microsoft.com/office/drawing/2014/main" id="{746590BB-0DB7-4325-B034-1CE0ABFC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13">
            <a:extLst xmlns:a="http://schemas.openxmlformats.org/drawingml/2006/main">
              <a:ext uri="{FF2B5EF4-FFF2-40B4-BE49-F238E27FC236}">
                <a16:creationId xmlns:a16="http://schemas.microsoft.com/office/drawing/2014/main" id="{3EB61973-9043-4216-827C-FFE3327A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614">
            <a:extLst xmlns:a="http://schemas.openxmlformats.org/drawingml/2006/main">
              <a:ext uri="{FF2B5EF4-FFF2-40B4-BE49-F238E27FC236}">
                <a16:creationId xmlns:a16="http://schemas.microsoft.com/office/drawing/2014/main" id="{3A322FC8-9EFB-4291-A153-573CE937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32a5974a3c0455f"/>
              </a:rPr>
              <a:t>../START_HERE_研習資源導航.html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ddefa59448456a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615">
            <a:extLst xmlns:a="http://schemas.openxmlformats.org/drawingml/2006/main">
              <a:ext uri="{FF2B5EF4-FFF2-40B4-BE49-F238E27FC236}">
                <a16:creationId xmlns:a16="http://schemas.microsoft.com/office/drawing/2014/main" id="{38C1C3CE-3370-4092-A2F3-DE1C3F9F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16">
            <a:extLst xmlns:a="http://schemas.openxmlformats.org/drawingml/2006/main">
              <a:ext uri="{FF2B5EF4-FFF2-40B4-BE49-F238E27FC236}">
                <a16:creationId xmlns:a16="http://schemas.microsoft.com/office/drawing/2014/main" id="{B1BC3865-B443-4D70-9FFA-26048B7E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617">
            <a:extLst xmlns:a="http://schemas.openxmlformats.org/drawingml/2006/main">
              <a:ext uri="{FF2B5EF4-FFF2-40B4-BE49-F238E27FC236}">
                <a16:creationId xmlns:a16="http://schemas.microsoft.com/office/drawing/2014/main" id="{5BA83AC7-F1E3-4352-8F56-C23BFE66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09f91a29e784cd1"/>
              </a:rPr>
              <a:t>https://notebook.google.com/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01a591f6494355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618">
            <a:extLst xmlns:a="http://schemas.openxmlformats.org/drawingml/2006/main">
              <a:ext uri="{FF2B5EF4-FFF2-40B4-BE49-F238E27FC236}">
                <a16:creationId xmlns:a16="http://schemas.microsoft.com/office/drawing/2014/main" id="{D4AE34DE-2F25-4367-883A-B7D9FAC9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19">
            <a:extLst xmlns:a="http://schemas.openxmlformats.org/drawingml/2006/main">
              <a:ext uri="{FF2B5EF4-FFF2-40B4-BE49-F238E27FC236}">
                <a16:creationId xmlns:a16="http://schemas.microsoft.com/office/drawing/2014/main" id="{B8587161-5A20-42E8-B1F2-CA6D9D71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620">
            <a:extLst xmlns:a="http://schemas.openxmlformats.org/drawingml/2006/main">
              <a:ext uri="{FF2B5EF4-FFF2-40B4-BE49-F238E27FC236}">
                <a16:creationId xmlns:a16="http://schemas.microsoft.com/office/drawing/2014/main" id="{B3A62BE3-364F-490C-9E94-DA05D22B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bb5d2a1b625643ea"/>
              </a:rPr>
              <a:t>https://gemini.google.com/gems/create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e5a90cee7b4045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621">
            <a:extLst xmlns:a="http://schemas.openxmlformats.org/drawingml/2006/main">
              <a:ext uri="{FF2B5EF4-FFF2-40B4-BE49-F238E27FC236}">
                <a16:creationId xmlns:a16="http://schemas.microsoft.com/office/drawing/2014/main" id="{F84858FC-5A67-4AF5-9CA3-BBA95457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22">
            <a:extLst xmlns:a="http://schemas.openxmlformats.org/drawingml/2006/main">
              <a:ext uri="{FF2B5EF4-FFF2-40B4-BE49-F238E27FC236}">
                <a16:creationId xmlns:a16="http://schemas.microsoft.com/office/drawing/2014/main" id="{F6A3BDDA-159A-4B05-BB50-EFC59B2E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623">
            <a:extLst xmlns:a="http://schemas.openxmlformats.org/drawingml/2006/main">
              <a:ext uri="{FF2B5EF4-FFF2-40B4-BE49-F238E27FC236}">
                <a16:creationId xmlns:a16="http://schemas.microsoft.com/office/drawing/2014/main" id="{D58A7044-A104-489C-8F1B-A6E46AE7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b08f48c220f4958"/>
              </a:rPr>
              <a:t>https://gemini.google.com/app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43cdaf05542c2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624">
            <a:extLst xmlns:a="http://schemas.openxmlformats.org/drawingml/2006/main">
              <a:ext uri="{FF2B5EF4-FFF2-40B4-BE49-F238E27FC236}">
                <a16:creationId xmlns:a16="http://schemas.microsoft.com/office/drawing/2014/main" id="{B036356E-46A2-46FE-A71A-DFF1EFB6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625">
            <a:extLst xmlns:a="http://schemas.openxmlformats.org/drawingml/2006/main">
              <a:ext uri="{FF2B5EF4-FFF2-40B4-BE49-F238E27FC236}">
                <a16:creationId xmlns:a16="http://schemas.microsoft.com/office/drawing/2014/main" id="{224486C5-E295-401A-B7DC-DA1A826B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24" name="text-626">
            <a:extLst xmlns:a="http://schemas.openxmlformats.org/drawingml/2006/main">
              <a:ext uri="{FF2B5EF4-FFF2-40B4-BE49-F238E27FC236}">
                <a16:creationId xmlns:a16="http://schemas.microsoft.com/office/drawing/2014/main" id="{C59B35E7-C698-44A1-B5F0-336403BA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b232b02cb7242bd"/>
              </a:rPr>
              <a:t>https://sites.google.com/new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b109251554834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627">
            <a:extLst xmlns:a="http://schemas.openxmlformats.org/drawingml/2006/main">
              <a:ext uri="{FF2B5EF4-FFF2-40B4-BE49-F238E27FC236}">
                <a16:creationId xmlns:a16="http://schemas.microsoft.com/office/drawing/2014/main" id="{A8BA504E-A5B9-430C-9259-1AB86012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628">
            <a:extLst xmlns:a="http://schemas.openxmlformats.org/drawingml/2006/main">
              <a:ext uri="{FF2B5EF4-FFF2-40B4-BE49-F238E27FC236}">
                <a16:creationId xmlns:a16="http://schemas.microsoft.com/office/drawing/2014/main" id="{AE9C7047-8AD5-4144-9ED4-22CD4B55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28" name="text-629">
            <a:extLst xmlns:a="http://schemas.openxmlformats.org/drawingml/2006/main">
              <a:ext uri="{FF2B5EF4-FFF2-40B4-BE49-F238E27FC236}">
                <a16:creationId xmlns:a16="http://schemas.microsoft.com/office/drawing/2014/main" id="{54FB7DEF-EE8D-4934-B03F-5F065E6E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6b10b361e2044b5"/>
              </a:rPr>
              <a:t>https://pages.github.com/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c4763025b4cc0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630">
            <a:extLst xmlns:a="http://schemas.openxmlformats.org/drawingml/2006/main">
              <a:ext uri="{FF2B5EF4-FFF2-40B4-BE49-F238E27FC236}">
                <a16:creationId xmlns:a16="http://schemas.microsoft.com/office/drawing/2014/main" id="{8E471657-883B-4195-89D0-EF218FBF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631">
            <a:extLst xmlns:a="http://schemas.openxmlformats.org/drawingml/2006/main">
              <a:ext uri="{FF2B5EF4-FFF2-40B4-BE49-F238E27FC236}">
                <a16:creationId xmlns:a16="http://schemas.microsoft.com/office/drawing/2014/main" id="{05867CCB-90D4-4C0A-A6DD-0E87AA54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32" name="text-632">
            <a:extLst xmlns:a="http://schemas.openxmlformats.org/drawingml/2006/main">
              <a:ext uri="{FF2B5EF4-FFF2-40B4-BE49-F238E27FC236}">
                <a16:creationId xmlns:a16="http://schemas.microsoft.com/office/drawing/2014/main" id="{364B325A-E20C-4051-BE42-D5EB12A7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b8a004553084673"/>
              </a:rPr>
              <a:t>https://gg90052.github.io/ezpage/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54885c8d84e38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text-633">
            <a:extLst xmlns:a="http://schemas.openxmlformats.org/drawingml/2006/main">
              <a:ext uri="{FF2B5EF4-FFF2-40B4-BE49-F238E27FC236}">
                <a16:creationId xmlns:a16="http://schemas.microsoft.com/office/drawing/2014/main" id="{EF835367-688E-4841-B1E0-5DB586ED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952802700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2026-08-13T02:53:12.1660000Z</dcterms:created>
  <dcterms:modified xsi:type="dcterms:W3CDTF">2026-08-13T02:53:12.1660000Z</dcterms:modified>
</coreProperties>
</file>