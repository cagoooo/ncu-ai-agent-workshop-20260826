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d11bd088e14d1e" /><Relationship Type="http://schemas.openxmlformats.org/officeDocument/2006/relationships/extended-properties" Target="/docProps/app.xml" Id="Rf5737e4015ed40ea" /><Relationship Type="http://schemas.openxmlformats.org/officeDocument/2006/relationships/officeDocument" Target="/ppt/presentation.xml" Id="R3171ea7bc12144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aadfced38c44b9"/>
  </p:sldMasterIdLst>
  <p:notesMasterIdLst>
    <p:notesMasterId xmlns:r="http://schemas.openxmlformats.org/officeDocument/2006/relationships" r:id="Rcd702d1e7d9e4f42"/>
  </p:notesMasterIdLst>
  <p:sldIdLst>
    <p:sldId xmlns:r="http://schemas.openxmlformats.org/officeDocument/2006/relationships" id="256" r:id="R9d19a59ec526473c"/>
    <p:sldId xmlns:r="http://schemas.openxmlformats.org/officeDocument/2006/relationships" id="257" r:id="R1b7d451108d84361"/>
    <p:sldId xmlns:r="http://schemas.openxmlformats.org/officeDocument/2006/relationships" id="258" r:id="R638bbef309114c5d"/>
    <p:sldId xmlns:r="http://schemas.openxmlformats.org/officeDocument/2006/relationships" id="259" r:id="Rc5ace561b9e7442e"/>
    <p:sldId xmlns:r="http://schemas.openxmlformats.org/officeDocument/2006/relationships" id="260" r:id="Raabd52fd8cd34f30"/>
    <p:sldId xmlns:r="http://schemas.openxmlformats.org/officeDocument/2006/relationships" id="261" r:id="R45457b5b461d461c"/>
    <p:sldId xmlns:r="http://schemas.openxmlformats.org/officeDocument/2006/relationships" id="262" r:id="Rdef7e8afabee4d39"/>
    <p:sldId xmlns:r="http://schemas.openxmlformats.org/officeDocument/2006/relationships" id="263" r:id="R69fc2226f20f45a8"/>
    <p:sldId xmlns:r="http://schemas.openxmlformats.org/officeDocument/2006/relationships" id="264" r:id="Rb46ecc8c653d42f8"/>
    <p:sldId xmlns:r="http://schemas.openxmlformats.org/officeDocument/2006/relationships" id="265" r:id="Ra55acb74598a4e6f"/>
    <p:sldId xmlns:r="http://schemas.openxmlformats.org/officeDocument/2006/relationships" id="266" r:id="Rcb62cb8d23084ba0"/>
    <p:sldId xmlns:r="http://schemas.openxmlformats.org/officeDocument/2006/relationships" id="267" r:id="R35b64719a3984141"/>
    <p:sldId xmlns:r="http://schemas.openxmlformats.org/officeDocument/2006/relationships" id="268" r:id="R950fade51b2d4db7"/>
    <p:sldId xmlns:r="http://schemas.openxmlformats.org/officeDocument/2006/relationships" id="269" r:id="Raf16bdc2def94884"/>
    <p:sldId xmlns:r="http://schemas.openxmlformats.org/officeDocument/2006/relationships" id="270" r:id="Rf522a1cad2f54688"/>
    <p:sldId xmlns:r="http://schemas.openxmlformats.org/officeDocument/2006/relationships" id="271" r:id="Rf1bdbfcbafd54f82"/>
    <p:sldId xmlns:r="http://schemas.openxmlformats.org/officeDocument/2006/relationships" id="272" r:id="R5a7994e0acb44a3f"/>
    <p:sldId xmlns:r="http://schemas.openxmlformats.org/officeDocument/2006/relationships" id="273" r:id="R673af4ffa9b3449c"/>
    <p:sldId xmlns:r="http://schemas.openxmlformats.org/officeDocument/2006/relationships" id="274" r:id="R5e91cc33cbe34c1e"/>
    <p:sldId xmlns:r="http://schemas.openxmlformats.org/officeDocument/2006/relationships" id="275" r:id="Read6c5fa47b84cf8"/>
    <p:sldId xmlns:r="http://schemas.openxmlformats.org/officeDocument/2006/relationships" id="276" r:id="Ree12752d7aef415c"/>
    <p:sldId xmlns:r="http://schemas.openxmlformats.org/officeDocument/2006/relationships" id="277" r:id="R2f15ffbd625b4898"/>
    <p:sldId xmlns:r="http://schemas.openxmlformats.org/officeDocument/2006/relationships" id="278" r:id="R117a9be748e94b94"/>
    <p:sldId xmlns:r="http://schemas.openxmlformats.org/officeDocument/2006/relationships" id="279" r:id="R61581c7ab634443a"/>
    <p:sldId xmlns:r="http://schemas.openxmlformats.org/officeDocument/2006/relationships" id="280" r:id="Rb3d3ce5777d34f26"/>
    <p:sldId xmlns:r="http://schemas.openxmlformats.org/officeDocument/2006/relationships" id="281" r:id="R64e5f03316914abd"/>
    <p:sldId xmlns:r="http://schemas.openxmlformats.org/officeDocument/2006/relationships" id="282" r:id="Rff9243c3524741cf"/>
    <p:sldId xmlns:r="http://schemas.openxmlformats.org/officeDocument/2006/relationships" id="283" r:id="R85cfeac1514942e3"/>
    <p:sldId xmlns:r="http://schemas.openxmlformats.org/officeDocument/2006/relationships" id="284" r:id="R4caca7dac7e642c6"/>
    <p:sldId xmlns:r="http://schemas.openxmlformats.org/officeDocument/2006/relationships" id="285" r:id="R9c8ec6cb975a48a0"/>
    <p:sldId xmlns:r="http://schemas.openxmlformats.org/officeDocument/2006/relationships" id="286" r:id="R577b7b28c32d47ba"/>
    <p:sldId xmlns:r="http://schemas.openxmlformats.org/officeDocument/2006/relationships" id="287" r:id="R608a8c12415245a8"/>
    <p:sldId xmlns:r="http://schemas.openxmlformats.org/officeDocument/2006/relationships" id="288" r:id="R86d88d93a97e4a8e"/>
    <p:sldId xmlns:r="http://schemas.openxmlformats.org/officeDocument/2006/relationships" id="289" r:id="Rbf84663fa85f44a3"/>
    <p:sldId xmlns:r="http://schemas.openxmlformats.org/officeDocument/2006/relationships" id="290" r:id="Rd471d387c812488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078d139d01445b6" /><Relationship Type="http://schemas.openxmlformats.org/officeDocument/2006/relationships/slideMaster" Target="/ppt/slideMasters/slideMaster1.xml" Id="Rd7aadfced38c44b9" /><Relationship Type="http://schemas.openxmlformats.org/officeDocument/2006/relationships/notesMaster" Target="/ppt/notesMasters/notesMaster1.xml" Id="Rcd702d1e7d9e4f42" /><Relationship Type="http://schemas.openxmlformats.org/officeDocument/2006/relationships/presProps" Target="/ppt/presProps.xml" Id="Reb090c2808114fdc" /><Relationship Type="http://schemas.openxmlformats.org/officeDocument/2006/relationships/tableStyles" Target="/ppt/tableStyles.xml" Id="R08afe30ec00f4640" /><Relationship Type="http://schemas.openxmlformats.org/officeDocument/2006/relationships/slide" Target="/ppt/slides/slide1.xml" Id="R9d19a59ec526473c" /><Relationship Type="http://schemas.openxmlformats.org/officeDocument/2006/relationships/slide" Target="/ppt/slides/slide2.xml" Id="R1b7d451108d84361" /><Relationship Type="http://schemas.openxmlformats.org/officeDocument/2006/relationships/slide" Target="/ppt/slides/slide3.xml" Id="R638bbef309114c5d" /><Relationship Type="http://schemas.openxmlformats.org/officeDocument/2006/relationships/slide" Target="/ppt/slides/slide4.xml" Id="Rc5ace561b9e7442e" /><Relationship Type="http://schemas.openxmlformats.org/officeDocument/2006/relationships/slide" Target="/ppt/slides/slide5.xml" Id="Raabd52fd8cd34f30" /><Relationship Type="http://schemas.openxmlformats.org/officeDocument/2006/relationships/slide" Target="/ppt/slides/slide6.xml" Id="R45457b5b461d461c" /><Relationship Type="http://schemas.openxmlformats.org/officeDocument/2006/relationships/slide" Target="/ppt/slides/slide7.xml" Id="Rdef7e8afabee4d39" /><Relationship Type="http://schemas.openxmlformats.org/officeDocument/2006/relationships/slide" Target="/ppt/slides/slide8.xml" Id="R69fc2226f20f45a8" /><Relationship Type="http://schemas.openxmlformats.org/officeDocument/2006/relationships/slide" Target="/ppt/slides/slide9.xml" Id="Rb46ecc8c653d42f8" /><Relationship Type="http://schemas.openxmlformats.org/officeDocument/2006/relationships/slide" Target="/ppt/slides/slide10.xml" Id="Ra55acb74598a4e6f" /><Relationship Type="http://schemas.openxmlformats.org/officeDocument/2006/relationships/slide" Target="/ppt/slides/slide11.xml" Id="Rcb62cb8d23084ba0" /><Relationship Type="http://schemas.openxmlformats.org/officeDocument/2006/relationships/slide" Target="/ppt/slides/slide12.xml" Id="R35b64719a3984141" /><Relationship Type="http://schemas.openxmlformats.org/officeDocument/2006/relationships/slide" Target="/ppt/slides/slide13.xml" Id="R950fade51b2d4db7" /><Relationship Type="http://schemas.openxmlformats.org/officeDocument/2006/relationships/slide" Target="/ppt/slides/slide14.xml" Id="Raf16bdc2def94884" /><Relationship Type="http://schemas.openxmlformats.org/officeDocument/2006/relationships/slide" Target="/ppt/slides/slide15.xml" Id="Rf522a1cad2f54688" /><Relationship Type="http://schemas.openxmlformats.org/officeDocument/2006/relationships/slide" Target="/ppt/slides/slide16.xml" Id="Rf1bdbfcbafd54f82" /><Relationship Type="http://schemas.openxmlformats.org/officeDocument/2006/relationships/slide" Target="/ppt/slides/slide17.xml" Id="R5a7994e0acb44a3f" /><Relationship Type="http://schemas.openxmlformats.org/officeDocument/2006/relationships/slide" Target="/ppt/slides/slide18.xml" Id="R673af4ffa9b3449c" /><Relationship Type="http://schemas.openxmlformats.org/officeDocument/2006/relationships/slide" Target="/ppt/slides/slide19.xml" Id="R5e91cc33cbe34c1e" /><Relationship Type="http://schemas.openxmlformats.org/officeDocument/2006/relationships/slide" Target="/ppt/slides/slide20.xml" Id="Read6c5fa47b84cf8" /><Relationship Type="http://schemas.openxmlformats.org/officeDocument/2006/relationships/slide" Target="/ppt/slides/slide21.xml" Id="Ree12752d7aef415c" /><Relationship Type="http://schemas.openxmlformats.org/officeDocument/2006/relationships/slide" Target="/ppt/slides/slide22.xml" Id="R2f15ffbd625b4898" /><Relationship Type="http://schemas.openxmlformats.org/officeDocument/2006/relationships/slide" Target="/ppt/slides/slide23.xml" Id="R117a9be748e94b94" /><Relationship Type="http://schemas.openxmlformats.org/officeDocument/2006/relationships/slide" Target="/ppt/slides/slide24.xml" Id="R61581c7ab634443a" /><Relationship Type="http://schemas.openxmlformats.org/officeDocument/2006/relationships/slide" Target="/ppt/slides/slide25.xml" Id="Rb3d3ce5777d34f26" /><Relationship Type="http://schemas.openxmlformats.org/officeDocument/2006/relationships/slide" Target="/ppt/slides/slide26.xml" Id="R64e5f03316914abd" /><Relationship Type="http://schemas.openxmlformats.org/officeDocument/2006/relationships/slide" Target="/ppt/slides/slide27.xml" Id="Rff9243c3524741cf" /><Relationship Type="http://schemas.openxmlformats.org/officeDocument/2006/relationships/slide" Target="/ppt/slides/slide28.xml" Id="R85cfeac1514942e3" /><Relationship Type="http://schemas.openxmlformats.org/officeDocument/2006/relationships/slide" Target="/ppt/slides/slide29.xml" Id="R4caca7dac7e642c6" /><Relationship Type="http://schemas.openxmlformats.org/officeDocument/2006/relationships/slide" Target="/ppt/slides/slide30.xml" Id="R9c8ec6cb975a48a0" /><Relationship Type="http://schemas.openxmlformats.org/officeDocument/2006/relationships/slide" Target="/ppt/slides/slide31.xml" Id="R577b7b28c32d47ba" /><Relationship Type="http://schemas.openxmlformats.org/officeDocument/2006/relationships/slide" Target="/ppt/slides/slide32.xml" Id="R608a8c12415245a8" /><Relationship Type="http://schemas.openxmlformats.org/officeDocument/2006/relationships/slide" Target="/ppt/slides/slide33.xml" Id="R86d88d93a97e4a8e" /><Relationship Type="http://schemas.openxmlformats.org/officeDocument/2006/relationships/slide" Target="/ppt/slides/slide34.xml" Id="Rbf84663fa85f44a3" /><Relationship Type="http://schemas.openxmlformats.org/officeDocument/2006/relationships/slide" Target="/ppt/slides/slide35.xml" Id="Rd471d387c812488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e5c6b9f8aeb41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1445f66d4f4a1f" /><Relationship Type="http://schemas.openxmlformats.org/officeDocument/2006/relationships/notesMaster" Target="/ppt/notesMasters/notesMaster1.xml" Id="Rc9e32ba362b548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8af67a1ecac4ba4" /><Relationship Type="http://schemas.openxmlformats.org/officeDocument/2006/relationships/notesMaster" Target="/ppt/notesMasters/notesMaster1.xml" Id="Rc57797ee40764c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16f113169b4c6c" /><Relationship Type="http://schemas.openxmlformats.org/officeDocument/2006/relationships/notesMaster" Target="/ppt/notesMasters/notesMaster1.xml" Id="Rdac5d37f55b948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a9037a882149e5" /><Relationship Type="http://schemas.openxmlformats.org/officeDocument/2006/relationships/notesMaster" Target="/ppt/notesMasters/notesMaster1.xml" Id="R3c7ea71a894441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c3f0efcade4443" /><Relationship Type="http://schemas.openxmlformats.org/officeDocument/2006/relationships/notesMaster" Target="/ppt/notesMasters/notesMaster1.xml" Id="R2c20ac6f27594c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fce0daf81054030" /><Relationship Type="http://schemas.openxmlformats.org/officeDocument/2006/relationships/notesMaster" Target="/ppt/notesMasters/notesMaster1.xml" Id="R107fe8d0c247490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59f2d1fffe430a" /><Relationship Type="http://schemas.openxmlformats.org/officeDocument/2006/relationships/notesMaster" Target="/ppt/notesMasters/notesMaster1.xml" Id="Rc67895a06fba4b4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a30c706ce348d5" /><Relationship Type="http://schemas.openxmlformats.org/officeDocument/2006/relationships/notesMaster" Target="/ppt/notesMasters/notesMaster1.xml" Id="R711f0ff57df64c6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3bff2d5328f4cd1" /><Relationship Type="http://schemas.openxmlformats.org/officeDocument/2006/relationships/notesMaster" Target="/ppt/notesMasters/notesMaster1.xml" Id="R480432b7209b4f5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21b5667fea249d3" /><Relationship Type="http://schemas.openxmlformats.org/officeDocument/2006/relationships/notesMaster" Target="/ppt/notesMasters/notesMaster1.xml" Id="Rd03439f585a44ed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e98f4481ef4ed6" /><Relationship Type="http://schemas.openxmlformats.org/officeDocument/2006/relationships/notesMaster" Target="/ppt/notesMasters/notesMaster1.xml" Id="R524cc6f621a44a8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9924ff123d54c87" /><Relationship Type="http://schemas.openxmlformats.org/officeDocument/2006/relationships/notesMaster" Target="/ppt/notesMasters/notesMaster1.xml" Id="R855d03ee0f8e452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5afec4936554369" /><Relationship Type="http://schemas.openxmlformats.org/officeDocument/2006/relationships/notesMaster" Target="/ppt/notesMasters/notesMaster1.xml" Id="Rff2c35dbeff94df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a6a555d2ba6447a" /><Relationship Type="http://schemas.openxmlformats.org/officeDocument/2006/relationships/notesMaster" Target="/ppt/notesMasters/notesMaster1.xml" Id="R0ecf343bcece4dc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c530df886664a4d" /><Relationship Type="http://schemas.openxmlformats.org/officeDocument/2006/relationships/notesMaster" Target="/ppt/notesMasters/notesMaster1.xml" Id="R0f92fc6f47f9494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4f67332dd37401d" /><Relationship Type="http://schemas.openxmlformats.org/officeDocument/2006/relationships/notesMaster" Target="/ppt/notesMasters/notesMaster1.xml" Id="R546cff579c744d1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d7621be576b4bbd" /><Relationship Type="http://schemas.openxmlformats.org/officeDocument/2006/relationships/notesMaster" Target="/ppt/notesMasters/notesMaster1.xml" Id="R26cef351a30c4b7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7475994d8f54477" /><Relationship Type="http://schemas.openxmlformats.org/officeDocument/2006/relationships/notesMaster" Target="/ppt/notesMasters/notesMaster1.xml" Id="R12e4ba792ed046b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1cf416b7a7b4159" /><Relationship Type="http://schemas.openxmlformats.org/officeDocument/2006/relationships/notesMaster" Target="/ppt/notesMasters/notesMaster1.xml" Id="Rb2c73c0bb65b453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d9932131cda412c" /><Relationship Type="http://schemas.openxmlformats.org/officeDocument/2006/relationships/notesMaster" Target="/ppt/notesMasters/notesMaster1.xml" Id="R20307feb9368459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e6979195f384a35" /><Relationship Type="http://schemas.openxmlformats.org/officeDocument/2006/relationships/notesMaster" Target="/ppt/notesMasters/notesMaster1.xml" Id="Rde231656d7be46a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61d971e0bf4497f" /><Relationship Type="http://schemas.openxmlformats.org/officeDocument/2006/relationships/notesMaster" Target="/ppt/notesMasters/notesMaster1.xml" Id="R054a6436e5474ab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885325fa5524ad0" /><Relationship Type="http://schemas.openxmlformats.org/officeDocument/2006/relationships/notesMaster" Target="/ppt/notesMasters/notesMaster1.xml" Id="Rd7571b2ca50a4de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ee33138a3684b8d" /><Relationship Type="http://schemas.openxmlformats.org/officeDocument/2006/relationships/notesMaster" Target="/ppt/notesMasters/notesMaster1.xml" Id="Rcaaec04049f34f8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c9e0730ed4849fc" /><Relationship Type="http://schemas.openxmlformats.org/officeDocument/2006/relationships/notesMaster" Target="/ppt/notesMasters/notesMaster1.xml" Id="R758ad799dfb6451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541db2b0114491f" /><Relationship Type="http://schemas.openxmlformats.org/officeDocument/2006/relationships/notesMaster" Target="/ppt/notesMasters/notesMaster1.xml" Id="R2dc51ade35c9474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21b834bbbd84dbe" /><Relationship Type="http://schemas.openxmlformats.org/officeDocument/2006/relationships/notesMaster" Target="/ppt/notesMasters/notesMaster1.xml" Id="Re12243cc2b0d47d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8c578a6284b46ac" /><Relationship Type="http://schemas.openxmlformats.org/officeDocument/2006/relationships/notesMaster" Target="/ppt/notesMasters/notesMaster1.xml" Id="Rfeb73358b5c9429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843f6929a144007" /><Relationship Type="http://schemas.openxmlformats.org/officeDocument/2006/relationships/notesMaster" Target="/ppt/notesMasters/notesMaster1.xml" Id="R8a7dacb1a24c40d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f423063d7124a8d" /><Relationship Type="http://schemas.openxmlformats.org/officeDocument/2006/relationships/notesMaster" Target="/ppt/notesMasters/notesMaster1.xml" Id="R727a0796874541e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9ad3ede5d364cb9" /><Relationship Type="http://schemas.openxmlformats.org/officeDocument/2006/relationships/notesMaster" Target="/ppt/notesMasters/notesMaster1.xml" Id="Rc332ae4fd72548f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3e3f8d940304d87" /><Relationship Type="http://schemas.openxmlformats.org/officeDocument/2006/relationships/notesMaster" Target="/ppt/notesMasters/notesMaster1.xml" Id="R409e2c4be4f0454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cc92e110bd74f5b" /><Relationship Type="http://schemas.openxmlformats.org/officeDocument/2006/relationships/notesMaster" Target="/ppt/notesMasters/notesMaster1.xml" Id="Rd36081ce884e4dff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097e11e2d1e4888" /><Relationship Type="http://schemas.openxmlformats.org/officeDocument/2006/relationships/notesMaster" Target="/ppt/notesMasters/notesMaster1.xml" Id="Rc51243a9e4214579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188c6fbf6914f3b" /><Relationship Type="http://schemas.openxmlformats.org/officeDocument/2006/relationships/notesMaster" Target="/ppt/notesMasters/notesMaster1.xml" Id="R6610ee022e294d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開場先說明：今天的重點不是把所有按鈕看過一遍，而是每位參與者都完成可帶回課堂的成果。邀請大家先選定一門課程或一個教學問題。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用一張圖建立全日心智模型。上午先完成 AI 教學與研究工作室，下午再把同一作品或資料分析任務交給 Agent 擴充、驗證與交付。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簡要說明時間節奏。實作時採 6 位教授三組雙人共作；若某帳號沒有 Gemini 權限，擔任測試者與教學觀察員仍可完整參與。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請參與者把這四項成果當作今日 checklist。每一段結束會回來勾選一次。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六位教授建議分三組。不要讓帳號差異變成旁觀：測試者的工作是檢查引用、指令邊界、手機畫面與實際教學價值。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請每組選一題，寫成一句：『我希望哪一群學生，在什麼情境下，完成什麼改變？』後續所有工具都服務這一句。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現場不要逐一介紹 123 個工具。請依參與者選定的教學問題，搜尋 1–2 個最接近的案例，分析它的使用者、輸入、輸出與互動方式。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三個案例分別對應語文創作、教學設計與互動網站。現場可由三組各選一張，先讀卡片介紹，再用測試者視角操作成品。本次資料依據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https://cagoooo.github.io/Akai/tool/91/</a:t>
            </a:r>
          </a:p>
          <a:p xmlns:a="http://schemas.openxmlformats.org/drawingml/2006/main">
            <a:r>
              <a:t>- https://cagoooo.github.io/PhotoPoet/</a:t>
            </a:r>
          </a:p>
          <a:p xmlns:a="http://schemas.openxmlformats.org/drawingml/2006/main">
            <a:r>
              <a:t>- https://cagoooo.github.io/Akai/tool/58/</a:t>
            </a:r>
          </a:p>
          <a:p xmlns:a="http://schemas.openxmlformats.org/drawingml/2006/main">
            <a:r>
              <a:t>- https://cagoooo.github.io/prepare/</a:t>
            </a:r>
          </a:p>
          <a:p xmlns:a="http://schemas.openxmlformats.org/drawingml/2006/main">
            <a:r>
              <a:t>- https://cagoooo.github.io/Akai/tool/11/</a:t>
            </a:r>
          </a:p>
          <a:p xmlns:a="http://schemas.openxmlformats.org/drawingml/2006/main">
            <a:r>
              <a:t>- https://cagoooo.github.io/Akailao/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三個案例分別用於形成性回饋、Google Sites 與 GitHub Pages 部署比較。提醒參與者同時觀察內容架構、權限、維護方式與手機操作。本次資料依據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https://cagoooo.github.io/Akai/tool/3/</a:t>
            </a:r>
          </a:p>
          <a:p xmlns:a="http://schemas.openxmlformats.org/drawingml/2006/main">
            <a:r>
              <a:t>- https://cagoooo.github.io/vote/</a:t>
            </a:r>
          </a:p>
          <a:p xmlns:a="http://schemas.openxmlformats.org/drawingml/2006/main">
            <a:r>
              <a:t>- https://cagoooo.github.io/Akai/tool/24/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https://cagoooo.github.io/Akai/tool/81/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強調工具選擇不是競賽。Notebook 負責來源，Gem 負責穩定行為，Canvas 負責可操作介面，部署平台負責觸及使用者。這條產線同時適用於教學設計與研究整理。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章節轉場。請參與者準備三份與自己課程最相關的資料。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示範同一個問題在一般聊天與來源型筆記本的差異。重點不是『一定正確』，而是『更容易追查與修正』。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要求每組先用少量高品質來源建立第一版。來源太多會讓提問與檢核難度提高，熟悉後再擴增。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示範時刻意問一個來源中沒有答案的問題，讓大家看見系統的邊界。再改寫問題，使它更具體。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https://support.google.com/gemininotebook/answer/16206563?hl=zh-Hant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逐組巡視，優先協助來源格式與權限。提醒參與者不要上傳含學生個資、未授權教材或敏感研究資料。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現場請每組依序跑三層提問，感受『問題層級』如何改變輸出。若回答無法回到來源，先修問題，不急著追求華麗文字。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請參與者只選一個成品完成，不要同時生成全部。完成後用『內容依據、學生可用、教師可改』三項快速評估。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讓每組口頭報告一個『回答得好』與一個『來源不足』的例子。這一步建立查證習慣。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轉場：Notebook 管來源，Gem 管行為。兩者可以搭配，但不要混為同一功能。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用同一份學生作業或教案，分別在一般對話與 Gem 中測試。比較輸出的穩定度與是否遵守格式。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請大家先寫四格，再貼進 Gem。Google 官方建議的四個思考面向是角色、任務、背景資訊與格式。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可以直接用此範例建立 Gem，再把『課程與研究設計教練』換成自己的專業角色。提醒右側預覽不等於已儲存，完成後要按儲存。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巡視時不要只看正常結果。請測：未提供學生程度、要求捏造引用、要求直接替學生完成作業。觀察 Gem 是否遵守邊界。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如果四項只符合一項，先保留成提示詞，不急著做 Gem。可重複與可維護，才是專屬助理的價值。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轉場：現在把前面整理好的內容與教學方法，變成學生能操作的作品。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 Notebook 產出的教學內容放入公式，但不要一次塞入所有需求。先完成最小可用版本，再迭代。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Canvas 可建立或編輯文件、應用、簡報與程式；程式作品可檢查程式碼、主控台與近期變更。示範時故意製造一個小問題，再用主控台追查。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建議題型：概念分類器、案例決策樹、課程閱讀導覽、形成性自評。避免一開始就做登入、資料庫或複雜多人功能。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安排同儕交換裝置測試。任何含真實學生或研究資料的作品，今天只做本機或私人分享版本。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讓參與者依維護者與作品型態選擇。若今天只是分享 Canvas 連結，也算完成；EZPage 是降低第一次部署門檻的第三方入口，不是 GitHub 官方工具。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官方流程是建立、加入內容、預覽並發布。現場請優先完成一頁式課程入口：目標、使用說明、作品連結、回饋入口。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示範最簡單的 Deploy from a branch。提醒發布可能需要數分鐘；完成不是看到綠勾，而是實際打開公開網址走完主要流程。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EZPage 是第三方圖形化入口，不是 GitHub 官方工具。先確認 ZIP 根目錄有 index.html；不要上傳學生個資、研究原始資料或未授權素材。登入授權前檢查權限範圍與儲存庫可見性；部署後仍要打開公開網址驗證。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秒，其他人只回饋兩句：『最有教學價值的是……』『下一版我建議……』。把技術評論留到午後 Agent 升級。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- https://gemini.google.com/gems/create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https://sites.google.com/new</a:t>
            </a:r>
          </a:p>
          <a:p xmlns:a="http://schemas.openxmlformats.org/drawingml/2006/main">
            <a:r>
              <a:t>- https://pages.github.com/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040100d8b9421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d7f97063064a0e" /><Relationship Type="http://schemas.openxmlformats.org/officeDocument/2006/relationships/slideLayout" Target="/ppt/slideLayouts/slideLayout1.xml" Id="R0141d35c252b4ae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41d35c252b4ae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1ff13fda434f24" /><Relationship Type="http://schemas.openxmlformats.org/officeDocument/2006/relationships/image" Target="/ppt/media/image.png" Id="R63f3840dd37741c8" /><Relationship Type="http://schemas.openxmlformats.org/officeDocument/2006/relationships/notesSlide" Target="/ppt/notesSlides/notesSlide1.xml" Id="R1728b8a6f3b042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0f111ea22c4878" /><Relationship Type="http://schemas.openxmlformats.org/officeDocument/2006/relationships/notesSlide" Target="/ppt/notesSlides/notesSlide2.xml" Id="R3464b3a10ddf498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8fc4a5dfba4860" /><Relationship Type="http://schemas.openxmlformats.org/officeDocument/2006/relationships/notesSlide" Target="/ppt/notesSlides/notesSlide3.xml" Id="Re49d0524ef76411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8fc53af6054dd1" /><Relationship Type="http://schemas.openxmlformats.org/officeDocument/2006/relationships/notesSlide" Target="/ppt/notesSlides/notesSlide4.xml" Id="Rea8f849655f347b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39f393868948f8" /><Relationship Type="http://schemas.openxmlformats.org/officeDocument/2006/relationships/notesSlide" Target="/ppt/notesSlides/notesSlide5.xml" Id="R7e2669e64c7048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b47db6791943f4" /><Relationship Type="http://schemas.openxmlformats.org/officeDocument/2006/relationships/notesSlide" Target="/ppt/notesSlides/notesSlide6.xml" Id="R62e37e98ed6e4a8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62fba3de3548c0" /><Relationship Type="http://schemas.openxmlformats.org/officeDocument/2006/relationships/image" Target="/ppt/media/image2.png" Id="R6b385a958c4740ef" /><Relationship Type="http://schemas.openxmlformats.org/officeDocument/2006/relationships/hyperlink" Target="https://cagoooo.github.io/Akai/" TargetMode="External" Id="Rf5fe3f4e462141fd" /><Relationship Type="http://schemas.openxmlformats.org/officeDocument/2006/relationships/image" Target="/ppt/media/image3.png" Id="R250828f017c04000" /><Relationship Type="http://schemas.openxmlformats.org/officeDocument/2006/relationships/notesSlide" Target="/ppt/notesSlides/notesSlide7.xml" Id="Rc21e2f1996804cd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90f40553bd46da" /><Relationship Type="http://schemas.openxmlformats.org/officeDocument/2006/relationships/hyperlink" Target="https://cagoooo.github.io/Akai/tool/91/" TargetMode="External" Id="R0f18103b27ca47c3" /><Relationship Type="http://schemas.openxmlformats.org/officeDocument/2006/relationships/image" Target="/ppt/media/image4.png" Id="R2cbc477a391d4a62" /><Relationship Type="http://schemas.openxmlformats.org/officeDocument/2006/relationships/hyperlink" Target="https://cagoooo.github.io/PhotoPoet/" TargetMode="External" Id="R898cde35c78a4c9f" /><Relationship Type="http://schemas.openxmlformats.org/officeDocument/2006/relationships/image" Target="/ppt/media/image5.png" Id="R7bacad67c6904746" /><Relationship Type="http://schemas.openxmlformats.org/officeDocument/2006/relationships/hyperlink" Target="https://cagoooo.github.io/Akai/tool/58/" TargetMode="External" Id="R7b769c07abea482d" /><Relationship Type="http://schemas.openxmlformats.org/officeDocument/2006/relationships/image" Target="/ppt/media/image6.png" Id="R72cc7d6c582b4b3a" /><Relationship Type="http://schemas.openxmlformats.org/officeDocument/2006/relationships/hyperlink" Target="https://cagoooo.github.io/prepare/" TargetMode="External" Id="R558aa1f33fbb4114" /><Relationship Type="http://schemas.openxmlformats.org/officeDocument/2006/relationships/image" Target="/ppt/media/image7.png" Id="R242235eaeb6f4f3d" /><Relationship Type="http://schemas.openxmlformats.org/officeDocument/2006/relationships/hyperlink" Target="https://cagoooo.github.io/Akai/tool/11/" TargetMode="External" Id="Re6bd564ca0bf4936" /><Relationship Type="http://schemas.openxmlformats.org/officeDocument/2006/relationships/image" Target="/ppt/media/image8.png" Id="Rac411853d3944c4e" /><Relationship Type="http://schemas.openxmlformats.org/officeDocument/2006/relationships/hyperlink" Target="https://cagoooo.github.io/Akailao/" TargetMode="External" Id="Rf41f1b17c26a4fc3" /><Relationship Type="http://schemas.openxmlformats.org/officeDocument/2006/relationships/image" Target="/ppt/media/image9.png" Id="Rbff3cc16cec349f6" /><Relationship Type="http://schemas.openxmlformats.org/officeDocument/2006/relationships/notesSlide" Target="/ppt/notesSlides/notesSlide8.xml" Id="Rc010ca5ed65d4f4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90dd21a65d4d14" /><Relationship Type="http://schemas.openxmlformats.org/officeDocument/2006/relationships/hyperlink" Target="https://cagoooo.github.io/Akai/tool/3/" TargetMode="External" Id="Rd7015422dc5447e5" /><Relationship Type="http://schemas.openxmlformats.org/officeDocument/2006/relationships/image" Target="/ppt/media/image10.png" Id="R1f468bacfba941d6" /><Relationship Type="http://schemas.openxmlformats.org/officeDocument/2006/relationships/hyperlink" Target="https://cagoooo.github.io/vote/" TargetMode="External" Id="Rdd04a07cf5914eef" /><Relationship Type="http://schemas.openxmlformats.org/officeDocument/2006/relationships/image" Target="/ppt/media/image11.png" Id="Rb88d41d6eac04305" /><Relationship Type="http://schemas.openxmlformats.org/officeDocument/2006/relationships/hyperlink" Target="https://cagoooo.github.io/Akai/tool/24/" TargetMode="External" Id="R9ef7194ced454e1e" /><Relationship Type="http://schemas.openxmlformats.org/officeDocument/2006/relationships/image" Target="/ppt/media/image12.png" Id="Ra8ca9a943d8947d3" /><Relationship Type="http://schemas.openxmlformats.org/officeDocument/2006/relationships/hyperlink" Target="https://sites.google.com/mail2.smes.tyc.edu.tw/114teacher/" TargetMode="External" Id="R2fed1b5a600f4591" /><Relationship Type="http://schemas.openxmlformats.org/officeDocument/2006/relationships/image" Target="/ppt/media/image13.png" Id="R6a63b07a0a2d415e" /><Relationship Type="http://schemas.openxmlformats.org/officeDocument/2006/relationships/hyperlink" Target="https://cagoooo.github.io/Akai/tool/81/" TargetMode="External" Id="Ra744991b7afe48b9" /><Relationship Type="http://schemas.openxmlformats.org/officeDocument/2006/relationships/image" Target="/ppt/media/image14.png" Id="Rd279338c9d144913" /><Relationship Type="http://schemas.openxmlformats.org/officeDocument/2006/relationships/hyperlink" Target="https://cagoooo.github.io/it-cockpit/" TargetMode="External" Id="Ra61cfe2185d74ec6" /><Relationship Type="http://schemas.openxmlformats.org/officeDocument/2006/relationships/image" Target="/ppt/media/image15.png" Id="R0dde37570a694f2e" /><Relationship Type="http://schemas.openxmlformats.org/officeDocument/2006/relationships/notesSlide" Target="/ppt/notesSlides/notesSlide9.xml" Id="Rd506cc2d180f4ef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a0271f4afb44be" /><Relationship Type="http://schemas.openxmlformats.org/officeDocument/2006/relationships/notesSlide" Target="/ppt/notesSlides/notesSlide10.xml" Id="R9518c5d035544f3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82d3a6196442cb" /><Relationship Type="http://schemas.openxmlformats.org/officeDocument/2006/relationships/hyperlink" Target="https://notebook.google.com/" TargetMode="External" Id="R9e08e157cc334c04" /><Relationship Type="http://schemas.openxmlformats.org/officeDocument/2006/relationships/image" Target="/ppt/media/image16.png" Id="R21971570348d486e" /><Relationship Type="http://schemas.openxmlformats.org/officeDocument/2006/relationships/notesSlide" Target="/ppt/notesSlides/notesSlide11.xml" Id="R5eb4e3bc86b7478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d5a7e6f6e4220" /><Relationship Type="http://schemas.openxmlformats.org/officeDocument/2006/relationships/hyperlink" Target="https://notebook.google.com/" TargetMode="External" Id="Rf3b15df88c3941f0" /><Relationship Type="http://schemas.openxmlformats.org/officeDocument/2006/relationships/image" Target="/ppt/media/image17.png" Id="R34482fac7d364731" /><Relationship Type="http://schemas.openxmlformats.org/officeDocument/2006/relationships/notesSlide" Target="/ppt/notesSlides/notesSlide12.xml" Id="R15bda0764aca44e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1c41c2dcce4168" /><Relationship Type="http://schemas.openxmlformats.org/officeDocument/2006/relationships/hyperlink" Target="https://notebook.google.com/" TargetMode="External" Id="Ree3802de299942fb" /><Relationship Type="http://schemas.openxmlformats.org/officeDocument/2006/relationships/image" Target="/ppt/media/image18.png" Id="Rbd7f1b59f3444671" /><Relationship Type="http://schemas.openxmlformats.org/officeDocument/2006/relationships/notesSlide" Target="/ppt/notesSlides/notesSlide13.xml" Id="R55331648070548b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6b05040a3a4e16" /><Relationship Type="http://schemas.openxmlformats.org/officeDocument/2006/relationships/hyperlink" Target="https://notebook.google.com/" TargetMode="External" Id="Ra1630c399d49437e" /><Relationship Type="http://schemas.openxmlformats.org/officeDocument/2006/relationships/image" Target="/ppt/media/image19.png" Id="R5a9c66a71cc94f0b" /><Relationship Type="http://schemas.openxmlformats.org/officeDocument/2006/relationships/notesSlide" Target="/ppt/notesSlides/notesSlide14.xml" Id="R9bc581d4460a486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17eb34fa7d46f1" /><Relationship Type="http://schemas.openxmlformats.org/officeDocument/2006/relationships/hyperlink" Target="https://notebook.google.com/" TargetMode="External" Id="R1f6f940716b34a42" /><Relationship Type="http://schemas.openxmlformats.org/officeDocument/2006/relationships/image" Target="/ppt/media/image20.png" Id="R8d3fa5eb2ed447da" /><Relationship Type="http://schemas.openxmlformats.org/officeDocument/2006/relationships/notesSlide" Target="/ppt/notesSlides/notesSlide15.xml" Id="R3b4f141f3a314d6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bb9d8aaf6a4d53" /><Relationship Type="http://schemas.openxmlformats.org/officeDocument/2006/relationships/hyperlink" Target="https://notebook.google.com/" TargetMode="External" Id="Rd7e2857116754b78" /><Relationship Type="http://schemas.openxmlformats.org/officeDocument/2006/relationships/image" Target="/ppt/media/image21.png" Id="Rff711ffd225349eb" /><Relationship Type="http://schemas.openxmlformats.org/officeDocument/2006/relationships/notesSlide" Target="/ppt/notesSlides/notesSlide16.xml" Id="R8d0126aa92894db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cfd864724b4418" /><Relationship Type="http://schemas.openxmlformats.org/officeDocument/2006/relationships/hyperlink" Target="https://notebook.google.com/" TargetMode="External" Id="R1c3cf97122744769" /><Relationship Type="http://schemas.openxmlformats.org/officeDocument/2006/relationships/image" Target="/ppt/media/image22.png" Id="R851051ec11074a62" /><Relationship Type="http://schemas.openxmlformats.org/officeDocument/2006/relationships/notesSlide" Target="/ppt/notesSlides/notesSlide17.xml" Id="Rf8366473615d4dd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ddb6e4ee124120" /><Relationship Type="http://schemas.openxmlformats.org/officeDocument/2006/relationships/hyperlink" Target="https://notebook.google.com/" TargetMode="External" Id="R82b3f8aa394a48eb" /><Relationship Type="http://schemas.openxmlformats.org/officeDocument/2006/relationships/image" Target="/ppt/media/image23.png" Id="R396ffb2528834a43" /><Relationship Type="http://schemas.openxmlformats.org/officeDocument/2006/relationships/notesSlide" Target="/ppt/notesSlides/notesSlide18.xml" Id="Raa5acdd37a004f7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51c132d5134930" /><Relationship Type="http://schemas.openxmlformats.org/officeDocument/2006/relationships/hyperlink" Target="https://gemini.google.com/gems/create" TargetMode="External" Id="R667299e49d984cf7" /><Relationship Type="http://schemas.openxmlformats.org/officeDocument/2006/relationships/image" Target="/ppt/media/image24.png" Id="Ra317ae8c3bfd497b" /><Relationship Type="http://schemas.openxmlformats.org/officeDocument/2006/relationships/notesSlide" Target="/ppt/notesSlides/notesSlide19.xml" Id="R2405b56f0a7d49f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fb8f6d7431476e" /><Relationship Type="http://schemas.openxmlformats.org/officeDocument/2006/relationships/hyperlink" Target="https://gemini.google.com/gems/create" TargetMode="External" Id="Rc28968e4537b4536" /><Relationship Type="http://schemas.openxmlformats.org/officeDocument/2006/relationships/image" Target="/ppt/media/image25.png" Id="R4e16172270924911" /><Relationship Type="http://schemas.openxmlformats.org/officeDocument/2006/relationships/notesSlide" Target="/ppt/notesSlides/notesSlide20.xml" Id="R22c7837141f349a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d479bea7b0410e" /><Relationship Type="http://schemas.openxmlformats.org/officeDocument/2006/relationships/hyperlink" Target="https://gemini.google.com/gems/create" TargetMode="External" Id="Re93a710921bf4bb1" /><Relationship Type="http://schemas.openxmlformats.org/officeDocument/2006/relationships/image" Target="/ppt/media/image26.png" Id="R595fdd49d34642b1" /><Relationship Type="http://schemas.openxmlformats.org/officeDocument/2006/relationships/notesSlide" Target="/ppt/notesSlides/notesSlide21.xml" Id="R54c0cd8673a143b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7205d7f6a4d94" /><Relationship Type="http://schemas.openxmlformats.org/officeDocument/2006/relationships/hyperlink" Target="https://gemini.google.com/gems/create" TargetMode="External" Id="Rcedda879858f4d7f" /><Relationship Type="http://schemas.openxmlformats.org/officeDocument/2006/relationships/image" Target="/ppt/media/image27.png" Id="Rea46a32971124658" /><Relationship Type="http://schemas.openxmlformats.org/officeDocument/2006/relationships/notesSlide" Target="/ppt/notesSlides/notesSlide22.xml" Id="R90e3e934593d444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99b64214df48d8" /><Relationship Type="http://schemas.openxmlformats.org/officeDocument/2006/relationships/hyperlink" Target="https://gemini.google.com/gems/create" TargetMode="External" Id="R16d2881914b44523" /><Relationship Type="http://schemas.openxmlformats.org/officeDocument/2006/relationships/image" Target="/ppt/media/image28.png" Id="Rbd9407f53a37422f" /><Relationship Type="http://schemas.openxmlformats.org/officeDocument/2006/relationships/notesSlide" Target="/ppt/notesSlides/notesSlide23.xml" Id="R75271b47d5b44aa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4c7e42c3b9498f" /><Relationship Type="http://schemas.openxmlformats.org/officeDocument/2006/relationships/hyperlink" Target="https://gemini.google.com/gems/create" TargetMode="External" Id="R6c1152239ed44096" /><Relationship Type="http://schemas.openxmlformats.org/officeDocument/2006/relationships/image" Target="/ppt/media/image29.png" Id="Ra6f76db118f24a5c" /><Relationship Type="http://schemas.openxmlformats.org/officeDocument/2006/relationships/notesSlide" Target="/ppt/notesSlides/notesSlide24.xml" Id="R62902fd69cee461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f0c7976e6d471c" /><Relationship Type="http://schemas.openxmlformats.org/officeDocument/2006/relationships/hyperlink" Target="https://gemini.google.com/app" TargetMode="External" Id="R7a83797f36e64f3d" /><Relationship Type="http://schemas.openxmlformats.org/officeDocument/2006/relationships/image" Target="/ppt/media/image30.png" Id="Rff94d36ad71a44e5" /><Relationship Type="http://schemas.openxmlformats.org/officeDocument/2006/relationships/notesSlide" Target="/ppt/notesSlides/notesSlide25.xml" Id="R012ff4119f9d4d2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ececd5928445e" /><Relationship Type="http://schemas.openxmlformats.org/officeDocument/2006/relationships/hyperlink" Target="https://gemini.google.com/app" TargetMode="External" Id="R7ec98c032e454adb" /><Relationship Type="http://schemas.openxmlformats.org/officeDocument/2006/relationships/image" Target="/ppt/media/image31.png" Id="Rd4190ebeddcc4611" /><Relationship Type="http://schemas.openxmlformats.org/officeDocument/2006/relationships/notesSlide" Target="/ppt/notesSlides/notesSlide26.xml" Id="R4f6db741eefa41a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f26a37b4a440bf" /><Relationship Type="http://schemas.openxmlformats.org/officeDocument/2006/relationships/hyperlink" Target="https://gemini.google.com/app" TargetMode="External" Id="R2bd4712146af4bce" /><Relationship Type="http://schemas.openxmlformats.org/officeDocument/2006/relationships/image" Target="/ppt/media/image32.png" Id="Rcc98cd6be7e2448c" /><Relationship Type="http://schemas.openxmlformats.org/officeDocument/2006/relationships/notesSlide" Target="/ppt/notesSlides/notesSlide27.xml" Id="Reb898f1d8c6b496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88860d37fb412b" /><Relationship Type="http://schemas.openxmlformats.org/officeDocument/2006/relationships/hyperlink" Target="https://gemini.google.com/app" TargetMode="External" Id="Rbb7defc5ea42429b" /><Relationship Type="http://schemas.openxmlformats.org/officeDocument/2006/relationships/image" Target="/ppt/media/image33.png" Id="R9577c63144f44a37" /><Relationship Type="http://schemas.openxmlformats.org/officeDocument/2006/relationships/notesSlide" Target="/ppt/notesSlides/notesSlide28.xml" Id="Rb84f9e6fac49457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718bd2a6f44ddb" /><Relationship Type="http://schemas.openxmlformats.org/officeDocument/2006/relationships/hyperlink" Target="https://gemini.google.com/app" TargetMode="External" Id="R6f1744da9d574d26" /><Relationship Type="http://schemas.openxmlformats.org/officeDocument/2006/relationships/image" Target="/ppt/media/image34.png" Id="Ra03d6ffb3b1248c8" /><Relationship Type="http://schemas.openxmlformats.org/officeDocument/2006/relationships/notesSlide" Target="/ppt/notesSlides/notesSlide29.xml" Id="R5f1781099dac4aa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b756549a854f9c" /><Relationship Type="http://schemas.openxmlformats.org/officeDocument/2006/relationships/hyperlink" Target="https://sites.google.com/new" TargetMode="External" Id="R582451785aca48d6" /><Relationship Type="http://schemas.openxmlformats.org/officeDocument/2006/relationships/hyperlink" Target="https://pages.github.com/" TargetMode="External" Id="Ra70ca6dd92b54845" /><Relationship Type="http://schemas.openxmlformats.org/officeDocument/2006/relationships/hyperlink" Target="https://gg90052.github.io/ezpage/" TargetMode="External" Id="Rf5da8abfc01144bc" /><Relationship Type="http://schemas.openxmlformats.org/officeDocument/2006/relationships/image" Target="/ppt/media/image35.png" Id="R78de916d3c804bd0" /><Relationship Type="http://schemas.openxmlformats.org/officeDocument/2006/relationships/image" Target="/ppt/media/image36.png" Id="Rd339c79f285c4ce4" /><Relationship Type="http://schemas.openxmlformats.org/officeDocument/2006/relationships/image" Target="/ppt/media/image37.png" Id="R96945706101749cc" /><Relationship Type="http://schemas.openxmlformats.org/officeDocument/2006/relationships/notesSlide" Target="/ppt/notesSlides/notesSlide30.xml" Id="Ra672fa6f80ed4ef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1e2e9aace440c" /><Relationship Type="http://schemas.openxmlformats.org/officeDocument/2006/relationships/hyperlink" Target="https://sites.google.com/new" TargetMode="External" Id="Rf99406178d384745" /><Relationship Type="http://schemas.openxmlformats.org/officeDocument/2006/relationships/image" Target="/ppt/media/image38.png" Id="Rb9e76122bce245a2" /><Relationship Type="http://schemas.openxmlformats.org/officeDocument/2006/relationships/notesSlide" Target="/ppt/notesSlides/notesSlide31.xml" Id="R1913aeba7b0e429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744204dc664473" /><Relationship Type="http://schemas.openxmlformats.org/officeDocument/2006/relationships/hyperlink" Target="https://pages.github.com/" TargetMode="External" Id="R957ebd747cc748b1" /><Relationship Type="http://schemas.openxmlformats.org/officeDocument/2006/relationships/image" Target="/ppt/media/image39.png" Id="R093de5944b80444d" /><Relationship Type="http://schemas.openxmlformats.org/officeDocument/2006/relationships/notesSlide" Target="/ppt/notesSlides/notesSlide32.xml" Id="R5a3fec77fc414bc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542cee02cb4c23" /><Relationship Type="http://schemas.openxmlformats.org/officeDocument/2006/relationships/hyperlink" Target="https://gg90052.github.io/ezpage/" TargetMode="External" Id="R7a265d77c20b4fbf" /><Relationship Type="http://schemas.openxmlformats.org/officeDocument/2006/relationships/image" Target="/ppt/media/image40.png" Id="R0848bd8e8d6f4758" /><Relationship Type="http://schemas.openxmlformats.org/officeDocument/2006/relationships/notesSlide" Target="/ppt/notesSlides/notesSlide33.xml" Id="Rce4746a4763a4b8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99088510dd4fa4" /><Relationship Type="http://schemas.openxmlformats.org/officeDocument/2006/relationships/hyperlink" Target="https://sites.google.com/new" TargetMode="External" Id="R6ef6e1a7c38c4bbf" /><Relationship Type="http://schemas.openxmlformats.org/officeDocument/2006/relationships/hyperlink" Target="https://pages.github.com/" TargetMode="External" Id="R8ae9a9ae0f6742e2" /><Relationship Type="http://schemas.openxmlformats.org/officeDocument/2006/relationships/hyperlink" Target="https://gg90052.github.io/ezpage/" TargetMode="External" Id="Rc9f3c4d2183c43fe" /><Relationship Type="http://schemas.openxmlformats.org/officeDocument/2006/relationships/image" Target="/ppt/media/image41.png" Id="Rc88d9582f1b84f37" /><Relationship Type="http://schemas.openxmlformats.org/officeDocument/2006/relationships/image" Target="/ppt/media/image42.png" Id="Ra905cc0b3c824c3d" /><Relationship Type="http://schemas.openxmlformats.org/officeDocument/2006/relationships/image" Target="/ppt/media/image43.png" Id="R2b77c1915c9943bf" /><Relationship Type="http://schemas.openxmlformats.org/officeDocument/2006/relationships/notesSlide" Target="/ppt/notesSlides/notesSlide34.xml" Id="Ra606e665f988433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e61aab20f34275" /><Relationship Type="http://schemas.openxmlformats.org/officeDocument/2006/relationships/hyperlink" Target="../START_HERE_&#30740;&#32722;&#36039;&#28304;&#23566;&#33322;.html" TargetMode="External" Id="R109a43a366a14425" /><Relationship Type="http://schemas.openxmlformats.org/officeDocument/2006/relationships/image" Target="/ppt/media/image44.png" Id="R025147fc559a493e" /><Relationship Type="http://schemas.openxmlformats.org/officeDocument/2006/relationships/hyperlink" Target="https://notebook.google.com/" TargetMode="External" Id="R025b8475eef2466b" /><Relationship Type="http://schemas.openxmlformats.org/officeDocument/2006/relationships/image" Target="/ppt/media/image45.png" Id="Re92d7a553e3540e3" /><Relationship Type="http://schemas.openxmlformats.org/officeDocument/2006/relationships/hyperlink" Target="https://gemini.google.com/gems/create" TargetMode="External" Id="R241a564c2073469e" /><Relationship Type="http://schemas.openxmlformats.org/officeDocument/2006/relationships/image" Target="/ppt/media/image46.png" Id="R19b9a389ec87400f" /><Relationship Type="http://schemas.openxmlformats.org/officeDocument/2006/relationships/hyperlink" Target="https://gemini.google.com/app" TargetMode="External" Id="R74fd9d6b0d21446e" /><Relationship Type="http://schemas.openxmlformats.org/officeDocument/2006/relationships/image" Target="/ppt/media/image47.png" Id="R48f36f9b47b84b77" /><Relationship Type="http://schemas.openxmlformats.org/officeDocument/2006/relationships/hyperlink" Target="https://sites.google.com/new" TargetMode="External" Id="Rd9a86d559f2a42cb" /><Relationship Type="http://schemas.openxmlformats.org/officeDocument/2006/relationships/image" Target="/ppt/media/image48.png" Id="Re6acf2b60f134c5e" /><Relationship Type="http://schemas.openxmlformats.org/officeDocument/2006/relationships/hyperlink" Target="https://pages.github.com/" TargetMode="External" Id="Ra650c7bab0f14b45" /><Relationship Type="http://schemas.openxmlformats.org/officeDocument/2006/relationships/image" Target="/ppt/media/image49.png" Id="R004b01f6c3934e12" /><Relationship Type="http://schemas.openxmlformats.org/officeDocument/2006/relationships/hyperlink" Target="https://gg90052.github.io/ezpage/" TargetMode="External" Id="R0eb84777c37e4fe0" /><Relationship Type="http://schemas.openxmlformats.org/officeDocument/2006/relationships/image" Target="/ppt/media/image50.png" Id="R35a0b0b25b21479a" /><Relationship Type="http://schemas.openxmlformats.org/officeDocument/2006/relationships/notesSlide" Target="/ppt/notesSlides/notesSlide35.xml" Id="R2e45b6268d95422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f3840dd37741c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">
            <a:extLst xmlns:a="http://schemas.openxmlformats.org/drawingml/2006/main">
              <a:ext uri="{FF2B5EF4-FFF2-40B4-BE49-F238E27FC236}">
                <a16:creationId xmlns:a16="http://schemas.microsoft.com/office/drawing/2014/main" id="{7752AC16-048D-4142-A18F-89760864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BEF0FA0D-76DB-44D5-AAA3-B55DECDC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725C55E-EA8E-4C84-AA74-72B6CCCE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上午場｜09:00–12:00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D38F776C-942F-419B-A3FD-9AA0475C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52959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打造專屬 AI 教學與研究工作室：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Notebook、Gem、Canvas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與網站部署實作</a:t>
            </a:r>
          </a:p>
        </p:txBody>
      </p:sp>
      <p:sp>
        <p:nvSpPr>
          <p:cNvPr id="6" name="shape-5">
            <a:extLst xmlns:a="http://schemas.openxmlformats.org/drawingml/2006/main">
              <a:ext uri="{FF2B5EF4-FFF2-40B4-BE49-F238E27FC236}">
                <a16:creationId xmlns:a16="http://schemas.microsoft.com/office/drawing/2014/main" id="{CCF24A17-9ACB-4D44-BB86-2E7B822C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A9F53C06-7EFB-4645-9052-C073A386D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5219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CAB1638B-849D-423C-9824-EA5EE8AE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17371706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8">
            <a:extLst xmlns:a="http://schemas.openxmlformats.org/drawingml/2006/main">
              <a:ext uri="{FF2B5EF4-FFF2-40B4-BE49-F238E27FC236}">
                <a16:creationId xmlns:a16="http://schemas.microsoft.com/office/drawing/2014/main" id="{C98A8571-E0C5-462F-AF27-B1D15188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ASSISTANT TO AGENT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857C0A7-C243-481B-82C1-3FDCB38F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今天的學習弧線</a:t>
            </a:r>
          </a:p>
        </p:txBody>
      </p:sp>
      <p:cxnSp>
        <p:nvCxnSpPr>
          <p:cNvPr id="32" name="shape-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">
            <a:extLst xmlns:a="http://schemas.openxmlformats.org/drawingml/2006/main">
              <a:ext uri="{FF2B5EF4-FFF2-40B4-BE49-F238E27FC236}">
                <a16:creationId xmlns:a16="http://schemas.microsoft.com/office/drawing/2014/main" id="{4E89186E-A79F-49F2-AFB2-88333CF5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55BC46A-2282-45D4-8DA5-72A557619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11">
            <a:extLst xmlns:a="http://schemas.openxmlformats.org/drawingml/2006/main">
              <a:ext uri="{FF2B5EF4-FFF2-40B4-BE49-F238E27FC236}">
                <a16:creationId xmlns:a16="http://schemas.microsoft.com/office/drawing/2014/main" id="{5B2B5695-ECA0-4A14-AFE8-FF8C74F3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12">
            <a:extLst xmlns:a="http://schemas.openxmlformats.org/drawingml/2006/main">
              <a:ext uri="{FF2B5EF4-FFF2-40B4-BE49-F238E27FC236}">
                <a16:creationId xmlns:a16="http://schemas.microsoft.com/office/drawing/2014/main" id="{F8D528C6-7169-417B-9B31-CCF50F1EE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">
            <a:extLst xmlns:a="http://schemas.openxmlformats.org/drawingml/2006/main">
              <a:ext uri="{FF2B5EF4-FFF2-40B4-BE49-F238E27FC236}">
                <a16:creationId xmlns:a16="http://schemas.microsoft.com/office/drawing/2014/main" id="{2D7C4CAE-8DF3-495B-ABBC-926B812C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">
            <a:extLst xmlns:a="http://schemas.openxmlformats.org/drawingml/2006/main">
              <a:ext uri="{FF2B5EF4-FFF2-40B4-BE49-F238E27FC236}">
                <a16:creationId xmlns:a16="http://schemas.microsoft.com/office/drawing/2014/main" id="{2B2B3D6D-F99B-4AAF-8AB5-05864B22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有根據</a:t>
            </a:r>
          </a:p>
        </p:txBody>
      </p:sp>
      <p:sp>
        <p:nvSpPr>
          <p:cNvPr id="10" name="text-15">
            <a:extLst xmlns:a="http://schemas.openxmlformats.org/drawingml/2006/main">
              <a:ext uri="{FF2B5EF4-FFF2-40B4-BE49-F238E27FC236}">
                <a16:creationId xmlns:a16="http://schemas.microsoft.com/office/drawing/2014/main" id="{A47266D3-2CBD-4DF2-8E79-4A71FF46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Gemini Notebook 整理可信來源</a:t>
            </a:r>
          </a:p>
        </p:txBody>
      </p:sp>
      <p:sp>
        <p:nvSpPr>
          <p:cNvPr id="11" name="text-16">
            <a:extLst xmlns:a="http://schemas.openxmlformats.org/drawingml/2006/main">
              <a:ext uri="{FF2B5EF4-FFF2-40B4-BE49-F238E27FC236}">
                <a16:creationId xmlns:a16="http://schemas.microsoft.com/office/drawing/2014/main" id="{14D27D5B-DB1B-4118-AF33-98128A1A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7">
            <a:extLst xmlns:a="http://schemas.openxmlformats.org/drawingml/2006/main">
              <a:ext uri="{FF2B5EF4-FFF2-40B4-BE49-F238E27FC236}">
                <a16:creationId xmlns:a16="http://schemas.microsoft.com/office/drawing/2014/main" id="{697AE33B-6DC2-4593-AE84-B8A6FB9A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18">
            <a:extLst xmlns:a="http://schemas.openxmlformats.org/drawingml/2006/main">
              <a:ext uri="{FF2B5EF4-FFF2-40B4-BE49-F238E27FC236}">
                <a16:creationId xmlns:a16="http://schemas.microsoft.com/office/drawing/2014/main" id="{9C1E3BB8-F120-4A29-BA8C-E84B1D61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9">
            <a:extLst xmlns:a="http://schemas.openxmlformats.org/drawingml/2006/main">
              <a:ext uri="{FF2B5EF4-FFF2-40B4-BE49-F238E27FC236}">
                <a16:creationId xmlns:a16="http://schemas.microsoft.com/office/drawing/2014/main" id="{3C98022C-C44C-4DA0-B8D2-2EBD25A5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0">
            <a:extLst xmlns:a="http://schemas.openxmlformats.org/drawingml/2006/main">
              <a:ext uri="{FF2B5EF4-FFF2-40B4-BE49-F238E27FC236}">
                <a16:creationId xmlns:a16="http://schemas.microsoft.com/office/drawing/2014/main" id="{C3206EB6-FF0B-4F32-B7D4-44B588E5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有角色</a:t>
            </a:r>
          </a:p>
        </p:txBody>
      </p:sp>
      <p:sp>
        <p:nvSpPr>
          <p:cNvPr id="16" name="text-21">
            <a:extLst xmlns:a="http://schemas.openxmlformats.org/drawingml/2006/main">
              <a:ext uri="{FF2B5EF4-FFF2-40B4-BE49-F238E27FC236}">
                <a16:creationId xmlns:a16="http://schemas.microsoft.com/office/drawing/2014/main" id="{0DC4B211-D17E-44F4-83F1-E4B9B50DA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 固定教學方法與回覆格式</a:t>
            </a:r>
          </a:p>
        </p:txBody>
      </p:sp>
      <p:sp>
        <p:nvSpPr>
          <p:cNvPr id="17" name="text-22">
            <a:extLst xmlns:a="http://schemas.openxmlformats.org/drawingml/2006/main">
              <a:ext uri="{FF2B5EF4-FFF2-40B4-BE49-F238E27FC236}">
                <a16:creationId xmlns:a16="http://schemas.microsoft.com/office/drawing/2014/main" id="{8D7D9ABE-9329-458D-9D0E-1DC2DF40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3">
            <a:extLst xmlns:a="http://schemas.openxmlformats.org/drawingml/2006/main">
              <a:ext uri="{FF2B5EF4-FFF2-40B4-BE49-F238E27FC236}">
                <a16:creationId xmlns:a16="http://schemas.microsoft.com/office/drawing/2014/main" id="{AD79B7FD-BCAA-4A47-9214-DEF830AE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24">
            <a:extLst xmlns:a="http://schemas.openxmlformats.org/drawingml/2006/main">
              <a:ext uri="{FF2B5EF4-FFF2-40B4-BE49-F238E27FC236}">
                <a16:creationId xmlns:a16="http://schemas.microsoft.com/office/drawing/2014/main" id="{944078FC-D547-4748-A3CF-230C1555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5">
            <a:extLst xmlns:a="http://schemas.openxmlformats.org/drawingml/2006/main">
              <a:ext uri="{FF2B5EF4-FFF2-40B4-BE49-F238E27FC236}">
                <a16:creationId xmlns:a16="http://schemas.microsoft.com/office/drawing/2014/main" id="{6519FE84-2CAC-4530-86F1-77189D568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6">
            <a:extLst xmlns:a="http://schemas.openxmlformats.org/drawingml/2006/main">
              <a:ext uri="{FF2B5EF4-FFF2-40B4-BE49-F238E27FC236}">
                <a16:creationId xmlns:a16="http://schemas.microsoft.com/office/drawing/2014/main" id="{2C9DB693-1C3A-4BB6-A062-46D0C6C9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有作品</a:t>
            </a:r>
          </a:p>
        </p:txBody>
      </p:sp>
      <p:sp>
        <p:nvSpPr>
          <p:cNvPr id="22" name="text-27">
            <a:extLst xmlns:a="http://schemas.openxmlformats.org/drawingml/2006/main">
              <a:ext uri="{FF2B5EF4-FFF2-40B4-BE49-F238E27FC236}">
                <a16:creationId xmlns:a16="http://schemas.microsoft.com/office/drawing/2014/main" id="{26493266-52F9-45E3-AD05-EC9BDED03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Canvas 做出互動教學原型</a:t>
            </a:r>
          </a:p>
        </p:txBody>
      </p:sp>
      <p:sp>
        <p:nvSpPr>
          <p:cNvPr id="23" name="text-28">
            <a:extLst xmlns:a="http://schemas.openxmlformats.org/drawingml/2006/main">
              <a:ext uri="{FF2B5EF4-FFF2-40B4-BE49-F238E27FC236}">
                <a16:creationId xmlns:a16="http://schemas.microsoft.com/office/drawing/2014/main" id="{7EDBE7FD-2BA9-4B47-A13A-5E2BB9EA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9">
            <a:extLst xmlns:a="http://schemas.openxmlformats.org/drawingml/2006/main">
              <a:ext uri="{FF2B5EF4-FFF2-40B4-BE49-F238E27FC236}">
                <a16:creationId xmlns:a16="http://schemas.microsoft.com/office/drawing/2014/main" id="{43BF54C6-76AC-4B09-A414-EC8650EB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30">
            <a:extLst xmlns:a="http://schemas.openxmlformats.org/drawingml/2006/main">
              <a:ext uri="{FF2B5EF4-FFF2-40B4-BE49-F238E27FC236}">
                <a16:creationId xmlns:a16="http://schemas.microsoft.com/office/drawing/2014/main" id="{C0B8FD7A-9C40-4A57-B5F0-E974715A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31">
            <a:extLst xmlns:a="http://schemas.openxmlformats.org/drawingml/2006/main">
              <a:ext uri="{FF2B5EF4-FFF2-40B4-BE49-F238E27FC236}">
                <a16:creationId xmlns:a16="http://schemas.microsoft.com/office/drawing/2014/main" id="{067177F5-92C1-4DED-B6EA-A4EBF77A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32">
            <a:extLst xmlns:a="http://schemas.openxmlformats.org/drawingml/2006/main">
              <a:ext uri="{FF2B5EF4-FFF2-40B4-BE49-F238E27FC236}">
                <a16:creationId xmlns:a16="http://schemas.microsoft.com/office/drawing/2014/main" id="{F1844BF6-040E-40F3-A603-0779824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能分享</a:t>
            </a:r>
          </a:p>
        </p:txBody>
      </p:sp>
      <p:sp>
        <p:nvSpPr>
          <p:cNvPr id="28" name="text-33">
            <a:extLst xmlns:a="http://schemas.openxmlformats.org/drawingml/2006/main">
              <a:ext uri="{FF2B5EF4-FFF2-40B4-BE49-F238E27FC236}">
                <a16:creationId xmlns:a16="http://schemas.microsoft.com/office/drawing/2014/main" id="{0DDEA186-0DE0-4C91-98E8-93047207D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Sites 或 Pages 發布成果</a:t>
            </a:r>
          </a:p>
        </p:txBody>
      </p:sp>
      <p:sp>
        <p:nvSpPr>
          <p:cNvPr id="29" name="text-34">
            <a:extLst xmlns:a="http://schemas.openxmlformats.org/drawingml/2006/main">
              <a:ext uri="{FF2B5EF4-FFF2-40B4-BE49-F238E27FC236}">
                <a16:creationId xmlns:a16="http://schemas.microsoft.com/office/drawing/2014/main" id="{436026C6-4417-44F8-9015-3B48B684A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9315078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35">
            <a:extLst xmlns:a="http://schemas.openxmlformats.org/drawingml/2006/main">
              <a:ext uri="{FF2B5EF4-FFF2-40B4-BE49-F238E27FC236}">
                <a16:creationId xmlns:a16="http://schemas.microsoft.com/office/drawing/2014/main" id="{891CB62E-213C-4573-A8CE-1AD20E1A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A6DF67-B332-4D18-8583-1A764D32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 180 分鐘：每一段都有作品</a:t>
            </a:r>
          </a:p>
        </p:txBody>
      </p:sp>
      <p:cxnSp>
        <p:nvCxnSpPr>
          <p:cNvPr id="33" name="shape-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7">
            <a:extLst xmlns:a="http://schemas.openxmlformats.org/drawingml/2006/main">
              <a:ext uri="{FF2B5EF4-FFF2-40B4-BE49-F238E27FC236}">
                <a16:creationId xmlns:a16="http://schemas.microsoft.com/office/drawing/2014/main" id="{A541CA8B-FF7F-4C3B-B3D4-C63202ED4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7057E5B-E54D-413F-8360-5818BECE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36" name="shape-38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shape-39">
            <a:extLst xmlns:a="http://schemas.openxmlformats.org/drawingml/2006/main">
              <a:ext uri="{FF2B5EF4-FFF2-40B4-BE49-F238E27FC236}">
                <a16:creationId xmlns:a16="http://schemas.microsoft.com/office/drawing/2014/main" id="{3839D242-9C5E-420B-9AF5-BF1683D8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0">
            <a:extLst xmlns:a="http://schemas.openxmlformats.org/drawingml/2006/main">
              <a:ext uri="{FF2B5EF4-FFF2-40B4-BE49-F238E27FC236}">
                <a16:creationId xmlns:a16="http://schemas.microsoft.com/office/drawing/2014/main" id="{6C718469-276A-4F70-A503-C70CD9C9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00–15</a:t>
            </a:r>
          </a:p>
        </p:txBody>
      </p:sp>
      <p:sp>
        <p:nvSpPr>
          <p:cNvPr id="9" name="text-41">
            <a:extLst xmlns:a="http://schemas.openxmlformats.org/drawingml/2006/main">
              <a:ext uri="{FF2B5EF4-FFF2-40B4-BE49-F238E27FC236}">
                <a16:creationId xmlns:a16="http://schemas.microsoft.com/office/drawing/2014/main" id="{D5BC0F7E-989C-4187-83AD-60D628D4C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定題</a:t>
            </a:r>
          </a:p>
        </p:txBody>
      </p:sp>
      <p:sp>
        <p:nvSpPr>
          <p:cNvPr id="10" name="text-42">
            <a:extLst xmlns:a="http://schemas.openxmlformats.org/drawingml/2006/main">
              <a:ext uri="{FF2B5EF4-FFF2-40B4-BE49-F238E27FC236}">
                <a16:creationId xmlns:a16="http://schemas.microsoft.com/office/drawing/2014/main" id="{27CEAD52-54B9-4931-994C-BE977C2D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選一門課／一個問題</a:t>
            </a:r>
          </a:p>
        </p:txBody>
      </p:sp>
      <p:sp>
        <p:nvSpPr>
          <p:cNvPr id="11" name="shape-43">
            <a:extLst xmlns:a="http://schemas.openxmlformats.org/drawingml/2006/main">
              <a:ext uri="{FF2B5EF4-FFF2-40B4-BE49-F238E27FC236}">
                <a16:creationId xmlns:a16="http://schemas.microsoft.com/office/drawing/2014/main" id="{BF1BEC08-2F8E-49AC-BCD4-A086D8B5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44">
            <a:extLst xmlns:a="http://schemas.openxmlformats.org/drawingml/2006/main">
              <a:ext uri="{FF2B5EF4-FFF2-40B4-BE49-F238E27FC236}">
                <a16:creationId xmlns:a16="http://schemas.microsoft.com/office/drawing/2014/main" id="{C6319707-0075-4463-B920-A65E2DD1C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76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15–55</a:t>
            </a:r>
          </a:p>
        </p:txBody>
      </p:sp>
      <p:sp>
        <p:nvSpPr>
          <p:cNvPr id="13" name="text-45">
            <a:extLst xmlns:a="http://schemas.openxmlformats.org/drawingml/2006/main">
              <a:ext uri="{FF2B5EF4-FFF2-40B4-BE49-F238E27FC236}">
                <a16:creationId xmlns:a16="http://schemas.microsoft.com/office/drawing/2014/main" id="{958CEED2-F1FC-4F37-8A65-339D7B24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4" name="text-46">
            <a:extLst xmlns:a="http://schemas.openxmlformats.org/drawingml/2006/main">
              <a:ext uri="{FF2B5EF4-FFF2-40B4-BE49-F238E27FC236}">
                <a16:creationId xmlns:a16="http://schemas.microsoft.com/office/drawing/2014/main" id="{4B4FBE60-0362-4CE2-990C-FA76018E0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來源與引用</a:t>
            </a:r>
          </a:p>
        </p:txBody>
      </p:sp>
      <p:sp>
        <p:nvSpPr>
          <p:cNvPr id="15" name="shape-47">
            <a:extLst xmlns:a="http://schemas.openxmlformats.org/drawingml/2006/main">
              <a:ext uri="{FF2B5EF4-FFF2-40B4-BE49-F238E27FC236}">
                <a16:creationId xmlns:a16="http://schemas.microsoft.com/office/drawing/2014/main" id="{7D6C0FA2-5EA5-4C3A-9984-D96C4C3FA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347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8">
            <a:extLst xmlns:a="http://schemas.openxmlformats.org/drawingml/2006/main">
              <a:ext uri="{FF2B5EF4-FFF2-40B4-BE49-F238E27FC236}">
                <a16:creationId xmlns:a16="http://schemas.microsoft.com/office/drawing/2014/main" id="{EBE36E58-FDBC-4596-BA92-5E9A566D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102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55–80</a:t>
            </a:r>
          </a:p>
        </p:txBody>
      </p:sp>
      <p:sp>
        <p:nvSpPr>
          <p:cNvPr id="17" name="text-49">
            <a:extLst xmlns:a="http://schemas.openxmlformats.org/drawingml/2006/main">
              <a:ext uri="{FF2B5EF4-FFF2-40B4-BE49-F238E27FC236}">
                <a16:creationId xmlns:a16="http://schemas.microsoft.com/office/drawing/2014/main" id="{7B9B6AEC-195D-4CB4-9714-5EE71F853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242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18" name="text-50">
            <a:extLst xmlns:a="http://schemas.openxmlformats.org/drawingml/2006/main">
              <a:ext uri="{FF2B5EF4-FFF2-40B4-BE49-F238E27FC236}">
                <a16:creationId xmlns:a16="http://schemas.microsoft.com/office/drawing/2014/main" id="{F908B276-4C10-4C62-B4B2-206D9C32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242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專屬助理</a:t>
            </a:r>
          </a:p>
        </p:txBody>
      </p:sp>
      <p:sp>
        <p:nvSpPr>
          <p:cNvPr id="19" name="shape-51">
            <a:extLst xmlns:a="http://schemas.openxmlformats.org/drawingml/2006/main">
              <a:ext uri="{FF2B5EF4-FFF2-40B4-BE49-F238E27FC236}">
                <a16:creationId xmlns:a16="http://schemas.microsoft.com/office/drawing/2014/main" id="{477013BD-8151-452B-A5D9-24432558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373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2">
            <a:extLst xmlns:a="http://schemas.openxmlformats.org/drawingml/2006/main">
              <a:ext uri="{FF2B5EF4-FFF2-40B4-BE49-F238E27FC236}">
                <a16:creationId xmlns:a16="http://schemas.microsoft.com/office/drawing/2014/main" id="{B6F40DEB-FB1E-46FE-BC49-9EDA0C1BE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128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80–90</a:t>
            </a:r>
          </a:p>
        </p:txBody>
      </p:sp>
      <p:sp>
        <p:nvSpPr>
          <p:cNvPr id="21" name="text-53">
            <a:extLst xmlns:a="http://schemas.openxmlformats.org/drawingml/2006/main">
              <a:ext uri="{FF2B5EF4-FFF2-40B4-BE49-F238E27FC236}">
                <a16:creationId xmlns:a16="http://schemas.microsoft.com/office/drawing/2014/main" id="{B778EA76-81A0-4F8E-8B18-592672D16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68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2" name="text-54">
            <a:extLst xmlns:a="http://schemas.openxmlformats.org/drawingml/2006/main">
              <a:ext uri="{FF2B5EF4-FFF2-40B4-BE49-F238E27FC236}">
                <a16:creationId xmlns:a16="http://schemas.microsoft.com/office/drawing/2014/main" id="{E0E617F7-3B5C-4D3D-A153-6AE96928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68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帳號與檔案整理</a:t>
            </a:r>
          </a:p>
        </p:txBody>
      </p:sp>
      <p:sp>
        <p:nvSpPr>
          <p:cNvPr id="23" name="shape-55">
            <a:extLst xmlns:a="http://schemas.openxmlformats.org/drawingml/2006/main">
              <a:ext uri="{FF2B5EF4-FFF2-40B4-BE49-F238E27FC236}">
                <a16:creationId xmlns:a16="http://schemas.microsoft.com/office/drawing/2014/main" id="{BD7FC8BD-00E8-48CC-BFCA-252C6B7D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99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56">
            <a:extLst xmlns:a="http://schemas.openxmlformats.org/drawingml/2006/main">
              <a:ext uri="{FF2B5EF4-FFF2-40B4-BE49-F238E27FC236}">
                <a16:creationId xmlns:a16="http://schemas.microsoft.com/office/drawing/2014/main" id="{665B64AB-8DE8-444F-B8D3-9D769383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154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90–135</a:t>
            </a:r>
          </a:p>
        </p:txBody>
      </p:sp>
      <p:sp>
        <p:nvSpPr>
          <p:cNvPr id="25" name="text-57">
            <a:extLst xmlns:a="http://schemas.openxmlformats.org/drawingml/2006/main">
              <a:ext uri="{FF2B5EF4-FFF2-40B4-BE49-F238E27FC236}">
                <a16:creationId xmlns:a16="http://schemas.microsoft.com/office/drawing/2014/main" id="{2B9CDB95-D4EC-484E-ABF9-EFD80205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4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6" name="text-58">
            <a:extLst xmlns:a="http://schemas.openxmlformats.org/drawingml/2006/main">
              <a:ext uri="{FF2B5EF4-FFF2-40B4-BE49-F238E27FC236}">
                <a16:creationId xmlns:a16="http://schemas.microsoft.com/office/drawing/2014/main" id="{F3F9B321-B115-476A-ADE2-EFC1B421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4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互動原型</a:t>
            </a:r>
          </a:p>
        </p:txBody>
      </p:sp>
      <p:sp>
        <p:nvSpPr>
          <p:cNvPr id="27" name="shape-59">
            <a:extLst xmlns:a="http://schemas.openxmlformats.org/drawingml/2006/main">
              <a:ext uri="{FF2B5EF4-FFF2-40B4-BE49-F238E27FC236}">
                <a16:creationId xmlns:a16="http://schemas.microsoft.com/office/drawing/2014/main" id="{28446672-2031-4050-9A9D-BEA10452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60">
            <a:extLst xmlns:a="http://schemas.openxmlformats.org/drawingml/2006/main">
              <a:ext uri="{FF2B5EF4-FFF2-40B4-BE49-F238E27FC236}">
                <a16:creationId xmlns:a16="http://schemas.microsoft.com/office/drawing/2014/main" id="{A8960BA9-C233-4A1F-A2AF-B1324547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135–180</a:t>
            </a:r>
          </a:p>
        </p:txBody>
      </p:sp>
      <p:sp>
        <p:nvSpPr>
          <p:cNvPr id="29" name="text-61">
            <a:extLst xmlns:a="http://schemas.openxmlformats.org/drawingml/2006/main">
              <a:ext uri="{FF2B5EF4-FFF2-40B4-BE49-F238E27FC236}">
                <a16:creationId xmlns:a16="http://schemas.microsoft.com/office/drawing/2014/main" id="{070A69C8-D193-48A6-A055-F838B0535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部署分享</a:t>
            </a:r>
          </a:p>
        </p:txBody>
      </p:sp>
      <p:sp>
        <p:nvSpPr>
          <p:cNvPr id="30" name="text-62">
            <a:extLst xmlns:a="http://schemas.openxmlformats.org/drawingml/2006/main">
              <a:ext uri="{FF2B5EF4-FFF2-40B4-BE49-F238E27FC236}">
                <a16:creationId xmlns:a16="http://schemas.microsoft.com/office/drawing/2014/main" id="{3B35C042-BEBD-4A3C-8E52-1C7BEBF2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公開與回饋</a:t>
            </a:r>
          </a:p>
        </p:txBody>
      </p:sp>
    </p:spTree>
    <p:extLst>
      <p:ext uri="{BB962C8B-B14F-4D97-AF65-F5344CB8AC3E}">
        <p14:creationId xmlns:p14="http://schemas.microsoft.com/office/powerpoint/2010/main" val="12796845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63">
            <a:extLst xmlns:a="http://schemas.openxmlformats.org/drawingml/2006/main">
              <a:ext uri="{FF2B5EF4-FFF2-40B4-BE49-F238E27FC236}">
                <a16:creationId xmlns:a16="http://schemas.microsoft.com/office/drawing/2014/main" id="{DE211878-CA16-4D9C-91D3-65AF42B08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D9416E4-DC85-4968-BF57-8A208B02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今天離開教室前，你會有四項成果</a:t>
            </a:r>
          </a:p>
        </p:txBody>
      </p:sp>
      <p:cxnSp>
        <p:nvCxnSpPr>
          <p:cNvPr id="24" name="shape-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5">
            <a:extLst xmlns:a="http://schemas.openxmlformats.org/drawingml/2006/main">
              <a:ext uri="{FF2B5EF4-FFF2-40B4-BE49-F238E27FC236}">
                <a16:creationId xmlns:a16="http://schemas.microsoft.com/office/drawing/2014/main" id="{AAC9DB62-1B7D-45D5-B33E-B3C6D952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10AB376-7CA4-4233-BE70-BACBD2088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66">
            <a:extLst xmlns:a="http://schemas.openxmlformats.org/drawingml/2006/main">
              <a:ext uri="{FF2B5EF4-FFF2-40B4-BE49-F238E27FC236}">
                <a16:creationId xmlns:a16="http://schemas.microsoft.com/office/drawing/2014/main" id="{C36AE8FE-169E-4938-808E-6A6E72CB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7">
            <a:extLst xmlns:a="http://schemas.openxmlformats.org/drawingml/2006/main">
              <a:ext uri="{FF2B5EF4-FFF2-40B4-BE49-F238E27FC236}">
                <a16:creationId xmlns:a16="http://schemas.microsoft.com/office/drawing/2014/main" id="{2B0248C8-7F75-41A7-8934-59D658FA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68">
            <a:extLst xmlns:a="http://schemas.openxmlformats.org/drawingml/2006/main">
              <a:ext uri="{FF2B5EF4-FFF2-40B4-BE49-F238E27FC236}">
                <a16:creationId xmlns:a16="http://schemas.microsoft.com/office/drawing/2014/main" id="{28027561-0EBD-4CCD-9F6F-5109FE9C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9" name="text-69">
            <a:extLst xmlns:a="http://schemas.openxmlformats.org/drawingml/2006/main">
              <a:ext uri="{FF2B5EF4-FFF2-40B4-BE49-F238E27FC236}">
                <a16:creationId xmlns:a16="http://schemas.microsoft.com/office/drawing/2014/main" id="{1F63454D-8629-465A-8713-868CB633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 3 份教學或研究來源、3 個有引用的問題、1 個可用輸出。</a:t>
            </a:r>
          </a:p>
        </p:txBody>
      </p:sp>
      <p:sp>
        <p:nvSpPr>
          <p:cNvPr id="10" name="shape-70">
            <a:extLst xmlns:a="http://schemas.openxmlformats.org/drawingml/2006/main">
              <a:ext uri="{FF2B5EF4-FFF2-40B4-BE49-F238E27FC236}">
                <a16:creationId xmlns:a16="http://schemas.microsoft.com/office/drawing/2014/main" id="{F9E83DBB-33B4-430F-ADAA-88182C176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71">
            <a:extLst xmlns:a="http://schemas.openxmlformats.org/drawingml/2006/main">
              <a:ext uri="{FF2B5EF4-FFF2-40B4-BE49-F238E27FC236}">
                <a16:creationId xmlns:a16="http://schemas.microsoft.com/office/drawing/2014/main" id="{4332848B-6A40-4C7D-A024-DB9E17C0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72">
            <a:extLst xmlns:a="http://schemas.openxmlformats.org/drawingml/2006/main">
              <a:ext uri="{FF2B5EF4-FFF2-40B4-BE49-F238E27FC236}">
                <a16:creationId xmlns:a16="http://schemas.microsoft.com/office/drawing/2014/main" id="{3032C6EB-842B-4411-9004-2BBEB7C9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3" name="text-73">
            <a:extLst xmlns:a="http://schemas.openxmlformats.org/drawingml/2006/main">
              <a:ext uri="{FF2B5EF4-FFF2-40B4-BE49-F238E27FC236}">
                <a16:creationId xmlns:a16="http://schemas.microsoft.com/office/drawing/2014/main" id="{A540BE0F-051C-461D-A1BB-9D523E3B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明確角色、任務、背景與格式，並完成反例測試。</a:t>
            </a:r>
          </a:p>
        </p:txBody>
      </p:sp>
      <p:sp>
        <p:nvSpPr>
          <p:cNvPr id="14" name="shape-74">
            <a:extLst xmlns:a="http://schemas.openxmlformats.org/drawingml/2006/main">
              <a:ext uri="{FF2B5EF4-FFF2-40B4-BE49-F238E27FC236}">
                <a16:creationId xmlns:a16="http://schemas.microsoft.com/office/drawing/2014/main" id="{A94CEED0-08E2-4B56-95CF-D9D04D98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75">
            <a:extLst xmlns:a="http://schemas.openxmlformats.org/drawingml/2006/main">
              <a:ext uri="{FF2B5EF4-FFF2-40B4-BE49-F238E27FC236}">
                <a16:creationId xmlns:a16="http://schemas.microsoft.com/office/drawing/2014/main" id="{78C97907-3E5A-49EB-BC9C-A5AA2833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6">
            <a:extLst xmlns:a="http://schemas.openxmlformats.org/drawingml/2006/main">
              <a:ext uri="{FF2B5EF4-FFF2-40B4-BE49-F238E27FC236}">
                <a16:creationId xmlns:a16="http://schemas.microsoft.com/office/drawing/2014/main" id="{3F773766-D275-4598-A63C-600212CD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</a:t>
            </a:r>
          </a:p>
        </p:txBody>
      </p:sp>
      <p:sp>
        <p:nvSpPr>
          <p:cNvPr id="17" name="text-77">
            <a:extLst xmlns:a="http://schemas.openxmlformats.org/drawingml/2006/main">
              <a:ext uri="{FF2B5EF4-FFF2-40B4-BE49-F238E27FC236}">
                <a16:creationId xmlns:a16="http://schemas.microsoft.com/office/drawing/2014/main" id="{AED3CD64-96B3-4314-99C4-9A68D340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一個可操作的課程活動、評量或學習支架。</a:t>
            </a:r>
          </a:p>
        </p:txBody>
      </p:sp>
      <p:sp>
        <p:nvSpPr>
          <p:cNvPr id="18" name="shape-78">
            <a:extLst xmlns:a="http://schemas.openxmlformats.org/drawingml/2006/main">
              <a:ext uri="{FF2B5EF4-FFF2-40B4-BE49-F238E27FC236}">
                <a16:creationId xmlns:a16="http://schemas.microsoft.com/office/drawing/2014/main" id="{DBA01EA8-902F-4BC7-A72C-23A9DAC3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9">
            <a:extLst xmlns:a="http://schemas.openxmlformats.org/drawingml/2006/main">
              <a:ext uri="{FF2B5EF4-FFF2-40B4-BE49-F238E27FC236}">
                <a16:creationId xmlns:a16="http://schemas.microsoft.com/office/drawing/2014/main" id="{8E26B397-2B9A-4963-A324-498806AB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80">
            <a:extLst xmlns:a="http://schemas.openxmlformats.org/drawingml/2006/main">
              <a:ext uri="{FF2B5EF4-FFF2-40B4-BE49-F238E27FC236}">
                <a16:creationId xmlns:a16="http://schemas.microsoft.com/office/drawing/2014/main" id="{C19848A1-0ADE-4A77-9731-0A32593E5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分享方式</a:t>
            </a:r>
          </a:p>
        </p:txBody>
      </p:sp>
      <p:sp>
        <p:nvSpPr>
          <p:cNvPr id="21" name="text-81">
            <a:extLst xmlns:a="http://schemas.openxmlformats.org/drawingml/2006/main">
              <a:ext uri="{FF2B5EF4-FFF2-40B4-BE49-F238E27FC236}">
                <a16:creationId xmlns:a16="http://schemas.microsoft.com/office/drawing/2014/main" id="{C375BD0B-0018-4D92-9AA0-10D3D112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完成分享連結、Google Sites 嵌入，或 GitHub Pages 部署計畫。</a:t>
            </a:r>
          </a:p>
        </p:txBody>
      </p:sp>
    </p:spTree>
    <p:extLst>
      <p:ext uri="{BB962C8B-B14F-4D97-AF65-F5344CB8AC3E}">
        <p14:creationId xmlns:p14="http://schemas.microsoft.com/office/powerpoint/2010/main" val="3154286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82">
            <a:extLst xmlns:a="http://schemas.openxmlformats.org/drawingml/2006/main">
              <a:ext uri="{FF2B5EF4-FFF2-40B4-BE49-F238E27FC236}">
                <a16:creationId xmlns:a16="http://schemas.microsoft.com/office/drawing/2014/main" id="{9CD83377-0210-4953-9AA1-79980925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ACCESS &amp; PAIRING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72EFFCC-218E-4C9A-9A66-4CA70C23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共作規則：沒有相同帳號，也能一起完成</a:t>
            </a:r>
          </a:p>
        </p:txBody>
      </p:sp>
      <p:cxnSp>
        <p:nvCxnSpPr>
          <p:cNvPr id="20" name="shape-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4">
            <a:extLst xmlns:a="http://schemas.openxmlformats.org/drawingml/2006/main">
              <a:ext uri="{FF2B5EF4-FFF2-40B4-BE49-F238E27FC236}">
                <a16:creationId xmlns:a16="http://schemas.microsoft.com/office/drawing/2014/main" id="{A4CA4583-D4A1-4F70-B9CE-466B6F46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841AAA9-DAF5-430F-A583-77E699E6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85">
            <a:extLst xmlns:a="http://schemas.openxmlformats.org/drawingml/2006/main">
              <a:ext uri="{FF2B5EF4-FFF2-40B4-BE49-F238E27FC236}">
                <a16:creationId xmlns:a16="http://schemas.microsoft.com/office/drawing/2014/main" id="{C06AE849-7FE0-4071-AAA3-7449B954A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86">
            <a:extLst xmlns:a="http://schemas.openxmlformats.org/drawingml/2006/main">
              <a:ext uri="{FF2B5EF4-FFF2-40B4-BE49-F238E27FC236}">
                <a16:creationId xmlns:a16="http://schemas.microsoft.com/office/drawing/2014/main" id="{A98BAB22-EFEB-4C58-804D-784D42C79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87">
            <a:extLst xmlns:a="http://schemas.openxmlformats.org/drawingml/2006/main">
              <a:ext uri="{FF2B5EF4-FFF2-40B4-BE49-F238E27FC236}">
                <a16:creationId xmlns:a16="http://schemas.microsoft.com/office/drawing/2014/main" id="{D00E2737-3F97-496E-AC24-E3473A9B6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主操作手</a:t>
            </a:r>
          </a:p>
        </p:txBody>
      </p:sp>
      <p:sp>
        <p:nvSpPr>
          <p:cNvPr id="9" name="text-88">
            <a:extLst xmlns:a="http://schemas.openxmlformats.org/drawingml/2006/main">
              <a:ext uri="{FF2B5EF4-FFF2-40B4-BE49-F238E27FC236}">
                <a16:creationId xmlns:a16="http://schemas.microsoft.com/office/drawing/2014/main" id="{29537654-E8DD-44B3-8E68-9D99B041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登入有權限的工具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負責建立、儲存與分享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口述每一步決策</a:t>
            </a:r>
          </a:p>
        </p:txBody>
      </p:sp>
      <p:sp>
        <p:nvSpPr>
          <p:cNvPr id="10" name="text-89">
            <a:extLst xmlns:a="http://schemas.openxmlformats.org/drawingml/2006/main">
              <a:ext uri="{FF2B5EF4-FFF2-40B4-BE49-F238E27FC236}">
                <a16:creationId xmlns:a16="http://schemas.microsoft.com/office/drawing/2014/main" id="{82DC03EA-92A7-4797-8CC1-9058538C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測試與教學觀察員</a:t>
            </a:r>
          </a:p>
        </p:txBody>
      </p:sp>
      <p:sp>
        <p:nvSpPr>
          <p:cNvPr id="11" name="text-90">
            <a:extLst xmlns:a="http://schemas.openxmlformats.org/drawingml/2006/main">
              <a:ext uri="{FF2B5EF4-FFF2-40B4-BE49-F238E27FC236}">
                <a16:creationId xmlns:a16="http://schemas.microsoft.com/office/drawing/2014/main" id="{1E52015B-6B5D-4290-9AFC-613FB2E1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扮演學生或同儕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提出反例與追問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記錄可教、可用、需改善之處</a:t>
            </a:r>
          </a:p>
        </p:txBody>
      </p:sp>
      <p:sp>
        <p:nvSpPr>
          <p:cNvPr id="12" name="text-91">
            <a:extLst xmlns:a="http://schemas.openxmlformats.org/drawingml/2006/main">
              <a:ext uri="{FF2B5EF4-FFF2-40B4-BE49-F238E27FC236}">
                <a16:creationId xmlns:a16="http://schemas.microsoft.com/office/drawing/2014/main" id="{EA54C6BA-8A4D-4C77-BCD7-5DAD3E56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登入與建立</a:t>
            </a:r>
          </a:p>
        </p:txBody>
      </p:sp>
      <p:sp>
        <p:nvSpPr>
          <p:cNvPr id="13" name="text-92">
            <a:extLst xmlns:a="http://schemas.openxmlformats.org/drawingml/2006/main">
              <a:ext uri="{FF2B5EF4-FFF2-40B4-BE49-F238E27FC236}">
                <a16:creationId xmlns:a16="http://schemas.microsoft.com/office/drawing/2014/main" id="{1B657DCC-2FC3-4C07-B408-578E85C31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93395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共同工作區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成果與檢核</a:t>
            </a:r>
          </a:p>
        </p:txBody>
      </p:sp>
      <p:sp>
        <p:nvSpPr>
          <p:cNvPr id="14" name="text-93">
            <a:extLst xmlns:a="http://schemas.openxmlformats.org/drawingml/2006/main">
              <a:ext uri="{FF2B5EF4-FFF2-40B4-BE49-F238E27FC236}">
                <a16:creationId xmlns:a16="http://schemas.microsoft.com/office/drawing/2014/main" id="{7CCE6335-8D03-4001-A16D-FF5A2373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觀察員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測試與提問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438400" y="5210175"/>
            <a:ext cx="2876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91350" y="5210175"/>
            <a:ext cx="2705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94">
            <a:extLst xmlns:a="http://schemas.openxmlformats.org/drawingml/2006/main">
              <a:ext uri="{FF2B5EF4-FFF2-40B4-BE49-F238E27FC236}">
                <a16:creationId xmlns:a16="http://schemas.microsoft.com/office/drawing/2014/main" id="{D02C0A20-479C-451B-A391-B21A4496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197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一人操作、一人驗證；成果放在同一個工作區</a:t>
            </a:r>
          </a:p>
        </p:txBody>
      </p:sp>
    </p:spTree>
    <p:extLst>
      <p:ext uri="{BB962C8B-B14F-4D97-AF65-F5344CB8AC3E}">
        <p14:creationId xmlns:p14="http://schemas.microsoft.com/office/powerpoint/2010/main" val="10016524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95">
            <a:extLst xmlns:a="http://schemas.openxmlformats.org/drawingml/2006/main">
              <a:ext uri="{FF2B5EF4-FFF2-40B4-BE49-F238E27FC236}">
                <a16:creationId xmlns:a16="http://schemas.microsoft.com/office/drawing/2014/main" id="{3F3B9B97-FCCC-4B5D-B0F7-DE3A4B948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START WITH A PROBLEM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F1E2E4-8AC6-495F-85FE-8C7341E3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先選一個真實教學或研究問題</a:t>
            </a:r>
          </a:p>
        </p:txBody>
      </p:sp>
      <p:cxnSp>
        <p:nvCxnSpPr>
          <p:cNvPr id="24" name="shape-9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97">
            <a:extLst xmlns:a="http://schemas.openxmlformats.org/drawingml/2006/main">
              <a:ext uri="{FF2B5EF4-FFF2-40B4-BE49-F238E27FC236}">
                <a16:creationId xmlns:a16="http://schemas.microsoft.com/office/drawing/2014/main" id="{69156E11-C231-4801-9242-3080793B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4372D5F-5A46-4743-AABA-2A12E7B2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98">
            <a:extLst xmlns:a="http://schemas.openxmlformats.org/drawingml/2006/main">
              <a:ext uri="{FF2B5EF4-FFF2-40B4-BE49-F238E27FC236}">
                <a16:creationId xmlns:a16="http://schemas.microsoft.com/office/drawing/2014/main" id="{E7AA133B-FC7D-4775-9458-F4913B7E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99">
            <a:extLst xmlns:a="http://schemas.openxmlformats.org/drawingml/2006/main">
              <a:ext uri="{FF2B5EF4-FFF2-40B4-BE49-F238E27FC236}">
                <a16:creationId xmlns:a16="http://schemas.microsoft.com/office/drawing/2014/main" id="{B54DCA78-1441-469C-B728-CECBD7C7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100">
            <a:extLst xmlns:a="http://schemas.openxmlformats.org/drawingml/2006/main">
              <a:ext uri="{FF2B5EF4-FFF2-40B4-BE49-F238E27FC236}">
                <a16:creationId xmlns:a16="http://schemas.microsoft.com/office/drawing/2014/main" id="{6404A064-BE22-4441-B2CA-743424D8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內容太多</a:t>
            </a:r>
          </a:p>
        </p:txBody>
      </p:sp>
      <p:sp>
        <p:nvSpPr>
          <p:cNvPr id="9" name="text-101">
            <a:extLst xmlns:a="http://schemas.openxmlformats.org/drawingml/2006/main">
              <a:ext uri="{FF2B5EF4-FFF2-40B4-BE49-F238E27FC236}">
                <a16:creationId xmlns:a16="http://schemas.microsoft.com/office/drawing/2014/main" id="{97CC6396-BADB-4A4D-95E9-AF1BDA92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學生抓不到核心概念，研究者也難快速梳理多份來源。</a:t>
            </a:r>
          </a:p>
        </p:txBody>
      </p:sp>
      <p:sp>
        <p:nvSpPr>
          <p:cNvPr id="10" name="shape-102">
            <a:extLst xmlns:a="http://schemas.openxmlformats.org/drawingml/2006/main">
              <a:ext uri="{FF2B5EF4-FFF2-40B4-BE49-F238E27FC236}">
                <a16:creationId xmlns:a16="http://schemas.microsoft.com/office/drawing/2014/main" id="{64EE0F08-2E72-41A8-95D7-96394297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03">
            <a:extLst xmlns:a="http://schemas.openxmlformats.org/drawingml/2006/main">
              <a:ext uri="{FF2B5EF4-FFF2-40B4-BE49-F238E27FC236}">
                <a16:creationId xmlns:a16="http://schemas.microsoft.com/office/drawing/2014/main" id="{2E01BC9F-4E11-47EC-AB85-13C9D204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104">
            <a:extLst xmlns:a="http://schemas.openxmlformats.org/drawingml/2006/main">
              <a:ext uri="{FF2B5EF4-FFF2-40B4-BE49-F238E27FC236}">
                <a16:creationId xmlns:a16="http://schemas.microsoft.com/office/drawing/2014/main" id="{44FF7935-E638-414D-B672-86C1D9F4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資料難分析</a:t>
            </a:r>
          </a:p>
        </p:txBody>
      </p:sp>
      <p:sp>
        <p:nvSpPr>
          <p:cNvPr id="13" name="text-105">
            <a:extLst xmlns:a="http://schemas.openxmlformats.org/drawingml/2006/main">
              <a:ext uri="{FF2B5EF4-FFF2-40B4-BE49-F238E27FC236}">
                <a16:creationId xmlns:a16="http://schemas.microsoft.com/office/drawing/2014/main" id="{FAC996D2-57ED-4642-875F-1F514CAC9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大量選擇題與簡答題需要整理、編碼、比對與人工複核。</a:t>
            </a:r>
          </a:p>
        </p:txBody>
      </p:sp>
      <p:sp>
        <p:nvSpPr>
          <p:cNvPr id="14" name="shape-106">
            <a:extLst xmlns:a="http://schemas.openxmlformats.org/drawingml/2006/main">
              <a:ext uri="{FF2B5EF4-FFF2-40B4-BE49-F238E27FC236}">
                <a16:creationId xmlns:a16="http://schemas.microsoft.com/office/drawing/2014/main" id="{CB97862D-EE91-42B9-B5D2-5E0C8F0A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07">
            <a:extLst xmlns:a="http://schemas.openxmlformats.org/drawingml/2006/main">
              <a:ext uri="{FF2B5EF4-FFF2-40B4-BE49-F238E27FC236}">
                <a16:creationId xmlns:a16="http://schemas.microsoft.com/office/drawing/2014/main" id="{301D7E9B-155F-4636-887E-5E742C20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108">
            <a:extLst xmlns:a="http://schemas.openxmlformats.org/drawingml/2006/main">
              <a:ext uri="{FF2B5EF4-FFF2-40B4-BE49-F238E27FC236}">
                <a16:creationId xmlns:a16="http://schemas.microsoft.com/office/drawing/2014/main" id="{7DBE5398-6CAA-4715-8EE6-1BDDF1C2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活動太平</a:t>
            </a:r>
          </a:p>
        </p:txBody>
      </p:sp>
      <p:sp>
        <p:nvSpPr>
          <p:cNvPr id="17" name="text-109">
            <a:extLst xmlns:a="http://schemas.openxmlformats.org/drawingml/2006/main">
              <a:ext uri="{FF2B5EF4-FFF2-40B4-BE49-F238E27FC236}">
                <a16:creationId xmlns:a16="http://schemas.microsoft.com/office/drawing/2014/main" id="{49306222-D6FD-4393-B560-FE9711D3B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希望把講述內容轉成可操作、可探索的互動任務。</a:t>
            </a:r>
          </a:p>
        </p:txBody>
      </p:sp>
      <p:sp>
        <p:nvSpPr>
          <p:cNvPr id="18" name="shape-110">
            <a:extLst xmlns:a="http://schemas.openxmlformats.org/drawingml/2006/main">
              <a:ext uri="{FF2B5EF4-FFF2-40B4-BE49-F238E27FC236}">
                <a16:creationId xmlns:a16="http://schemas.microsoft.com/office/drawing/2014/main" id="{6B6E4314-EA1D-413B-A654-D8B60F7C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11">
            <a:extLst xmlns:a="http://schemas.openxmlformats.org/drawingml/2006/main">
              <a:ext uri="{FF2B5EF4-FFF2-40B4-BE49-F238E27FC236}">
                <a16:creationId xmlns:a16="http://schemas.microsoft.com/office/drawing/2014/main" id="{49D39688-3A50-4907-AC60-87E162745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</a:t>
            </a:r>
          </a:p>
        </p:txBody>
      </p:sp>
      <p:sp>
        <p:nvSpPr>
          <p:cNvPr id="20" name="text-112">
            <a:extLst xmlns:a="http://schemas.openxmlformats.org/drawingml/2006/main">
              <a:ext uri="{FF2B5EF4-FFF2-40B4-BE49-F238E27FC236}">
                <a16:creationId xmlns:a16="http://schemas.microsoft.com/office/drawing/2014/main" id="{A1E7242F-79F2-49E6-8692-76E84B02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研究難累積</a:t>
            </a:r>
          </a:p>
        </p:txBody>
      </p:sp>
      <p:sp>
        <p:nvSpPr>
          <p:cNvPr id="21" name="text-113">
            <a:extLst xmlns:a="http://schemas.openxmlformats.org/drawingml/2006/main">
              <a:ext uri="{FF2B5EF4-FFF2-40B4-BE49-F238E27FC236}">
                <a16:creationId xmlns:a16="http://schemas.microsoft.com/office/drawing/2014/main" id="{09A9E3F6-99A4-47DF-9099-899C7619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想把文獻、資料、方法與成果整理成可持續更新的工作區。</a:t>
            </a:r>
          </a:p>
        </p:txBody>
      </p:sp>
    </p:spTree>
    <p:extLst>
      <p:ext uri="{BB962C8B-B14F-4D97-AF65-F5344CB8AC3E}">
        <p14:creationId xmlns:p14="http://schemas.microsoft.com/office/powerpoint/2010/main" val="77156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14">
            <a:extLst xmlns:a="http://schemas.openxmlformats.org/drawingml/2006/main">
              <a:ext uri="{FF2B5EF4-FFF2-40B4-BE49-F238E27FC236}">
                <a16:creationId xmlns:a16="http://schemas.microsoft.com/office/drawing/2014/main" id="{C3C243C4-58E0-4182-924B-9E128D3E0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REAL EXAMPLES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44EEC84-8311-46AD-9EE6-CF84E2CC0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123 個案例，不是作品櫃：是教學與研究需求資料庫</a:t>
            </a:r>
          </a:p>
        </p:txBody>
      </p:sp>
      <p:cxnSp>
        <p:nvCxnSpPr>
          <p:cNvPr id="15" name="shape-1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16">
            <a:extLst xmlns:a="http://schemas.openxmlformats.org/drawingml/2006/main">
              <a:ext uri="{FF2B5EF4-FFF2-40B4-BE49-F238E27FC236}">
                <a16:creationId xmlns:a16="http://schemas.microsoft.com/office/drawing/2014/main" id="{B7770962-13C3-4FFF-B0BF-22FBE269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81ED914-18F1-403E-85C2-F7D268809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385a958c4740ef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17">
            <a:extLst xmlns:a="http://schemas.openxmlformats.org/drawingml/2006/main">
              <a:ext uri="{FF2B5EF4-FFF2-40B4-BE49-F238E27FC236}">
                <a16:creationId xmlns:a16="http://schemas.microsoft.com/office/drawing/2014/main" id="{1DCF5C87-CDE0-4700-86DC-C9A13647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阿凱老師的教育科技創新專區</a:t>
            </a:r>
          </a:p>
        </p:txBody>
      </p:sp>
      <p:sp>
        <p:nvSpPr>
          <p:cNvPr id="8" name="text-118">
            <a:extLst xmlns:a="http://schemas.openxmlformats.org/drawingml/2006/main">
              <a:ext uri="{FF2B5EF4-FFF2-40B4-BE49-F238E27FC236}">
                <a16:creationId xmlns:a16="http://schemas.microsoft.com/office/drawing/2014/main" id="{1726FB54-CAA0-45C2-9FFF-9A3DFAE5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123 個老師做的免費工具卡片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從課堂互動、評語優化到行政自動化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每張卡片與部落格都可作為提示詞、介面與部署案例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網址：cagoooo.github.io/Akai/</a:t>
            </a:r>
          </a:p>
        </p:txBody>
      </p:sp>
      <p:sp>
        <p:nvSpPr>
          <p:cNvPr id="9" name="text-638">
            <a:extLst xmlns:a="http://schemas.openxmlformats.org/drawingml/2006/main">
              <a:ext uri="{FF2B5EF4-FFF2-40B4-BE49-F238E27FC236}">
                <a16:creationId xmlns:a16="http://schemas.microsoft.com/office/drawing/2014/main" id="{E23FC155-70BA-496D-B37B-D908C992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5fe3f4e462141fd"/>
              </a:rPr>
              <a:t>開啟教育科技創新專區 ↗</a:t>
            </a:r>
          </a:p>
        </p:txBody>
      </p:sp>
      <p:sp>
        <p:nvSpPr>
          <p:cNvPr id="10" name="shape-663">
            <a:extLst xmlns:a="http://schemas.openxmlformats.org/drawingml/2006/main">
              <a:ext uri="{FF2B5EF4-FFF2-40B4-BE49-F238E27FC236}">
                <a16:creationId xmlns:a16="http://schemas.microsoft.com/office/drawing/2014/main" id="{AFF4A715-7EC3-478E-9CF8-955F9317E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828f017c0400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64">
            <a:extLst xmlns:a="http://schemas.openxmlformats.org/drawingml/2006/main">
              <a:ext uri="{FF2B5EF4-FFF2-40B4-BE49-F238E27FC236}">
                <a16:creationId xmlns:a16="http://schemas.microsoft.com/office/drawing/2014/main" id="{6BF25A5A-2444-4D9D-9591-6D97E0EA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</p:spTree>
    <p:extLst>
      <p:ext uri="{BB962C8B-B14F-4D97-AF65-F5344CB8AC3E}">
        <p14:creationId xmlns:p14="http://schemas.microsoft.com/office/powerpoint/2010/main" val="8031273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19">
            <a:extLst xmlns:a="http://schemas.openxmlformats.org/drawingml/2006/main">
              <a:ext uri="{FF2B5EF4-FFF2-40B4-BE49-F238E27FC236}">
                <a16:creationId xmlns:a16="http://schemas.microsoft.com/office/drawing/2014/main" id="{B54F8CCE-1FE2-4A89-8C54-2403BD83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BE4A600-3D74-466E-8F1F-CC2479FE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阿凱老師實戰案例導航｜語文、設計、互動</a:t>
            </a:r>
          </a:p>
        </p:txBody>
      </p:sp>
      <p:cxnSp>
        <p:nvCxnSpPr>
          <p:cNvPr id="33" name="shape-12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21">
            <a:extLst xmlns:a="http://schemas.openxmlformats.org/drawingml/2006/main">
              <a:ext uri="{FF2B5EF4-FFF2-40B4-BE49-F238E27FC236}">
                <a16:creationId xmlns:a16="http://schemas.microsoft.com/office/drawing/2014/main" id="{32FAE0D8-38BE-41E5-BA4C-191F7A27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9D3399D-1293-4370-8739-A40B1B5D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122">
            <a:extLst xmlns:a="http://schemas.openxmlformats.org/drawingml/2006/main">
              <a:ext uri="{FF2B5EF4-FFF2-40B4-BE49-F238E27FC236}">
                <a16:creationId xmlns:a16="http://schemas.microsoft.com/office/drawing/2014/main" id="{7C6E6156-0697-4B8F-88B6-BD750D06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先讀工具卡片理解設計脈絡，再直接開啟應用觀察輸入、輸出與操作流程。</a:t>
            </a:r>
          </a:p>
        </p:txBody>
      </p:sp>
      <p:sp>
        <p:nvSpPr>
          <p:cNvPr id="7" name="shape-123">
            <a:extLst xmlns:a="http://schemas.openxmlformats.org/drawingml/2006/main">
              <a:ext uri="{FF2B5EF4-FFF2-40B4-BE49-F238E27FC236}">
                <a16:creationId xmlns:a16="http://schemas.microsoft.com/office/drawing/2014/main" id="{7C79A809-B218-48D9-83B2-58228677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24">
            <a:extLst xmlns:a="http://schemas.openxmlformats.org/drawingml/2006/main">
              <a:ext uri="{FF2B5EF4-FFF2-40B4-BE49-F238E27FC236}">
                <a16:creationId xmlns:a16="http://schemas.microsoft.com/office/drawing/2014/main" id="{8A0D6AE1-493A-44D1-8A4F-ACF89DDF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#91 · 語文創作</a:t>
            </a:r>
          </a:p>
        </p:txBody>
      </p:sp>
      <p:sp>
        <p:nvSpPr>
          <p:cNvPr id="9" name="text-125">
            <a:extLst xmlns:a="http://schemas.openxmlformats.org/drawingml/2006/main">
              <a:ext uri="{FF2B5EF4-FFF2-40B4-BE49-F238E27FC236}">
                <a16:creationId xmlns:a16="http://schemas.microsoft.com/office/drawing/2014/main" id="{6F067835-B37C-443E-9F93-FF7F37C4D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✨ 點亮詩意 Pro ✨早安長輩圖</a:t>
            </a:r>
          </a:p>
        </p:txBody>
      </p:sp>
      <p:sp>
        <p:nvSpPr>
          <p:cNvPr id="10" name="text-126">
            <a:extLst xmlns:a="http://schemas.openxmlformats.org/drawingml/2006/main">
              <a:ext uri="{FF2B5EF4-FFF2-40B4-BE49-F238E27FC236}">
                <a16:creationId xmlns:a16="http://schemas.microsoft.com/office/drawing/2014/main" id="{B6AAAA8B-1DD8-48C5-A3A3-29C273D70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上傳照片產出繁體詩詞與圖文作品，適合看圖寫詩、意境討論與數位創作。</a:t>
            </a:r>
          </a:p>
        </p:txBody>
      </p:sp>
      <p:sp>
        <p:nvSpPr>
          <p:cNvPr id="11" name="text-127">
            <a:extLst xmlns:a="http://schemas.openxmlformats.org/drawingml/2006/main">
              <a:ext uri="{FF2B5EF4-FFF2-40B4-BE49-F238E27FC236}">
                <a16:creationId xmlns:a16="http://schemas.microsoft.com/office/drawing/2014/main" id="{1FE9A0F8-AFD3-4511-8FA6-A5720DEDC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f18103b27ca47c3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bc477a391d4a62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28">
            <a:extLst xmlns:a="http://schemas.openxmlformats.org/drawingml/2006/main">
              <a:ext uri="{FF2B5EF4-FFF2-40B4-BE49-F238E27FC236}">
                <a16:creationId xmlns:a16="http://schemas.microsoft.com/office/drawing/2014/main" id="{5C7DE92F-E2FF-47AE-A09B-A9951D31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98cde35c78a4c9f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acad67c6904746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29">
            <a:extLst xmlns:a="http://schemas.openxmlformats.org/drawingml/2006/main">
              <a:ext uri="{FF2B5EF4-FFF2-40B4-BE49-F238E27FC236}">
                <a16:creationId xmlns:a16="http://schemas.microsoft.com/office/drawing/2014/main" id="{4147E240-DC78-4046-BCB6-3D5B5091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130">
            <a:extLst xmlns:a="http://schemas.openxmlformats.org/drawingml/2006/main">
              <a:ext uri="{FF2B5EF4-FFF2-40B4-BE49-F238E27FC236}">
                <a16:creationId xmlns:a16="http://schemas.microsoft.com/office/drawing/2014/main" id="{B5D70B04-21B7-44AD-BBD4-52ABB1B7B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#58 · 教學設計</a:t>
            </a:r>
          </a:p>
        </p:txBody>
      </p:sp>
      <p:sp>
        <p:nvSpPr>
          <p:cNvPr id="17" name="text-131">
            <a:extLst xmlns:a="http://schemas.openxmlformats.org/drawingml/2006/main">
              <a:ext uri="{FF2B5EF4-FFF2-40B4-BE49-F238E27FC236}">
                <a16:creationId xmlns:a16="http://schemas.microsoft.com/office/drawing/2014/main" id="{2F1FC8D8-8410-4B87-BA75-1F8E9D4D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教師數位備課教案小幫手</a:t>
            </a:r>
          </a:p>
        </p:txBody>
      </p:sp>
      <p:sp>
        <p:nvSpPr>
          <p:cNvPr id="18" name="text-132">
            <a:extLst xmlns:a="http://schemas.openxmlformats.org/drawingml/2006/main">
              <a:ext uri="{FF2B5EF4-FFF2-40B4-BE49-F238E27FC236}">
                <a16:creationId xmlns:a16="http://schemas.microsoft.com/office/drawing/2014/main" id="{5FE0EE1C-365E-4507-94DD-AE3766BA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AI 產出教案與活動設計，示範從教學需求走到可使用的成果。</a:t>
            </a:r>
          </a:p>
        </p:txBody>
      </p:sp>
      <p:sp>
        <p:nvSpPr>
          <p:cNvPr id="19" name="text-133">
            <a:extLst xmlns:a="http://schemas.openxmlformats.org/drawingml/2006/main">
              <a:ext uri="{FF2B5EF4-FFF2-40B4-BE49-F238E27FC236}">
                <a16:creationId xmlns:a16="http://schemas.microsoft.com/office/drawing/2014/main" id="{BD86A5A9-78E1-44DD-BF91-4FD94B24B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b769c07abea482d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cc7d6c582b4b3a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34">
            <a:extLst xmlns:a="http://schemas.openxmlformats.org/drawingml/2006/main">
              <a:ext uri="{FF2B5EF4-FFF2-40B4-BE49-F238E27FC236}">
                <a16:creationId xmlns:a16="http://schemas.microsoft.com/office/drawing/2014/main" id="{8C16CB25-5230-41A6-BB9F-826DDD2C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58aa1f33fbb4114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2235eaeb6f4f3d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35">
            <a:extLst xmlns:a="http://schemas.openxmlformats.org/drawingml/2006/main">
              <a:ext uri="{FF2B5EF4-FFF2-40B4-BE49-F238E27FC236}">
                <a16:creationId xmlns:a16="http://schemas.microsoft.com/office/drawing/2014/main" id="{B1443ECA-A494-4069-8383-472B11A40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136">
            <a:extLst xmlns:a="http://schemas.openxmlformats.org/drawingml/2006/main">
              <a:ext uri="{FF2B5EF4-FFF2-40B4-BE49-F238E27FC236}">
                <a16:creationId xmlns:a16="http://schemas.microsoft.com/office/drawing/2014/main" id="{DE017350-A2FB-4199-9D40-59B1535A7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#11 · 互動網站</a:t>
            </a:r>
          </a:p>
        </p:txBody>
      </p:sp>
      <p:sp>
        <p:nvSpPr>
          <p:cNvPr id="25" name="text-137">
            <a:extLst xmlns:a="http://schemas.openxmlformats.org/drawingml/2006/main">
              <a:ext uri="{FF2B5EF4-FFF2-40B4-BE49-F238E27FC236}">
                <a16:creationId xmlns:a16="http://schemas.microsoft.com/office/drawing/2014/main" id="{88F53F70-B555-493F-A5B1-9D4370CC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剛好學：課堂互動 so easy</a:t>
            </a:r>
          </a:p>
        </p:txBody>
      </p:sp>
      <p:sp>
        <p:nvSpPr>
          <p:cNvPr id="26" name="text-138">
            <a:extLst xmlns:a="http://schemas.openxmlformats.org/drawingml/2006/main">
              <a:ext uri="{FF2B5EF4-FFF2-40B4-BE49-F238E27FC236}">
                <a16:creationId xmlns:a16="http://schemas.microsoft.com/office/drawing/2014/main" id="{1B17F308-D06C-49A7-8A8F-B43827DD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 種互動模式涵蓋投票、閱讀測驗、文字雲、繪圖題與作品牆。</a:t>
            </a:r>
          </a:p>
        </p:txBody>
      </p:sp>
      <p:sp>
        <p:nvSpPr>
          <p:cNvPr id="27" name="text-139">
            <a:extLst xmlns:a="http://schemas.openxmlformats.org/drawingml/2006/main">
              <a:ext uri="{FF2B5EF4-FFF2-40B4-BE49-F238E27FC236}">
                <a16:creationId xmlns:a16="http://schemas.microsoft.com/office/drawing/2014/main" id="{5F207E40-F9E0-419B-A28F-E7E79C64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6bd564ca0bf4936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411853d3944c4e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40">
            <a:extLst xmlns:a="http://schemas.openxmlformats.org/drawingml/2006/main">
              <a:ext uri="{FF2B5EF4-FFF2-40B4-BE49-F238E27FC236}">
                <a16:creationId xmlns:a16="http://schemas.microsoft.com/office/drawing/2014/main" id="{8CE137EE-AB54-4133-8036-AE77E0D1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41f1b17c26a4fc3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f3cc16cec349f6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6644494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41">
            <a:extLst xmlns:a="http://schemas.openxmlformats.org/drawingml/2006/main">
              <a:ext uri="{FF2B5EF4-FFF2-40B4-BE49-F238E27FC236}">
                <a16:creationId xmlns:a16="http://schemas.microsoft.com/office/drawing/2014/main" id="{36290CE9-AF7F-44AE-8E0B-DD67ADE0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3B8C3A-FDAC-47E9-95C7-B86F650A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阿凱老師實戰案例導航｜評量與部署</a:t>
            </a:r>
          </a:p>
        </p:txBody>
      </p:sp>
      <p:cxnSp>
        <p:nvCxnSpPr>
          <p:cNvPr id="33" name="shape-1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43">
            <a:extLst xmlns:a="http://schemas.openxmlformats.org/drawingml/2006/main">
              <a:ext uri="{FF2B5EF4-FFF2-40B4-BE49-F238E27FC236}">
                <a16:creationId xmlns:a16="http://schemas.microsoft.com/office/drawing/2014/main" id="{33AACDC3-9AB9-4E5D-9C8C-E4FB19D2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91AEEB2-7847-42E6-8094-B534B97F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144">
            <a:extLst xmlns:a="http://schemas.openxmlformats.org/drawingml/2006/main">
              <a:ext uri="{FF2B5EF4-FFF2-40B4-BE49-F238E27FC236}">
                <a16:creationId xmlns:a16="http://schemas.microsoft.com/office/drawing/2014/main" id="{28FE7B01-1D30-4F15-BD8F-38642A29D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比較同一個教學構想如何透過即時回饋、Google Sites 與 GitHub Pages 落地。</a:t>
            </a:r>
          </a:p>
        </p:txBody>
      </p:sp>
      <p:sp>
        <p:nvSpPr>
          <p:cNvPr id="7" name="shape-145">
            <a:extLst xmlns:a="http://schemas.openxmlformats.org/drawingml/2006/main">
              <a:ext uri="{FF2B5EF4-FFF2-40B4-BE49-F238E27FC236}">
                <a16:creationId xmlns:a16="http://schemas.microsoft.com/office/drawing/2014/main" id="{C79A232E-65D5-4BB5-AA2C-BE5E9C03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46">
            <a:extLst xmlns:a="http://schemas.openxmlformats.org/drawingml/2006/main">
              <a:ext uri="{FF2B5EF4-FFF2-40B4-BE49-F238E27FC236}">
                <a16:creationId xmlns:a16="http://schemas.microsoft.com/office/drawing/2014/main" id="{845A3A24-6987-456C-8093-617A4EF4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#3 · 形成性評量</a:t>
            </a:r>
          </a:p>
        </p:txBody>
      </p:sp>
      <p:sp>
        <p:nvSpPr>
          <p:cNvPr id="9" name="text-147">
            <a:extLst xmlns:a="http://schemas.openxmlformats.org/drawingml/2006/main">
              <a:ext uri="{FF2B5EF4-FFF2-40B4-BE49-F238E27FC236}">
                <a16:creationId xmlns:a16="http://schemas.microsoft.com/office/drawing/2014/main" id="{3DF71BFE-DAC3-4C9D-8E7F-44E3F4E7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學生即時投票系統</a:t>
            </a:r>
          </a:p>
        </p:txBody>
      </p:sp>
      <p:sp>
        <p:nvSpPr>
          <p:cNvPr id="10" name="text-148">
            <a:extLst xmlns:a="http://schemas.openxmlformats.org/drawingml/2006/main">
              <a:ext uri="{FF2B5EF4-FFF2-40B4-BE49-F238E27FC236}">
                <a16:creationId xmlns:a16="http://schemas.microsoft.com/office/drawing/2014/main" id="{1AB3CF30-309C-4D49-8201-D56086FD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掃 QR Code 即時作答；連投影片上的題目也能快速轉成互動活動。</a:t>
            </a:r>
          </a:p>
        </p:txBody>
      </p:sp>
      <p:sp>
        <p:nvSpPr>
          <p:cNvPr id="11" name="text-149">
            <a:extLst xmlns:a="http://schemas.openxmlformats.org/drawingml/2006/main">
              <a:ext uri="{FF2B5EF4-FFF2-40B4-BE49-F238E27FC236}">
                <a16:creationId xmlns:a16="http://schemas.microsoft.com/office/drawing/2014/main" id="{5FC0FBD2-0776-43D4-A728-02049D1D9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7015422dc5447e5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468bacfba941d6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50">
            <a:extLst xmlns:a="http://schemas.openxmlformats.org/drawingml/2006/main">
              <a:ext uri="{FF2B5EF4-FFF2-40B4-BE49-F238E27FC236}">
                <a16:creationId xmlns:a16="http://schemas.microsoft.com/office/drawing/2014/main" id="{DF0C2A18-53D2-4EAD-937F-571A70BA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d04a07cf5914eef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8d41d6eac04305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51">
            <a:extLst xmlns:a="http://schemas.openxmlformats.org/drawingml/2006/main">
              <a:ext uri="{FF2B5EF4-FFF2-40B4-BE49-F238E27FC236}">
                <a16:creationId xmlns:a16="http://schemas.microsoft.com/office/drawing/2014/main" id="{5EC8105A-D323-49E4-8CDC-EF8D6FF5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152">
            <a:extLst xmlns:a="http://schemas.openxmlformats.org/drawingml/2006/main">
              <a:ext uri="{FF2B5EF4-FFF2-40B4-BE49-F238E27FC236}">
                <a16:creationId xmlns:a16="http://schemas.microsoft.com/office/drawing/2014/main" id="{277D50F3-1CA7-4431-84E8-9D304534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#24 · Google Sites</a:t>
            </a:r>
          </a:p>
        </p:txBody>
      </p:sp>
      <p:sp>
        <p:nvSpPr>
          <p:cNvPr id="17" name="text-153">
            <a:extLst xmlns:a="http://schemas.openxmlformats.org/drawingml/2006/main">
              <a:ext uri="{FF2B5EF4-FFF2-40B4-BE49-F238E27FC236}">
                <a16:creationId xmlns:a16="http://schemas.microsoft.com/office/drawing/2014/main" id="{EE87D71B-C23B-4FC9-A837-BF1B34EED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教師午會記錄報告站</a:t>
            </a:r>
          </a:p>
        </p:txBody>
      </p:sp>
      <p:sp>
        <p:nvSpPr>
          <p:cNvPr id="18" name="text-154">
            <a:extLst xmlns:a="http://schemas.openxmlformats.org/drawingml/2006/main">
              <a:ext uri="{FF2B5EF4-FFF2-40B4-BE49-F238E27FC236}">
                <a16:creationId xmlns:a16="http://schemas.microsoft.com/office/drawing/2014/main" id="{441E5AAE-8E66-468A-AC0E-EBB63FBB9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 Google Sites 承載會議紀錄與互動式報告，示範嵌入與分享。</a:t>
            </a:r>
          </a:p>
        </p:txBody>
      </p:sp>
      <p:sp>
        <p:nvSpPr>
          <p:cNvPr id="19" name="text-155">
            <a:extLst xmlns:a="http://schemas.openxmlformats.org/drawingml/2006/main">
              <a:ext uri="{FF2B5EF4-FFF2-40B4-BE49-F238E27FC236}">
                <a16:creationId xmlns:a16="http://schemas.microsoft.com/office/drawing/2014/main" id="{EC976AD8-11BD-46C9-8095-7436F367C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ef7194ced454e1e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ca9a943d8947d3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56">
            <a:extLst xmlns:a="http://schemas.openxmlformats.org/drawingml/2006/main">
              <a:ext uri="{FF2B5EF4-FFF2-40B4-BE49-F238E27FC236}">
                <a16:creationId xmlns:a16="http://schemas.microsoft.com/office/drawing/2014/main" id="{532E5554-5C74-4948-9157-1593811D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fed1b5a600f4591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63b07a0a2d415e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57">
            <a:extLst xmlns:a="http://schemas.openxmlformats.org/drawingml/2006/main">
              <a:ext uri="{FF2B5EF4-FFF2-40B4-BE49-F238E27FC236}">
                <a16:creationId xmlns:a16="http://schemas.microsoft.com/office/drawing/2014/main" id="{6FE7CB96-C53D-484E-8DC4-49CFCBE1C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158">
            <a:extLst xmlns:a="http://schemas.openxmlformats.org/drawingml/2006/main">
              <a:ext uri="{FF2B5EF4-FFF2-40B4-BE49-F238E27FC236}">
                <a16:creationId xmlns:a16="http://schemas.microsoft.com/office/drawing/2014/main" id="{D9671916-322A-4AFD-B12F-FB319C92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#81 · GitHub Pages</a:t>
            </a:r>
          </a:p>
        </p:txBody>
      </p:sp>
      <p:sp>
        <p:nvSpPr>
          <p:cNvPr id="25" name="text-159">
            <a:extLst xmlns:a="http://schemas.openxmlformats.org/drawingml/2006/main">
              <a:ext uri="{FF2B5EF4-FFF2-40B4-BE49-F238E27FC236}">
                <a16:creationId xmlns:a16="http://schemas.microsoft.com/office/drawing/2014/main" id="{19EAA526-41C7-4399-B59E-68B0CA91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國小資訊科技教學駕駛艙</a:t>
            </a:r>
          </a:p>
        </p:txBody>
      </p:sp>
      <p:sp>
        <p:nvSpPr>
          <p:cNvPr id="26" name="text-160">
            <a:extLst xmlns:a="http://schemas.openxmlformats.org/drawingml/2006/main">
              <a:ext uri="{FF2B5EF4-FFF2-40B4-BE49-F238E27FC236}">
                <a16:creationId xmlns:a16="http://schemas.microsoft.com/office/drawing/2014/main" id="{19ACD5D0-770A-4535-8C67-0F2C40D1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整合全學期課程、影片、Canvas 關卡與評量入口的一站式教學網站。</a:t>
            </a:r>
          </a:p>
        </p:txBody>
      </p:sp>
      <p:sp>
        <p:nvSpPr>
          <p:cNvPr id="27" name="text-161">
            <a:extLst xmlns:a="http://schemas.openxmlformats.org/drawingml/2006/main">
              <a:ext uri="{FF2B5EF4-FFF2-40B4-BE49-F238E27FC236}">
                <a16:creationId xmlns:a16="http://schemas.microsoft.com/office/drawing/2014/main" id="{59FE6B97-8556-4680-B5EB-D6E259ED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744991b7afe48b9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79338c9d144913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62">
            <a:extLst xmlns:a="http://schemas.openxmlformats.org/drawingml/2006/main">
              <a:ext uri="{FF2B5EF4-FFF2-40B4-BE49-F238E27FC236}">
                <a16:creationId xmlns:a16="http://schemas.microsoft.com/office/drawing/2014/main" id="{DAFD672B-7E67-49C7-B7B9-79E318F7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61cfe2185d74ec6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de37570a694f2e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76678470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63">
            <a:extLst xmlns:a="http://schemas.openxmlformats.org/drawingml/2006/main">
              <a:ext uri="{FF2B5EF4-FFF2-40B4-BE49-F238E27FC236}">
                <a16:creationId xmlns:a16="http://schemas.microsoft.com/office/drawing/2014/main" id="{D517790D-B2B3-43BE-A3B3-46758F77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THE TEACHING STUDIO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5EB4133-083A-49FB-B990-43872395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一條完整產線，四個工具各司其職</a:t>
            </a:r>
          </a:p>
        </p:txBody>
      </p:sp>
      <p:cxnSp>
        <p:nvCxnSpPr>
          <p:cNvPr id="38" name="shape-1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65">
            <a:extLst xmlns:a="http://schemas.openxmlformats.org/drawingml/2006/main">
              <a:ext uri="{FF2B5EF4-FFF2-40B4-BE49-F238E27FC236}">
                <a16:creationId xmlns:a16="http://schemas.microsoft.com/office/drawing/2014/main" id="{7999449C-C0BC-4CFB-909A-7D9CC1E7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C30C21C-00D1-4C46-B3C1-7E2098AC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shape-166">
            <a:extLst xmlns:a="http://schemas.openxmlformats.org/drawingml/2006/main">
              <a:ext uri="{FF2B5EF4-FFF2-40B4-BE49-F238E27FC236}">
                <a16:creationId xmlns:a16="http://schemas.microsoft.com/office/drawing/2014/main" id="{AC124C64-80B0-43BA-979B-523B9F063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167">
            <a:extLst xmlns:a="http://schemas.openxmlformats.org/drawingml/2006/main">
              <a:ext uri="{FF2B5EF4-FFF2-40B4-BE49-F238E27FC236}">
                <a16:creationId xmlns:a16="http://schemas.microsoft.com/office/drawing/2014/main" id="{95167C07-DA75-40EF-8C09-DE0D2595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8">
            <a:extLst xmlns:a="http://schemas.openxmlformats.org/drawingml/2006/main">
              <a:ext uri="{FF2B5EF4-FFF2-40B4-BE49-F238E27FC236}">
                <a16:creationId xmlns:a16="http://schemas.microsoft.com/office/drawing/2014/main" id="{F884DBD7-B1C2-4EBC-9CE9-D6A4A5C6E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9">
            <a:extLst xmlns:a="http://schemas.openxmlformats.org/drawingml/2006/main">
              <a:ext uri="{FF2B5EF4-FFF2-40B4-BE49-F238E27FC236}">
                <a16:creationId xmlns:a16="http://schemas.microsoft.com/office/drawing/2014/main" id="{644E1FA7-3517-49DF-A74C-BDFBBC3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10" name="text-170">
            <a:extLst xmlns:a="http://schemas.openxmlformats.org/drawingml/2006/main">
              <a:ext uri="{FF2B5EF4-FFF2-40B4-BE49-F238E27FC236}">
                <a16:creationId xmlns:a16="http://schemas.microsoft.com/office/drawing/2014/main" id="{86A6397B-BA1E-4B5B-B3C9-E1E60452B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課綱、論文、講義、網站</a:t>
            </a:r>
          </a:p>
        </p:txBody>
      </p:sp>
      <p:sp>
        <p:nvSpPr>
          <p:cNvPr id="11" name="text-171">
            <a:extLst xmlns:a="http://schemas.openxmlformats.org/drawingml/2006/main">
              <a:ext uri="{FF2B5EF4-FFF2-40B4-BE49-F238E27FC236}">
                <a16:creationId xmlns:a16="http://schemas.microsoft.com/office/drawing/2014/main" id="{CE78CAE7-AB4C-48B7-8B8A-9EA14815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72">
            <a:extLst xmlns:a="http://schemas.openxmlformats.org/drawingml/2006/main">
              <a:ext uri="{FF2B5EF4-FFF2-40B4-BE49-F238E27FC236}">
                <a16:creationId xmlns:a16="http://schemas.microsoft.com/office/drawing/2014/main" id="{9C37D82E-6757-42D1-96C7-53DB8198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173">
            <a:extLst xmlns:a="http://schemas.openxmlformats.org/drawingml/2006/main">
              <a:ext uri="{FF2B5EF4-FFF2-40B4-BE49-F238E27FC236}">
                <a16:creationId xmlns:a16="http://schemas.microsoft.com/office/drawing/2014/main" id="{6B550EA3-15D7-43AB-9CA0-2C376C344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74">
            <a:extLst xmlns:a="http://schemas.openxmlformats.org/drawingml/2006/main">
              <a:ext uri="{FF2B5EF4-FFF2-40B4-BE49-F238E27FC236}">
                <a16:creationId xmlns:a16="http://schemas.microsoft.com/office/drawing/2014/main" id="{70535625-572D-4090-B2A1-42CB9AAE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75">
            <a:extLst xmlns:a="http://schemas.openxmlformats.org/drawingml/2006/main">
              <a:ext uri="{FF2B5EF4-FFF2-40B4-BE49-F238E27FC236}">
                <a16:creationId xmlns:a16="http://schemas.microsoft.com/office/drawing/2014/main" id="{6A4BA509-333D-4C18-8E2B-3B09B5D3C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6" name="text-176">
            <a:extLst xmlns:a="http://schemas.openxmlformats.org/drawingml/2006/main">
              <a:ext uri="{FF2B5EF4-FFF2-40B4-BE49-F238E27FC236}">
                <a16:creationId xmlns:a16="http://schemas.microsoft.com/office/drawing/2014/main" id="{48807597-558C-45DD-B934-4694211A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查證、整理、轉化</a:t>
            </a:r>
          </a:p>
        </p:txBody>
      </p:sp>
      <p:sp>
        <p:nvSpPr>
          <p:cNvPr id="17" name="text-177">
            <a:extLst xmlns:a="http://schemas.openxmlformats.org/drawingml/2006/main">
              <a:ext uri="{FF2B5EF4-FFF2-40B4-BE49-F238E27FC236}">
                <a16:creationId xmlns:a16="http://schemas.microsoft.com/office/drawing/2014/main" id="{2E7A04CD-FAAB-4108-AF12-975A33AB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78">
            <a:extLst xmlns:a="http://schemas.openxmlformats.org/drawingml/2006/main">
              <a:ext uri="{FF2B5EF4-FFF2-40B4-BE49-F238E27FC236}">
                <a16:creationId xmlns:a16="http://schemas.microsoft.com/office/drawing/2014/main" id="{860EEDF3-4C30-4D65-A4BE-858002A20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179">
            <a:extLst xmlns:a="http://schemas.openxmlformats.org/drawingml/2006/main">
              <a:ext uri="{FF2B5EF4-FFF2-40B4-BE49-F238E27FC236}">
                <a16:creationId xmlns:a16="http://schemas.microsoft.com/office/drawing/2014/main" id="{DEDAE5D3-8AE9-481E-91AE-0A9A3BEC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80">
            <a:extLst xmlns:a="http://schemas.openxmlformats.org/drawingml/2006/main">
              <a:ext uri="{FF2B5EF4-FFF2-40B4-BE49-F238E27FC236}">
                <a16:creationId xmlns:a16="http://schemas.microsoft.com/office/drawing/2014/main" id="{F375AACA-0B53-4668-B7F9-E0151D29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81">
            <a:extLst xmlns:a="http://schemas.openxmlformats.org/drawingml/2006/main">
              <a:ext uri="{FF2B5EF4-FFF2-40B4-BE49-F238E27FC236}">
                <a16:creationId xmlns:a16="http://schemas.microsoft.com/office/drawing/2014/main" id="{E00AB27F-9412-4227-B9F7-00F7D636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182">
            <a:extLst xmlns:a="http://schemas.openxmlformats.org/drawingml/2006/main">
              <a:ext uri="{FF2B5EF4-FFF2-40B4-BE49-F238E27FC236}">
                <a16:creationId xmlns:a16="http://schemas.microsoft.com/office/drawing/2014/main" id="{27A509D0-274D-43C7-AA70-45A07032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固定角色與方法</a:t>
            </a:r>
          </a:p>
        </p:txBody>
      </p:sp>
      <p:sp>
        <p:nvSpPr>
          <p:cNvPr id="23" name="text-183">
            <a:extLst xmlns:a="http://schemas.openxmlformats.org/drawingml/2006/main">
              <a:ext uri="{FF2B5EF4-FFF2-40B4-BE49-F238E27FC236}">
                <a16:creationId xmlns:a16="http://schemas.microsoft.com/office/drawing/2014/main" id="{08765A40-C5DC-47B3-BE10-4E3705D4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84">
            <a:extLst xmlns:a="http://schemas.openxmlformats.org/drawingml/2006/main">
              <a:ext uri="{FF2B5EF4-FFF2-40B4-BE49-F238E27FC236}">
                <a16:creationId xmlns:a16="http://schemas.microsoft.com/office/drawing/2014/main" id="{67B2A221-D576-45F5-881E-6A9537A8D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185">
            <a:extLst xmlns:a="http://schemas.openxmlformats.org/drawingml/2006/main">
              <a:ext uri="{FF2B5EF4-FFF2-40B4-BE49-F238E27FC236}">
                <a16:creationId xmlns:a16="http://schemas.microsoft.com/office/drawing/2014/main" id="{215CBBC6-E845-45E9-BB5F-1C03DE51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86">
            <a:extLst xmlns:a="http://schemas.openxmlformats.org/drawingml/2006/main">
              <a:ext uri="{FF2B5EF4-FFF2-40B4-BE49-F238E27FC236}">
                <a16:creationId xmlns:a16="http://schemas.microsoft.com/office/drawing/2014/main" id="{777BAC47-85E9-4DA4-9F52-EA04B2F4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87">
            <a:extLst xmlns:a="http://schemas.openxmlformats.org/drawingml/2006/main">
              <a:ext uri="{FF2B5EF4-FFF2-40B4-BE49-F238E27FC236}">
                <a16:creationId xmlns:a16="http://schemas.microsoft.com/office/drawing/2014/main" id="{CBB8A3A7-0CC8-4547-B1CE-60F10057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8" name="text-188">
            <a:extLst xmlns:a="http://schemas.openxmlformats.org/drawingml/2006/main">
              <a:ext uri="{FF2B5EF4-FFF2-40B4-BE49-F238E27FC236}">
                <a16:creationId xmlns:a16="http://schemas.microsoft.com/office/drawing/2014/main" id="{8DA3DAD7-9FF4-4C1A-AE90-C012E61B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做出互動作品</a:t>
            </a:r>
          </a:p>
        </p:txBody>
      </p:sp>
      <p:sp>
        <p:nvSpPr>
          <p:cNvPr id="29" name="text-189">
            <a:extLst xmlns:a="http://schemas.openxmlformats.org/drawingml/2006/main">
              <a:ext uri="{FF2B5EF4-FFF2-40B4-BE49-F238E27FC236}">
                <a16:creationId xmlns:a16="http://schemas.microsoft.com/office/drawing/2014/main" id="{2F3AA2AE-030C-47B5-B962-67443117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90">
            <a:extLst xmlns:a="http://schemas.openxmlformats.org/drawingml/2006/main">
              <a:ext uri="{FF2B5EF4-FFF2-40B4-BE49-F238E27FC236}">
                <a16:creationId xmlns:a16="http://schemas.microsoft.com/office/drawing/2014/main" id="{8DC62F48-F577-4497-9D7F-6D727872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shape-191">
            <a:extLst xmlns:a="http://schemas.openxmlformats.org/drawingml/2006/main">
              <a:ext uri="{FF2B5EF4-FFF2-40B4-BE49-F238E27FC236}">
                <a16:creationId xmlns:a16="http://schemas.microsoft.com/office/drawing/2014/main" id="{D0C4D57A-05DE-4825-9758-AF3D64D5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92">
            <a:extLst xmlns:a="http://schemas.openxmlformats.org/drawingml/2006/main">
              <a:ext uri="{FF2B5EF4-FFF2-40B4-BE49-F238E27FC236}">
                <a16:creationId xmlns:a16="http://schemas.microsoft.com/office/drawing/2014/main" id="{A2FD65FB-7CEC-4FBC-BB78-ECC100635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93">
            <a:extLst xmlns:a="http://schemas.openxmlformats.org/drawingml/2006/main">
              <a:ext uri="{FF2B5EF4-FFF2-40B4-BE49-F238E27FC236}">
                <a16:creationId xmlns:a16="http://schemas.microsoft.com/office/drawing/2014/main" id="{4D5602EE-4B75-41C9-888E-6A02123E8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</a:t>
            </a:r>
          </a:p>
        </p:txBody>
      </p:sp>
      <p:sp>
        <p:nvSpPr>
          <p:cNvPr id="34" name="text-194">
            <a:extLst xmlns:a="http://schemas.openxmlformats.org/drawingml/2006/main">
              <a:ext uri="{FF2B5EF4-FFF2-40B4-BE49-F238E27FC236}">
                <a16:creationId xmlns:a16="http://schemas.microsoft.com/office/drawing/2014/main" id="{597E30E7-19CD-4F0E-9E0B-FD1DDB675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分享、收集回饋</a:t>
            </a:r>
          </a:p>
        </p:txBody>
      </p:sp>
      <p:sp>
        <p:nvSpPr>
          <p:cNvPr id="35" name="text-195">
            <a:extLst xmlns:a="http://schemas.openxmlformats.org/drawingml/2006/main">
              <a:ext uri="{FF2B5EF4-FFF2-40B4-BE49-F238E27FC236}">
                <a16:creationId xmlns:a16="http://schemas.microsoft.com/office/drawing/2014/main" id="{BE13D066-F3B5-40FD-84AF-5017D536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2722828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96">
            <a:extLst xmlns:a="http://schemas.openxmlformats.org/drawingml/2006/main">
              <a:ext uri="{FF2B5EF4-FFF2-40B4-BE49-F238E27FC236}">
                <a16:creationId xmlns:a16="http://schemas.microsoft.com/office/drawing/2014/main" id="{41FDA638-4DE8-41FC-8D52-CAFE344A7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97">
            <a:extLst xmlns:a="http://schemas.openxmlformats.org/drawingml/2006/main">
              <a:ext uri="{FF2B5EF4-FFF2-40B4-BE49-F238E27FC236}">
                <a16:creationId xmlns:a16="http://schemas.microsoft.com/office/drawing/2014/main" id="{EFFAFDB7-A1AD-44DE-90D9-81B4FA1CA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3" name="text-198">
            <a:extLst xmlns:a="http://schemas.openxmlformats.org/drawingml/2006/main">
              <a:ext uri="{FF2B5EF4-FFF2-40B4-BE49-F238E27FC236}">
                <a16:creationId xmlns:a16="http://schemas.microsoft.com/office/drawing/2014/main" id="{CC4AF430-872A-4AD8-A51C-527B1A165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AI 的回答綁在你選定的來源上，讓文獻整理、觀點比較與教學轉化都有跡可循。</a:t>
            </a:r>
          </a:p>
        </p:txBody>
      </p:sp>
      <p:sp>
        <p:nvSpPr>
          <p:cNvPr id="4" name="shape-199">
            <a:extLst xmlns:a="http://schemas.openxmlformats.org/drawingml/2006/main">
              <a:ext uri="{FF2B5EF4-FFF2-40B4-BE49-F238E27FC236}">
                <a16:creationId xmlns:a16="http://schemas.microsoft.com/office/drawing/2014/main" id="{BE0F6E8A-7FCE-4A3F-AFE6-60F6BC3A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200">
            <a:extLst xmlns:a="http://schemas.openxmlformats.org/drawingml/2006/main">
              <a:ext uri="{FF2B5EF4-FFF2-40B4-BE49-F238E27FC236}">
                <a16:creationId xmlns:a16="http://schemas.microsoft.com/office/drawing/2014/main" id="{94C39EE0-53A7-447D-A964-2B5282A6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20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202">
            <a:extLst xmlns:a="http://schemas.openxmlformats.org/drawingml/2006/main">
              <a:ext uri="{FF2B5EF4-FFF2-40B4-BE49-F238E27FC236}">
                <a16:creationId xmlns:a16="http://schemas.microsoft.com/office/drawing/2014/main" id="{92516DD5-99CC-4568-81AA-C572498D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9EBEED2-0526-4B3A-AB90-7DFFEF89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9" name="text-639">
            <a:extLst xmlns:a="http://schemas.openxmlformats.org/drawingml/2006/main">
              <a:ext uri="{FF2B5EF4-FFF2-40B4-BE49-F238E27FC236}">
                <a16:creationId xmlns:a16="http://schemas.microsoft.com/office/drawing/2014/main" id="{413C2E78-F6F7-4885-9F07-672EA111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e08e157cc334c04"/>
              </a:rPr>
              <a:t>開啟 Gemini Notebook ↗</a:t>
            </a:r>
          </a:p>
        </p:txBody>
      </p:sp>
      <p:sp>
        <p:nvSpPr>
          <p:cNvPr id="10" name="shape-665">
            <a:extLst xmlns:a="http://schemas.openxmlformats.org/drawingml/2006/main">
              <a:ext uri="{FF2B5EF4-FFF2-40B4-BE49-F238E27FC236}">
                <a16:creationId xmlns:a16="http://schemas.microsoft.com/office/drawing/2014/main" id="{8E78877F-F2FA-49E0-9D49-93306F58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71570348d486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66">
            <a:extLst xmlns:a="http://schemas.openxmlformats.org/drawingml/2006/main">
              <a:ext uri="{FF2B5EF4-FFF2-40B4-BE49-F238E27FC236}">
                <a16:creationId xmlns:a16="http://schemas.microsoft.com/office/drawing/2014/main" id="{2075BB54-F75E-43BB-B1EF-13FA9DB89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6268376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03">
            <a:extLst xmlns:a="http://schemas.openxmlformats.org/drawingml/2006/main">
              <a:ext uri="{FF2B5EF4-FFF2-40B4-BE49-F238E27FC236}">
                <a16:creationId xmlns:a16="http://schemas.microsoft.com/office/drawing/2014/main" id="{75B846CD-BE8F-4EE1-A444-E5BC14D3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SOURCE-GROUNDED WORKSPACE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E3D7FB-9A62-411E-AF31-C66865EA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Notebook：先管理證據，再生成內容</a:t>
            </a:r>
          </a:p>
        </p:txBody>
      </p:sp>
      <p:cxnSp>
        <p:nvCxnSpPr>
          <p:cNvPr id="24" name="shape-2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05">
            <a:extLst xmlns:a="http://schemas.openxmlformats.org/drawingml/2006/main">
              <a:ext uri="{FF2B5EF4-FFF2-40B4-BE49-F238E27FC236}">
                <a16:creationId xmlns:a16="http://schemas.microsoft.com/office/drawing/2014/main" id="{283DC7C6-0651-46BF-82A4-9FFFE3F8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105E195-FD54-408B-A46A-DCF9569A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206">
            <a:extLst xmlns:a="http://schemas.openxmlformats.org/drawingml/2006/main">
              <a:ext uri="{FF2B5EF4-FFF2-40B4-BE49-F238E27FC236}">
                <a16:creationId xmlns:a16="http://schemas.microsoft.com/office/drawing/2014/main" id="{5EBF0450-9DFD-492F-8556-C865EC5A8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207">
            <a:extLst xmlns:a="http://schemas.openxmlformats.org/drawingml/2006/main">
              <a:ext uri="{FF2B5EF4-FFF2-40B4-BE49-F238E27FC236}">
                <a16:creationId xmlns:a16="http://schemas.microsoft.com/office/drawing/2014/main" id="{6CFFFFF9-268E-44DB-9C6E-FA941DF0F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08">
            <a:extLst xmlns:a="http://schemas.openxmlformats.org/drawingml/2006/main">
              <a:ext uri="{FF2B5EF4-FFF2-40B4-BE49-F238E27FC236}">
                <a16:creationId xmlns:a16="http://schemas.microsoft.com/office/drawing/2014/main" id="{B5038072-E57D-4A1D-A28D-8BDAF831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一般聊天</a:t>
            </a:r>
          </a:p>
        </p:txBody>
      </p:sp>
      <p:sp>
        <p:nvSpPr>
          <p:cNvPr id="9" name="text-209">
            <a:extLst xmlns:a="http://schemas.openxmlformats.org/drawingml/2006/main">
              <a:ext uri="{FF2B5EF4-FFF2-40B4-BE49-F238E27FC236}">
                <a16:creationId xmlns:a16="http://schemas.microsoft.com/office/drawing/2014/main" id="{A52404F4-902C-4843-8DA5-8D23E6F4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問題先出現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來源可能來自模型既有知識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需要自行追查依據</a:t>
            </a:r>
          </a:p>
        </p:txBody>
      </p:sp>
      <p:sp>
        <p:nvSpPr>
          <p:cNvPr id="10" name="text-210">
            <a:extLst xmlns:a="http://schemas.openxmlformats.org/drawingml/2006/main">
              <a:ext uri="{FF2B5EF4-FFF2-40B4-BE49-F238E27FC236}">
                <a16:creationId xmlns:a16="http://schemas.microsoft.com/office/drawing/2014/main" id="{08CAED81-E070-4BD7-92A3-9782CACC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11" name="text-211">
            <a:extLst xmlns:a="http://schemas.openxmlformats.org/drawingml/2006/main">
              <a:ext uri="{FF2B5EF4-FFF2-40B4-BE49-F238E27FC236}">
                <a16:creationId xmlns:a16="http://schemas.microsoft.com/office/drawing/2014/main" id="{4FBE79A2-22EE-440A-ABDB-15047727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來源先進入筆記本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依使用者提供的來源回答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可回到引用位置檢查</a:t>
            </a:r>
          </a:p>
        </p:txBody>
      </p:sp>
      <p:sp>
        <p:nvSpPr>
          <p:cNvPr id="12" name="text-212">
            <a:extLst xmlns:a="http://schemas.openxmlformats.org/drawingml/2006/main">
              <a:ext uri="{FF2B5EF4-FFF2-40B4-BE49-F238E27FC236}">
                <a16:creationId xmlns:a16="http://schemas.microsoft.com/office/drawing/2014/main" id="{6AEB1B8C-1956-4F9D-8C73-18E2CAC5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3" name="text-213">
            <a:extLst xmlns:a="http://schemas.openxmlformats.org/drawingml/2006/main">
              <a:ext uri="{FF2B5EF4-FFF2-40B4-BE49-F238E27FC236}">
                <a16:creationId xmlns:a16="http://schemas.microsoft.com/office/drawing/2014/main" id="{9109C56B-E555-477E-B754-C2A4B6BB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4" name="text-214">
            <a:extLst xmlns:a="http://schemas.openxmlformats.org/drawingml/2006/main">
              <a:ext uri="{FF2B5EF4-FFF2-40B4-BE49-F238E27FC236}">
                <a16:creationId xmlns:a16="http://schemas.microsoft.com/office/drawing/2014/main" id="{86FA2249-E77A-4F10-A26C-F1AEDCB7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原文</a:t>
            </a:r>
          </a:p>
        </p:txBody>
      </p:sp>
      <p:cxnSp>
        <p:nvCxnSpPr>
          <p:cNvPr id="36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5247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7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1249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sp>
        <p:nvSpPr>
          <p:cNvPr id="17" name="text-215">
            <a:extLst xmlns:a="http://schemas.openxmlformats.org/drawingml/2006/main">
              <a:ext uri="{FF2B5EF4-FFF2-40B4-BE49-F238E27FC236}">
                <a16:creationId xmlns:a16="http://schemas.microsoft.com/office/drawing/2014/main" id="{1679858C-71AC-4F12-8CEF-A0718DBB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435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可追查鏈：回答 → 引用位置 → 原始段落</a:t>
            </a:r>
          </a:p>
        </p:txBody>
      </p:sp>
      <p:sp>
        <p:nvSpPr>
          <p:cNvPr id="18" name="text-640">
            <a:extLst xmlns:a="http://schemas.openxmlformats.org/drawingml/2006/main">
              <a:ext uri="{FF2B5EF4-FFF2-40B4-BE49-F238E27FC236}">
                <a16:creationId xmlns:a16="http://schemas.microsoft.com/office/drawing/2014/main" id="{4ECF5A2B-ACDC-4B9E-AC5E-40F9C4F2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3b15df88c3941f0"/>
              </a:rPr>
              <a:t>開啟 Gemini Notebook ↗</a:t>
            </a:r>
          </a:p>
        </p:txBody>
      </p:sp>
      <p:sp>
        <p:nvSpPr>
          <p:cNvPr id="19" name="shape-667">
            <a:extLst xmlns:a="http://schemas.openxmlformats.org/drawingml/2006/main">
              <a:ext uri="{FF2B5EF4-FFF2-40B4-BE49-F238E27FC236}">
                <a16:creationId xmlns:a16="http://schemas.microsoft.com/office/drawing/2014/main" id="{C0DC8C42-DD06-48D6-BA48-93DAE44A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482fac7d36473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668">
            <a:extLst xmlns:a="http://schemas.openxmlformats.org/drawingml/2006/main">
              <a:ext uri="{FF2B5EF4-FFF2-40B4-BE49-F238E27FC236}">
                <a16:creationId xmlns:a16="http://schemas.microsoft.com/office/drawing/2014/main" id="{5458C8B6-372B-4B19-8277-EE6D5B2C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3479804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16">
            <a:extLst xmlns:a="http://schemas.openxmlformats.org/drawingml/2006/main">
              <a:ext uri="{FF2B5EF4-FFF2-40B4-BE49-F238E27FC236}">
                <a16:creationId xmlns:a16="http://schemas.microsoft.com/office/drawing/2014/main" id="{72113A47-DDF5-46A6-A35E-B855E9AA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 KIT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0F794DC-DB98-4199-BA27-C0AEC3D09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來源包 3–2–1：小而精，先求可用</a:t>
            </a:r>
          </a:p>
        </p:txBody>
      </p:sp>
      <p:cxnSp>
        <p:nvCxnSpPr>
          <p:cNvPr id="24" name="shape-21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18">
            <a:extLst xmlns:a="http://schemas.openxmlformats.org/drawingml/2006/main">
              <a:ext uri="{FF2B5EF4-FFF2-40B4-BE49-F238E27FC236}">
                <a16:creationId xmlns:a16="http://schemas.microsoft.com/office/drawing/2014/main" id="{A48CA747-212D-4A21-9751-53111E340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008FCC2-1FDB-4227-8ACE-FA482A0C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219">
            <a:extLst xmlns:a="http://schemas.openxmlformats.org/drawingml/2006/main">
              <a:ext uri="{FF2B5EF4-FFF2-40B4-BE49-F238E27FC236}">
                <a16:creationId xmlns:a16="http://schemas.microsoft.com/office/drawing/2014/main" id="{02B4BA99-36A5-4542-B09F-24A1A46A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20">
            <a:extLst xmlns:a="http://schemas.openxmlformats.org/drawingml/2006/main">
              <a:ext uri="{FF2B5EF4-FFF2-40B4-BE49-F238E27FC236}">
                <a16:creationId xmlns:a16="http://schemas.microsoft.com/office/drawing/2014/main" id="{AC176401-CEAB-4DE1-AD93-908D4F55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8" name="text-221">
            <a:extLst xmlns:a="http://schemas.openxmlformats.org/drawingml/2006/main">
              <a:ext uri="{FF2B5EF4-FFF2-40B4-BE49-F238E27FC236}">
                <a16:creationId xmlns:a16="http://schemas.microsoft.com/office/drawing/2014/main" id="{192E0691-21AB-45E7-A2B5-7DC8D328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3 份核心來源</a:t>
            </a:r>
          </a:p>
        </p:txBody>
      </p:sp>
      <p:sp>
        <p:nvSpPr>
          <p:cNvPr id="9" name="text-222">
            <a:extLst xmlns:a="http://schemas.openxmlformats.org/drawingml/2006/main">
              <a:ext uri="{FF2B5EF4-FFF2-40B4-BE49-F238E27FC236}">
                <a16:creationId xmlns:a16="http://schemas.microsoft.com/office/drawing/2014/main" id="{97291C2E-24CB-4741-894A-068CDE2C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課程大綱／授課講義／一篇可信研究或政策文件。</a:t>
            </a:r>
          </a:p>
        </p:txBody>
      </p:sp>
      <p:sp>
        <p:nvSpPr>
          <p:cNvPr id="10" name="shape-223">
            <a:extLst xmlns:a="http://schemas.openxmlformats.org/drawingml/2006/main">
              <a:ext uri="{FF2B5EF4-FFF2-40B4-BE49-F238E27FC236}">
                <a16:creationId xmlns:a16="http://schemas.microsoft.com/office/drawing/2014/main" id="{7E81A86B-8F87-4745-8711-2866A0CE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24">
            <a:extLst xmlns:a="http://schemas.openxmlformats.org/drawingml/2006/main">
              <a:ext uri="{FF2B5EF4-FFF2-40B4-BE49-F238E27FC236}">
                <a16:creationId xmlns:a16="http://schemas.microsoft.com/office/drawing/2014/main" id="{18372139-0629-4ED1-8362-B8C38DD4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225">
            <a:extLst xmlns:a="http://schemas.openxmlformats.org/drawingml/2006/main">
              <a:ext uri="{FF2B5EF4-FFF2-40B4-BE49-F238E27FC236}">
                <a16:creationId xmlns:a16="http://schemas.microsoft.com/office/drawing/2014/main" id="{8A416D93-1862-4361-8099-A42FE1028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2 種觀點</a:t>
            </a:r>
          </a:p>
        </p:txBody>
      </p:sp>
      <p:sp>
        <p:nvSpPr>
          <p:cNvPr id="13" name="text-226">
            <a:extLst xmlns:a="http://schemas.openxmlformats.org/drawingml/2006/main">
              <a:ext uri="{FF2B5EF4-FFF2-40B4-BE49-F238E27FC236}">
                <a16:creationId xmlns:a16="http://schemas.microsoft.com/office/drawing/2014/main" id="{81F024C4-81A1-4062-BBEA-9E8D6C65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至少納入互補或相反觀點，避免只有單一聲音。</a:t>
            </a:r>
          </a:p>
        </p:txBody>
      </p:sp>
      <p:sp>
        <p:nvSpPr>
          <p:cNvPr id="14" name="shape-227">
            <a:extLst xmlns:a="http://schemas.openxmlformats.org/drawingml/2006/main">
              <a:ext uri="{FF2B5EF4-FFF2-40B4-BE49-F238E27FC236}">
                <a16:creationId xmlns:a16="http://schemas.microsoft.com/office/drawing/2014/main" id="{1A37B066-4F33-4657-B91A-CBA21471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28">
            <a:extLst xmlns:a="http://schemas.openxmlformats.org/drawingml/2006/main">
              <a:ext uri="{FF2B5EF4-FFF2-40B4-BE49-F238E27FC236}">
                <a16:creationId xmlns:a16="http://schemas.microsoft.com/office/drawing/2014/main" id="{1450DFAE-3AAF-4A7B-9D4A-0E8648D3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text-229">
            <a:extLst xmlns:a="http://schemas.openxmlformats.org/drawingml/2006/main">
              <a:ext uri="{FF2B5EF4-FFF2-40B4-BE49-F238E27FC236}">
                <a16:creationId xmlns:a16="http://schemas.microsoft.com/office/drawing/2014/main" id="{F2DC68F9-60F7-4BAF-9D58-24563CF0C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 個教學目的</a:t>
            </a:r>
          </a:p>
        </p:txBody>
      </p:sp>
      <p:sp>
        <p:nvSpPr>
          <p:cNvPr id="17" name="text-230">
            <a:extLst xmlns:a="http://schemas.openxmlformats.org/drawingml/2006/main">
              <a:ext uri="{FF2B5EF4-FFF2-40B4-BE49-F238E27FC236}">
                <a16:creationId xmlns:a16="http://schemas.microsoft.com/office/drawing/2014/main" id="{F5048F47-C216-4B65-B01C-827E87E9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明確指定要產出導讀、活動、評量或回饋。</a:t>
            </a:r>
          </a:p>
        </p:txBody>
      </p:sp>
      <p:sp>
        <p:nvSpPr>
          <p:cNvPr id="18" name="text-641">
            <a:extLst xmlns:a="http://schemas.openxmlformats.org/drawingml/2006/main">
              <a:ext uri="{FF2B5EF4-FFF2-40B4-BE49-F238E27FC236}">
                <a16:creationId xmlns:a16="http://schemas.microsoft.com/office/drawing/2014/main" id="{719A26C9-B053-4856-933F-90900DC4E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e3802de299942fb"/>
              </a:rPr>
              <a:t>開啟 Gemini Notebook ↗</a:t>
            </a:r>
          </a:p>
        </p:txBody>
      </p:sp>
      <p:sp>
        <p:nvSpPr>
          <p:cNvPr id="19" name="shape-669">
            <a:extLst xmlns:a="http://schemas.openxmlformats.org/drawingml/2006/main">
              <a:ext uri="{FF2B5EF4-FFF2-40B4-BE49-F238E27FC236}">
                <a16:creationId xmlns:a16="http://schemas.microsoft.com/office/drawing/2014/main" id="{58BA117E-A25D-44DD-BEE2-08EFA912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7f1b59f344467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670">
            <a:extLst xmlns:a="http://schemas.openxmlformats.org/drawingml/2006/main">
              <a:ext uri="{FF2B5EF4-FFF2-40B4-BE49-F238E27FC236}">
                <a16:creationId xmlns:a16="http://schemas.microsoft.com/office/drawing/2014/main" id="{9D02BBBF-E6DD-4F4B-B3F2-82D3901E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79787935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231">
            <a:extLst xmlns:a="http://schemas.openxmlformats.org/drawingml/2006/main">
              <a:ext uri="{FF2B5EF4-FFF2-40B4-BE49-F238E27FC236}">
                <a16:creationId xmlns:a16="http://schemas.microsoft.com/office/drawing/2014/main" id="{61686068-6A3D-4A09-8A49-956207F4D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86C135-C279-43A2-BD12-E028B938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示範：四步建立第一個筆記本</a:t>
            </a:r>
          </a:p>
        </p:txBody>
      </p:sp>
      <p:cxnSp>
        <p:nvCxnSpPr>
          <p:cNvPr id="36" name="shape-2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33">
            <a:extLst xmlns:a="http://schemas.openxmlformats.org/drawingml/2006/main">
              <a:ext uri="{FF2B5EF4-FFF2-40B4-BE49-F238E27FC236}">
                <a16:creationId xmlns:a16="http://schemas.microsoft.com/office/drawing/2014/main" id="{1E9D3771-82D5-4157-BE7C-D15127C0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968CF68-1CD7-47E3-8E8A-D722A119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234">
            <a:extLst xmlns:a="http://schemas.openxmlformats.org/drawingml/2006/main">
              <a:ext uri="{FF2B5EF4-FFF2-40B4-BE49-F238E27FC236}">
                <a16:creationId xmlns:a16="http://schemas.microsoft.com/office/drawing/2014/main" id="{77F5FEB0-4472-48D8-A89D-2479ACA7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235">
            <a:extLst xmlns:a="http://schemas.openxmlformats.org/drawingml/2006/main">
              <a:ext uri="{FF2B5EF4-FFF2-40B4-BE49-F238E27FC236}">
                <a16:creationId xmlns:a16="http://schemas.microsoft.com/office/drawing/2014/main" id="{65310D9E-06C7-46DB-8C4E-07721E51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36">
            <a:extLst xmlns:a="http://schemas.openxmlformats.org/drawingml/2006/main">
              <a:ext uri="{FF2B5EF4-FFF2-40B4-BE49-F238E27FC236}">
                <a16:creationId xmlns:a16="http://schemas.microsoft.com/office/drawing/2014/main" id="{3A3F85E7-5715-4127-A8E4-30D11B43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37">
            <a:extLst xmlns:a="http://schemas.openxmlformats.org/drawingml/2006/main">
              <a:ext uri="{FF2B5EF4-FFF2-40B4-BE49-F238E27FC236}">
                <a16:creationId xmlns:a16="http://schemas.microsoft.com/office/drawing/2014/main" id="{123D3833-2D3F-4FC8-9398-DB07B045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</a:t>
            </a:r>
          </a:p>
        </p:txBody>
      </p:sp>
      <p:sp>
        <p:nvSpPr>
          <p:cNvPr id="10" name="text-238">
            <a:extLst xmlns:a="http://schemas.openxmlformats.org/drawingml/2006/main">
              <a:ext uri="{FF2B5EF4-FFF2-40B4-BE49-F238E27FC236}">
                <a16:creationId xmlns:a16="http://schemas.microsoft.com/office/drawing/2014/main" id="{0515338F-D587-420F-B420-7A049C36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以課程＋任務命名</a:t>
            </a:r>
          </a:p>
        </p:txBody>
      </p:sp>
      <p:sp>
        <p:nvSpPr>
          <p:cNvPr id="11" name="text-239">
            <a:extLst xmlns:a="http://schemas.openxmlformats.org/drawingml/2006/main">
              <a:ext uri="{FF2B5EF4-FFF2-40B4-BE49-F238E27FC236}">
                <a16:creationId xmlns:a16="http://schemas.microsoft.com/office/drawing/2014/main" id="{4E792D4B-D71A-4B83-BC4F-075EDC08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240">
            <a:extLst xmlns:a="http://schemas.openxmlformats.org/drawingml/2006/main">
              <a:ext uri="{FF2B5EF4-FFF2-40B4-BE49-F238E27FC236}">
                <a16:creationId xmlns:a16="http://schemas.microsoft.com/office/drawing/2014/main" id="{CA18ADDB-CE8A-483C-8A1A-A3AEAA55A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241">
            <a:extLst xmlns:a="http://schemas.openxmlformats.org/drawingml/2006/main">
              <a:ext uri="{FF2B5EF4-FFF2-40B4-BE49-F238E27FC236}">
                <a16:creationId xmlns:a16="http://schemas.microsoft.com/office/drawing/2014/main" id="{7A2E1C20-303F-48CD-8B85-A25950071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242">
            <a:extLst xmlns:a="http://schemas.openxmlformats.org/drawingml/2006/main">
              <a:ext uri="{FF2B5EF4-FFF2-40B4-BE49-F238E27FC236}">
                <a16:creationId xmlns:a16="http://schemas.microsoft.com/office/drawing/2014/main" id="{387F22EA-FC24-406E-BA94-81DDBDE4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43">
            <a:extLst xmlns:a="http://schemas.openxmlformats.org/drawingml/2006/main">
              <a:ext uri="{FF2B5EF4-FFF2-40B4-BE49-F238E27FC236}">
                <a16:creationId xmlns:a16="http://schemas.microsoft.com/office/drawing/2014/main" id="{381D4D07-B940-4E5B-929D-D685CF37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</a:t>
            </a:r>
          </a:p>
        </p:txBody>
      </p:sp>
      <p:sp>
        <p:nvSpPr>
          <p:cNvPr id="16" name="text-244">
            <a:extLst xmlns:a="http://schemas.openxmlformats.org/drawingml/2006/main">
              <a:ext uri="{FF2B5EF4-FFF2-40B4-BE49-F238E27FC236}">
                <a16:creationId xmlns:a16="http://schemas.microsoft.com/office/drawing/2014/main" id="{658932A2-F356-497C-8415-388F6B49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上傳檔案或貼入網址</a:t>
            </a:r>
          </a:p>
        </p:txBody>
      </p:sp>
      <p:sp>
        <p:nvSpPr>
          <p:cNvPr id="17" name="text-245">
            <a:extLst xmlns:a="http://schemas.openxmlformats.org/drawingml/2006/main">
              <a:ext uri="{FF2B5EF4-FFF2-40B4-BE49-F238E27FC236}">
                <a16:creationId xmlns:a16="http://schemas.microsoft.com/office/drawing/2014/main" id="{B45DB242-5D22-4B17-8BB8-4DB919EC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46">
            <a:extLst xmlns:a="http://schemas.openxmlformats.org/drawingml/2006/main">
              <a:ext uri="{FF2B5EF4-FFF2-40B4-BE49-F238E27FC236}">
                <a16:creationId xmlns:a16="http://schemas.microsoft.com/office/drawing/2014/main" id="{7C7DF4BD-2BEC-4AC1-9920-F399A47D1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247">
            <a:extLst xmlns:a="http://schemas.openxmlformats.org/drawingml/2006/main">
              <a:ext uri="{FF2B5EF4-FFF2-40B4-BE49-F238E27FC236}">
                <a16:creationId xmlns:a16="http://schemas.microsoft.com/office/drawing/2014/main" id="{F4AEE529-70BD-4E6F-B54B-218E49C9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48">
            <a:extLst xmlns:a="http://schemas.openxmlformats.org/drawingml/2006/main">
              <a:ext uri="{FF2B5EF4-FFF2-40B4-BE49-F238E27FC236}">
                <a16:creationId xmlns:a16="http://schemas.microsoft.com/office/drawing/2014/main" id="{81F96258-1663-4E03-81C1-0886F43F4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49">
            <a:extLst xmlns:a="http://schemas.openxmlformats.org/drawingml/2006/main">
              <a:ext uri="{FF2B5EF4-FFF2-40B4-BE49-F238E27FC236}">
                <a16:creationId xmlns:a16="http://schemas.microsoft.com/office/drawing/2014/main" id="{AD4654A6-68B6-4743-BFA1-71DEAE5D1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22" name="text-250">
            <a:extLst xmlns:a="http://schemas.openxmlformats.org/drawingml/2006/main">
              <a:ext uri="{FF2B5EF4-FFF2-40B4-BE49-F238E27FC236}">
                <a16:creationId xmlns:a16="http://schemas.microsoft.com/office/drawing/2014/main" id="{37C44CA6-F27D-4E55-BA3C-CC9B77BF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限定對象、目的與格式</a:t>
            </a:r>
          </a:p>
        </p:txBody>
      </p:sp>
      <p:sp>
        <p:nvSpPr>
          <p:cNvPr id="23" name="text-251">
            <a:extLst xmlns:a="http://schemas.openxmlformats.org/drawingml/2006/main">
              <a:ext uri="{FF2B5EF4-FFF2-40B4-BE49-F238E27FC236}">
                <a16:creationId xmlns:a16="http://schemas.microsoft.com/office/drawing/2014/main" id="{ED1E9494-082D-4EEC-9CCB-613908DD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52">
            <a:extLst xmlns:a="http://schemas.openxmlformats.org/drawingml/2006/main">
              <a:ext uri="{FF2B5EF4-FFF2-40B4-BE49-F238E27FC236}">
                <a16:creationId xmlns:a16="http://schemas.microsoft.com/office/drawing/2014/main" id="{0EF340D9-7DF1-4ED8-B775-9F54B005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253">
            <a:extLst xmlns:a="http://schemas.openxmlformats.org/drawingml/2006/main">
              <a:ext uri="{FF2B5EF4-FFF2-40B4-BE49-F238E27FC236}">
                <a16:creationId xmlns:a16="http://schemas.microsoft.com/office/drawing/2014/main" id="{140D9703-4959-441F-B532-B6C2BA8C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254">
            <a:extLst xmlns:a="http://schemas.openxmlformats.org/drawingml/2006/main">
              <a:ext uri="{FF2B5EF4-FFF2-40B4-BE49-F238E27FC236}">
                <a16:creationId xmlns:a16="http://schemas.microsoft.com/office/drawing/2014/main" id="{FE1804A1-8E25-4E65-AC65-E9F4453C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255">
            <a:extLst xmlns:a="http://schemas.openxmlformats.org/drawingml/2006/main">
              <a:ext uri="{FF2B5EF4-FFF2-40B4-BE49-F238E27FC236}">
                <a16:creationId xmlns:a16="http://schemas.microsoft.com/office/drawing/2014/main" id="{BB46C548-3F4C-41A8-AF02-09966B4B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查證</a:t>
            </a:r>
          </a:p>
        </p:txBody>
      </p:sp>
      <p:sp>
        <p:nvSpPr>
          <p:cNvPr id="28" name="text-256">
            <a:extLst xmlns:a="http://schemas.openxmlformats.org/drawingml/2006/main">
              <a:ext uri="{FF2B5EF4-FFF2-40B4-BE49-F238E27FC236}">
                <a16:creationId xmlns:a16="http://schemas.microsoft.com/office/drawing/2014/main" id="{83B98635-256C-46A3-B246-9044FAF2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點引用回到原始段落</a:t>
            </a:r>
          </a:p>
        </p:txBody>
      </p:sp>
      <p:sp>
        <p:nvSpPr>
          <p:cNvPr id="29" name="text-257">
            <a:extLst xmlns:a="http://schemas.openxmlformats.org/drawingml/2006/main">
              <a:ext uri="{FF2B5EF4-FFF2-40B4-BE49-F238E27FC236}">
                <a16:creationId xmlns:a16="http://schemas.microsoft.com/office/drawing/2014/main" id="{6C5E11DE-ED4F-4482-80E4-F73D92A6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642">
            <a:extLst xmlns:a="http://schemas.openxmlformats.org/drawingml/2006/main">
              <a:ext uri="{FF2B5EF4-FFF2-40B4-BE49-F238E27FC236}">
                <a16:creationId xmlns:a16="http://schemas.microsoft.com/office/drawing/2014/main" id="{2D822CD1-2DF7-40A7-92E0-DC681CB92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1630c399d49437e"/>
              </a:rPr>
              <a:t>開啟 Gemini Notebook ↗</a:t>
            </a:r>
          </a:p>
        </p:txBody>
      </p:sp>
      <p:sp>
        <p:nvSpPr>
          <p:cNvPr id="31" name="shape-671">
            <a:extLst xmlns:a="http://schemas.openxmlformats.org/drawingml/2006/main">
              <a:ext uri="{FF2B5EF4-FFF2-40B4-BE49-F238E27FC236}">
                <a16:creationId xmlns:a16="http://schemas.microsoft.com/office/drawing/2014/main" id="{1BEC126C-F3E5-4DFE-B398-A8104913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9c66a71cc94f0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672">
            <a:extLst xmlns:a="http://schemas.openxmlformats.org/drawingml/2006/main">
              <a:ext uri="{FF2B5EF4-FFF2-40B4-BE49-F238E27FC236}">
                <a16:creationId xmlns:a16="http://schemas.microsoft.com/office/drawing/2014/main" id="{9BC0D864-CDF2-4762-B300-AF68F5622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88353499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58">
            <a:extLst xmlns:a="http://schemas.openxmlformats.org/drawingml/2006/main">
              <a:ext uri="{FF2B5EF4-FFF2-40B4-BE49-F238E27FC236}">
                <a16:creationId xmlns:a16="http://schemas.microsoft.com/office/drawing/2014/main" id="{264E4B33-64B3-4104-8C0B-06D0BC179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9E1B74-0546-41D5-BEBD-CA8650CF7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實作一｜建立課程 Gemini Notebook</a:t>
            </a:r>
          </a:p>
        </p:txBody>
      </p:sp>
      <p:cxnSp>
        <p:nvCxnSpPr>
          <p:cNvPr id="25" name="shape-2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60">
            <a:extLst xmlns:a="http://schemas.openxmlformats.org/drawingml/2006/main">
              <a:ext uri="{FF2B5EF4-FFF2-40B4-BE49-F238E27FC236}">
                <a16:creationId xmlns:a16="http://schemas.microsoft.com/office/drawing/2014/main" id="{3F3808D2-729A-4505-8BE3-2A78FED9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7E2352C-B097-4EF6-8BAF-0777017B3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text-261">
            <a:extLst xmlns:a="http://schemas.openxmlformats.org/drawingml/2006/main">
              <a:ext uri="{FF2B5EF4-FFF2-40B4-BE49-F238E27FC236}">
                <a16:creationId xmlns:a16="http://schemas.microsoft.com/office/drawing/2014/main" id="{9B79F145-8F75-4E7E-837E-16554C71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262">
            <a:extLst xmlns:a="http://schemas.openxmlformats.org/drawingml/2006/main">
              <a:ext uri="{FF2B5EF4-FFF2-40B4-BE49-F238E27FC236}">
                <a16:creationId xmlns:a16="http://schemas.microsoft.com/office/drawing/2014/main" id="{02FE026C-48FD-46CE-8141-31C092B4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263">
            <a:extLst xmlns:a="http://schemas.openxmlformats.org/drawingml/2006/main">
              <a:ext uri="{FF2B5EF4-FFF2-40B4-BE49-F238E27FC236}">
                <a16:creationId xmlns:a16="http://schemas.microsoft.com/office/drawing/2014/main" id="{7C3C33D6-787D-4469-93AE-611BE37E8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64">
            <a:extLst xmlns:a="http://schemas.openxmlformats.org/drawingml/2006/main">
              <a:ext uri="{FF2B5EF4-FFF2-40B4-BE49-F238E27FC236}">
                <a16:creationId xmlns:a16="http://schemas.microsoft.com/office/drawing/2014/main" id="{D6AC83B5-4FA3-4470-AC20-16BE513B8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建立以課程與任務命名的筆記本</a:t>
            </a:r>
          </a:p>
        </p:txBody>
      </p:sp>
      <p:sp>
        <p:nvSpPr>
          <p:cNvPr id="10" name="text-265">
            <a:extLst xmlns:a="http://schemas.openxmlformats.org/drawingml/2006/main">
              <a:ext uri="{FF2B5EF4-FFF2-40B4-BE49-F238E27FC236}">
                <a16:creationId xmlns:a16="http://schemas.microsoft.com/office/drawing/2014/main" id="{C2C71FC9-4F36-4A30-ABB6-F97907FC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266">
            <a:extLst xmlns:a="http://schemas.openxmlformats.org/drawingml/2006/main">
              <a:ext uri="{FF2B5EF4-FFF2-40B4-BE49-F238E27FC236}">
                <a16:creationId xmlns:a16="http://schemas.microsoft.com/office/drawing/2014/main" id="{0C34715B-72AA-4735-B98E-B2E5BA173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加入至少 3 份來源</a:t>
            </a:r>
          </a:p>
        </p:txBody>
      </p:sp>
      <p:sp>
        <p:nvSpPr>
          <p:cNvPr id="12" name="text-267">
            <a:extLst xmlns:a="http://schemas.openxmlformats.org/drawingml/2006/main">
              <a:ext uri="{FF2B5EF4-FFF2-40B4-BE49-F238E27FC236}">
                <a16:creationId xmlns:a16="http://schemas.microsoft.com/office/drawing/2014/main" id="{3C0FBEE3-5C5F-44CE-B209-E27793A2A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268">
            <a:extLst xmlns:a="http://schemas.openxmlformats.org/drawingml/2006/main">
              <a:ext uri="{FF2B5EF4-FFF2-40B4-BE49-F238E27FC236}">
                <a16:creationId xmlns:a16="http://schemas.microsoft.com/office/drawing/2014/main" id="{E54F629C-11FE-4542-BB28-C5CB4D06B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 1 個理解題與 1 個比較題</a:t>
            </a:r>
          </a:p>
        </p:txBody>
      </p:sp>
      <p:sp>
        <p:nvSpPr>
          <p:cNvPr id="14" name="text-269">
            <a:extLst xmlns:a="http://schemas.openxmlformats.org/drawingml/2006/main">
              <a:ext uri="{FF2B5EF4-FFF2-40B4-BE49-F238E27FC236}">
                <a16:creationId xmlns:a16="http://schemas.microsoft.com/office/drawing/2014/main" id="{176F7A24-6761-43C3-8219-F7B4FB3A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270">
            <a:extLst xmlns:a="http://schemas.openxmlformats.org/drawingml/2006/main">
              <a:ext uri="{FF2B5EF4-FFF2-40B4-BE49-F238E27FC236}">
                <a16:creationId xmlns:a16="http://schemas.microsoft.com/office/drawing/2014/main" id="{70425A2C-AE92-41C9-AF81-6C197028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點開引用，核對原文</a:t>
            </a:r>
          </a:p>
        </p:txBody>
      </p:sp>
      <p:sp>
        <p:nvSpPr>
          <p:cNvPr id="16" name="shape-271">
            <a:extLst xmlns:a="http://schemas.openxmlformats.org/drawingml/2006/main">
              <a:ext uri="{FF2B5EF4-FFF2-40B4-BE49-F238E27FC236}">
                <a16:creationId xmlns:a16="http://schemas.microsoft.com/office/drawing/2014/main" id="{23C72954-DCA6-45FC-ADD3-5CC54856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272">
            <a:extLst xmlns:a="http://schemas.openxmlformats.org/drawingml/2006/main">
              <a:ext uri="{FF2B5EF4-FFF2-40B4-BE49-F238E27FC236}">
                <a16:creationId xmlns:a16="http://schemas.microsoft.com/office/drawing/2014/main" id="{81781BB9-3902-4D1D-AF21-D4794F68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273">
            <a:extLst xmlns:a="http://schemas.openxmlformats.org/drawingml/2006/main">
              <a:ext uri="{FF2B5EF4-FFF2-40B4-BE49-F238E27FC236}">
                <a16:creationId xmlns:a16="http://schemas.microsoft.com/office/drawing/2014/main" id="{64A1C2E2-6966-48E4-AFAA-EEEC5BF6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筆記本名稱可辨識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來源至少 3 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 1 個引用正確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記下一個需修正的問題</a:t>
            </a:r>
          </a:p>
        </p:txBody>
      </p:sp>
      <p:sp>
        <p:nvSpPr>
          <p:cNvPr id="19" name="text-643">
            <a:extLst xmlns:a="http://schemas.openxmlformats.org/drawingml/2006/main">
              <a:ext uri="{FF2B5EF4-FFF2-40B4-BE49-F238E27FC236}">
                <a16:creationId xmlns:a16="http://schemas.microsoft.com/office/drawing/2014/main" id="{AA1F01CE-74F9-4CDC-9F46-598A2479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f6f940716b34a42"/>
              </a:rPr>
              <a:t>開啟 Gemini Notebook ↗</a:t>
            </a:r>
          </a:p>
        </p:txBody>
      </p:sp>
      <p:sp>
        <p:nvSpPr>
          <p:cNvPr id="20" name="shape-673">
            <a:extLst xmlns:a="http://schemas.openxmlformats.org/drawingml/2006/main">
              <a:ext uri="{FF2B5EF4-FFF2-40B4-BE49-F238E27FC236}">
                <a16:creationId xmlns:a16="http://schemas.microsoft.com/office/drawing/2014/main" id="{E6715BA1-AE81-4A5E-9D11-A1BCCDD9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3fa5eb2ed447d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674">
            <a:extLst xmlns:a="http://schemas.openxmlformats.org/drawingml/2006/main">
              <a:ext uri="{FF2B5EF4-FFF2-40B4-BE49-F238E27FC236}">
                <a16:creationId xmlns:a16="http://schemas.microsoft.com/office/drawing/2014/main" id="{714879B7-C6A6-43B3-8A39-E9A787C4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200554145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74">
            <a:extLst xmlns:a="http://schemas.openxmlformats.org/drawingml/2006/main">
              <a:ext uri="{FF2B5EF4-FFF2-40B4-BE49-F238E27FC236}">
                <a16:creationId xmlns:a16="http://schemas.microsoft.com/office/drawing/2014/main" id="{1FE26E3D-B777-44C2-BBAE-57DE3EABF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PROMPT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DBB4F40-0D51-442C-8A39-DBAF30376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三層提問法：從讀懂到能教</a:t>
            </a:r>
          </a:p>
        </p:txBody>
      </p:sp>
      <p:cxnSp>
        <p:nvCxnSpPr>
          <p:cNvPr id="24" name="shape-27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76">
            <a:extLst xmlns:a="http://schemas.openxmlformats.org/drawingml/2006/main">
              <a:ext uri="{FF2B5EF4-FFF2-40B4-BE49-F238E27FC236}">
                <a16:creationId xmlns:a16="http://schemas.microsoft.com/office/drawing/2014/main" id="{0B9D5D65-535A-4124-A411-13BF2B33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9809908-5F54-4374-A16F-E689AE8F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shape-277">
            <a:extLst xmlns:a="http://schemas.openxmlformats.org/drawingml/2006/main">
              <a:ext uri="{FF2B5EF4-FFF2-40B4-BE49-F238E27FC236}">
                <a16:creationId xmlns:a16="http://schemas.microsoft.com/office/drawing/2014/main" id="{47C4DBB9-3AF7-4BDE-B471-5B748C60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78">
            <a:extLst xmlns:a="http://schemas.openxmlformats.org/drawingml/2006/main">
              <a:ext uri="{FF2B5EF4-FFF2-40B4-BE49-F238E27FC236}">
                <a16:creationId xmlns:a16="http://schemas.microsoft.com/office/drawing/2014/main" id="{0499CB51-02C9-464C-994C-1DF2CC267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279">
            <a:extLst xmlns:a="http://schemas.openxmlformats.org/drawingml/2006/main">
              <a:ext uri="{FF2B5EF4-FFF2-40B4-BE49-F238E27FC236}">
                <a16:creationId xmlns:a16="http://schemas.microsoft.com/office/drawing/2014/main" id="{5FE938CE-E911-47AA-B466-2AE8C2D2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9" name="text-280">
            <a:extLst xmlns:a="http://schemas.openxmlformats.org/drawingml/2006/main">
              <a:ext uri="{FF2B5EF4-FFF2-40B4-BE49-F238E27FC236}">
                <a16:creationId xmlns:a16="http://schemas.microsoft.com/office/drawing/2014/main" id="{E6604757-F621-43A5-B834-9ADE4693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只依來源，用 150 字解釋核心概念；列出 3 個關鍵詞與引用。</a:t>
            </a:r>
          </a:p>
        </p:txBody>
      </p:sp>
      <p:sp>
        <p:nvSpPr>
          <p:cNvPr id="10" name="shape-281">
            <a:extLst xmlns:a="http://schemas.openxmlformats.org/drawingml/2006/main">
              <a:ext uri="{FF2B5EF4-FFF2-40B4-BE49-F238E27FC236}">
                <a16:creationId xmlns:a16="http://schemas.microsoft.com/office/drawing/2014/main" id="{CDA92DE1-556E-42BA-88E6-EE3605E4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82">
            <a:extLst xmlns:a="http://schemas.openxmlformats.org/drawingml/2006/main">
              <a:ext uri="{FF2B5EF4-FFF2-40B4-BE49-F238E27FC236}">
                <a16:creationId xmlns:a16="http://schemas.microsoft.com/office/drawing/2014/main" id="{62BECAE8-46C4-441D-A6CC-00BFB23F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283">
            <a:extLst xmlns:a="http://schemas.openxmlformats.org/drawingml/2006/main">
              <a:ext uri="{FF2B5EF4-FFF2-40B4-BE49-F238E27FC236}">
                <a16:creationId xmlns:a16="http://schemas.microsoft.com/office/drawing/2014/main" id="{501123A2-3C88-4FE7-B05D-39C376EC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</a:t>
            </a:r>
          </a:p>
        </p:txBody>
      </p:sp>
      <p:sp>
        <p:nvSpPr>
          <p:cNvPr id="13" name="text-284">
            <a:extLst xmlns:a="http://schemas.openxmlformats.org/drawingml/2006/main">
              <a:ext uri="{FF2B5EF4-FFF2-40B4-BE49-F238E27FC236}">
                <a16:creationId xmlns:a16="http://schemas.microsoft.com/office/drawing/2014/main" id="{CD362BF0-BE10-45D2-A22E-E63EC5E6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比較來源 A、B 的主張、證據與限制；用表格呈現。</a:t>
            </a:r>
          </a:p>
        </p:txBody>
      </p:sp>
      <p:sp>
        <p:nvSpPr>
          <p:cNvPr id="14" name="shape-285">
            <a:extLst xmlns:a="http://schemas.openxmlformats.org/drawingml/2006/main">
              <a:ext uri="{FF2B5EF4-FFF2-40B4-BE49-F238E27FC236}">
                <a16:creationId xmlns:a16="http://schemas.microsoft.com/office/drawing/2014/main" id="{132015F3-6F62-4206-B44D-4F6166D1B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86">
            <a:extLst xmlns:a="http://schemas.openxmlformats.org/drawingml/2006/main">
              <a:ext uri="{FF2B5EF4-FFF2-40B4-BE49-F238E27FC236}">
                <a16:creationId xmlns:a16="http://schemas.microsoft.com/office/drawing/2014/main" id="{A4EF0CC3-0A45-450B-9975-217320639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287">
            <a:extLst xmlns:a="http://schemas.openxmlformats.org/drawingml/2006/main">
              <a:ext uri="{FF2B5EF4-FFF2-40B4-BE49-F238E27FC236}">
                <a16:creationId xmlns:a16="http://schemas.microsoft.com/office/drawing/2014/main" id="{1E480717-CE9A-4845-BEA4-170E1979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轉化</a:t>
            </a:r>
          </a:p>
        </p:txBody>
      </p:sp>
      <p:sp>
        <p:nvSpPr>
          <p:cNvPr id="17" name="text-288">
            <a:extLst xmlns:a="http://schemas.openxmlformats.org/drawingml/2006/main">
              <a:ext uri="{FF2B5EF4-FFF2-40B4-BE49-F238E27FC236}">
                <a16:creationId xmlns:a16="http://schemas.microsoft.com/office/drawing/2014/main" id="{D1FC8EAB-0A36-44AB-9490-07242386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依來源設計 20 分鐘活動；包含目標、步驟、提問與檢核。</a:t>
            </a:r>
          </a:p>
        </p:txBody>
      </p:sp>
      <p:sp>
        <p:nvSpPr>
          <p:cNvPr id="18" name="text-644">
            <a:extLst xmlns:a="http://schemas.openxmlformats.org/drawingml/2006/main">
              <a:ext uri="{FF2B5EF4-FFF2-40B4-BE49-F238E27FC236}">
                <a16:creationId xmlns:a16="http://schemas.microsoft.com/office/drawing/2014/main" id="{C9DA7499-EA34-4AB5-9754-B37ABA8A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7e2857116754b78"/>
              </a:rPr>
              <a:t>開啟 Gemini Notebook ↗</a:t>
            </a:r>
          </a:p>
        </p:txBody>
      </p:sp>
      <p:sp>
        <p:nvSpPr>
          <p:cNvPr id="19" name="shape-675">
            <a:extLst xmlns:a="http://schemas.openxmlformats.org/drawingml/2006/main">
              <a:ext uri="{FF2B5EF4-FFF2-40B4-BE49-F238E27FC236}">
                <a16:creationId xmlns:a16="http://schemas.microsoft.com/office/drawing/2014/main" id="{F5982A8D-B0BA-466B-BA96-DD568FE4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711ffd225349e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676">
            <a:extLst xmlns:a="http://schemas.openxmlformats.org/drawingml/2006/main">
              <a:ext uri="{FF2B5EF4-FFF2-40B4-BE49-F238E27FC236}">
                <a16:creationId xmlns:a16="http://schemas.microsoft.com/office/drawing/2014/main" id="{EFF89C16-3542-4F03-828D-F5A7B7AE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3026091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289">
            <a:extLst xmlns:a="http://schemas.openxmlformats.org/drawingml/2006/main">
              <a:ext uri="{FF2B5EF4-FFF2-40B4-BE49-F238E27FC236}">
                <a16:creationId xmlns:a16="http://schemas.microsoft.com/office/drawing/2014/main" id="{6DBD9828-9F37-495F-A8E4-00A761E3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TEACHING OUTPUTS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E5BB31E-08A2-4639-90DC-21120FA7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把來源轉成可直接使用的教學成品</a:t>
            </a:r>
          </a:p>
        </p:txBody>
      </p:sp>
      <p:cxnSp>
        <p:nvCxnSpPr>
          <p:cNvPr id="28" name="shape-29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91">
            <a:extLst xmlns:a="http://schemas.openxmlformats.org/drawingml/2006/main">
              <a:ext uri="{FF2B5EF4-FFF2-40B4-BE49-F238E27FC236}">
                <a16:creationId xmlns:a16="http://schemas.microsoft.com/office/drawing/2014/main" id="{04188505-316F-434A-960A-D18ED0D29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443A67B-7398-4EE8-A2EE-61FD4F17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6" name="shape-292">
            <a:extLst xmlns:a="http://schemas.openxmlformats.org/drawingml/2006/main">
              <a:ext uri="{FF2B5EF4-FFF2-40B4-BE49-F238E27FC236}">
                <a16:creationId xmlns:a16="http://schemas.microsoft.com/office/drawing/2014/main" id="{5D21785A-47DA-4159-896C-DEC0DEF5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93">
            <a:extLst xmlns:a="http://schemas.openxmlformats.org/drawingml/2006/main">
              <a:ext uri="{FF2B5EF4-FFF2-40B4-BE49-F238E27FC236}">
                <a16:creationId xmlns:a16="http://schemas.microsoft.com/office/drawing/2014/main" id="{CCF281CD-6D89-421A-BB8F-0E841D8E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94">
            <a:extLst xmlns:a="http://schemas.openxmlformats.org/drawingml/2006/main">
              <a:ext uri="{FF2B5EF4-FFF2-40B4-BE49-F238E27FC236}">
                <a16:creationId xmlns:a16="http://schemas.microsoft.com/office/drawing/2014/main" id="{AE3CE121-A9C7-42BC-BFF5-82DE093B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課前</a:t>
            </a:r>
          </a:p>
        </p:txBody>
      </p:sp>
      <p:sp>
        <p:nvSpPr>
          <p:cNvPr id="9" name="text-295">
            <a:extLst xmlns:a="http://schemas.openxmlformats.org/drawingml/2006/main">
              <a:ext uri="{FF2B5EF4-FFF2-40B4-BE49-F238E27FC236}">
                <a16:creationId xmlns:a16="http://schemas.microsoft.com/office/drawing/2014/main" id="{8D352479-03A5-4B8C-90D2-8247C0CC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導讀問題、概念地圖、術語表、預習任務。</a:t>
            </a:r>
          </a:p>
        </p:txBody>
      </p:sp>
      <p:sp>
        <p:nvSpPr>
          <p:cNvPr id="10" name="shape-296">
            <a:extLst xmlns:a="http://schemas.openxmlformats.org/drawingml/2006/main">
              <a:ext uri="{FF2B5EF4-FFF2-40B4-BE49-F238E27FC236}">
                <a16:creationId xmlns:a16="http://schemas.microsoft.com/office/drawing/2014/main" id="{07AF2FD0-954F-43B6-A55A-D0E1B70CC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97">
            <a:extLst xmlns:a="http://schemas.openxmlformats.org/drawingml/2006/main">
              <a:ext uri="{FF2B5EF4-FFF2-40B4-BE49-F238E27FC236}">
                <a16:creationId xmlns:a16="http://schemas.microsoft.com/office/drawing/2014/main" id="{309576C8-871F-4C62-A73C-D2BB353B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98">
            <a:extLst xmlns:a="http://schemas.openxmlformats.org/drawingml/2006/main">
              <a:ext uri="{FF2B5EF4-FFF2-40B4-BE49-F238E27FC236}">
                <a16:creationId xmlns:a16="http://schemas.microsoft.com/office/drawing/2014/main" id="{4B2D2653-6104-4E8D-BD4B-460C8E31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課中</a:t>
            </a:r>
          </a:p>
        </p:txBody>
      </p:sp>
      <p:sp>
        <p:nvSpPr>
          <p:cNvPr id="13" name="text-299">
            <a:extLst xmlns:a="http://schemas.openxmlformats.org/drawingml/2006/main">
              <a:ext uri="{FF2B5EF4-FFF2-40B4-BE49-F238E27FC236}">
                <a16:creationId xmlns:a16="http://schemas.microsoft.com/office/drawing/2014/main" id="{3B33CFBA-DB9A-49AE-8390-1231977AD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案例比較、討論角色卡、分組任務、即時測驗。</a:t>
            </a:r>
          </a:p>
        </p:txBody>
      </p:sp>
      <p:sp>
        <p:nvSpPr>
          <p:cNvPr id="14" name="shape-300">
            <a:extLst xmlns:a="http://schemas.openxmlformats.org/drawingml/2006/main">
              <a:ext uri="{FF2B5EF4-FFF2-40B4-BE49-F238E27FC236}">
                <a16:creationId xmlns:a16="http://schemas.microsoft.com/office/drawing/2014/main" id="{BB5C62BA-40CC-4523-9314-0C2528DB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01">
            <a:extLst xmlns:a="http://schemas.openxmlformats.org/drawingml/2006/main">
              <a:ext uri="{FF2B5EF4-FFF2-40B4-BE49-F238E27FC236}">
                <a16:creationId xmlns:a16="http://schemas.microsoft.com/office/drawing/2014/main" id="{CDEC92D1-86B7-4B44-9372-2CEC72A9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302">
            <a:extLst xmlns:a="http://schemas.openxmlformats.org/drawingml/2006/main">
              <a:ext uri="{FF2B5EF4-FFF2-40B4-BE49-F238E27FC236}">
                <a16:creationId xmlns:a16="http://schemas.microsoft.com/office/drawing/2014/main" id="{D24F2E05-4569-4691-9F76-0AEB487A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課後</a:t>
            </a:r>
          </a:p>
        </p:txBody>
      </p:sp>
      <p:sp>
        <p:nvSpPr>
          <p:cNvPr id="17" name="text-303">
            <a:extLst xmlns:a="http://schemas.openxmlformats.org/drawingml/2006/main">
              <a:ext uri="{FF2B5EF4-FFF2-40B4-BE49-F238E27FC236}">
                <a16:creationId xmlns:a16="http://schemas.microsoft.com/office/drawing/2014/main" id="{5407C1A4-A024-40A6-8B82-91C41A4F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學習指南、形成性回饋、反思題、延伸閱讀。</a:t>
            </a:r>
          </a:p>
        </p:txBody>
      </p:sp>
      <p:sp>
        <p:nvSpPr>
          <p:cNvPr id="18" name="shape-304">
            <a:extLst xmlns:a="http://schemas.openxmlformats.org/drawingml/2006/main">
              <a:ext uri="{FF2B5EF4-FFF2-40B4-BE49-F238E27FC236}">
                <a16:creationId xmlns:a16="http://schemas.microsoft.com/office/drawing/2014/main" id="{86E2FE74-A017-409B-A920-9B586202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05">
            <a:extLst xmlns:a="http://schemas.openxmlformats.org/drawingml/2006/main">
              <a:ext uri="{FF2B5EF4-FFF2-40B4-BE49-F238E27FC236}">
                <a16:creationId xmlns:a16="http://schemas.microsoft.com/office/drawing/2014/main" id="{2329BD51-4C6F-4490-90E0-EFD2E3D1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306">
            <a:extLst xmlns:a="http://schemas.openxmlformats.org/drawingml/2006/main">
              <a:ext uri="{FF2B5EF4-FFF2-40B4-BE49-F238E27FC236}">
                <a16:creationId xmlns:a16="http://schemas.microsoft.com/office/drawing/2014/main" id="{A5E91984-3D38-4834-8419-260DCEC5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研究／共備</a:t>
            </a:r>
          </a:p>
        </p:txBody>
      </p:sp>
      <p:sp>
        <p:nvSpPr>
          <p:cNvPr id="21" name="text-307">
            <a:extLst xmlns:a="http://schemas.openxmlformats.org/drawingml/2006/main">
              <a:ext uri="{FF2B5EF4-FFF2-40B4-BE49-F238E27FC236}">
                <a16:creationId xmlns:a16="http://schemas.microsoft.com/office/drawing/2014/main" id="{6D227968-E528-4768-8028-DD63CEFD8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文獻觀點矩陣、研究缺口、共同備課摘要。</a:t>
            </a:r>
          </a:p>
        </p:txBody>
      </p:sp>
      <p:sp>
        <p:nvSpPr>
          <p:cNvPr id="22" name="text-645">
            <a:extLst xmlns:a="http://schemas.openxmlformats.org/drawingml/2006/main">
              <a:ext uri="{FF2B5EF4-FFF2-40B4-BE49-F238E27FC236}">
                <a16:creationId xmlns:a16="http://schemas.microsoft.com/office/drawing/2014/main" id="{A06EA60A-3F2F-412E-ABD8-E3BB83BD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c3cf97122744769"/>
              </a:rPr>
              <a:t>開啟 Gemini Notebook ↗</a:t>
            </a:r>
          </a:p>
        </p:txBody>
      </p:sp>
      <p:sp>
        <p:nvSpPr>
          <p:cNvPr id="23" name="shape-677">
            <a:extLst xmlns:a="http://schemas.openxmlformats.org/drawingml/2006/main">
              <a:ext uri="{FF2B5EF4-FFF2-40B4-BE49-F238E27FC236}">
                <a16:creationId xmlns:a16="http://schemas.microsoft.com/office/drawing/2014/main" id="{6EFE1BB5-A1B8-437C-A59A-04A8336E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1051ec11074a6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78">
            <a:extLst xmlns:a="http://schemas.openxmlformats.org/drawingml/2006/main">
              <a:ext uri="{FF2B5EF4-FFF2-40B4-BE49-F238E27FC236}">
                <a16:creationId xmlns:a16="http://schemas.microsoft.com/office/drawing/2014/main" id="{3F1C68D0-1E48-41B2-BC9D-73CA9AA6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20951159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08">
            <a:extLst xmlns:a="http://schemas.openxmlformats.org/drawingml/2006/main">
              <a:ext uri="{FF2B5EF4-FFF2-40B4-BE49-F238E27FC236}">
                <a16:creationId xmlns:a16="http://schemas.microsoft.com/office/drawing/2014/main" id="{31205992-8CC8-4E30-8F6D-B4720023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168097-7881-4042-8265-2FB9DF4C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Checkpoint｜Notebook 合格了嗎？</a:t>
            </a:r>
          </a:p>
        </p:txBody>
      </p:sp>
      <p:cxnSp>
        <p:nvCxnSpPr>
          <p:cNvPr id="28" name="shape-30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10">
            <a:extLst xmlns:a="http://schemas.openxmlformats.org/drawingml/2006/main">
              <a:ext uri="{FF2B5EF4-FFF2-40B4-BE49-F238E27FC236}">
                <a16:creationId xmlns:a16="http://schemas.microsoft.com/office/drawing/2014/main" id="{9A3D0AB1-8E70-4B21-9A5E-74E227B9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7CA827-078E-476A-8C09-0A3CB0A2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311">
            <a:extLst xmlns:a="http://schemas.openxmlformats.org/drawingml/2006/main">
              <a:ext uri="{FF2B5EF4-FFF2-40B4-BE49-F238E27FC236}">
                <a16:creationId xmlns:a16="http://schemas.microsoft.com/office/drawing/2014/main" id="{C07FBFD7-453A-4D7E-8836-9392233F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12">
            <a:extLst xmlns:a="http://schemas.openxmlformats.org/drawingml/2006/main">
              <a:ext uri="{FF2B5EF4-FFF2-40B4-BE49-F238E27FC236}">
                <a16:creationId xmlns:a16="http://schemas.microsoft.com/office/drawing/2014/main" id="{F3511880-C891-4926-AE08-39BB926F8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313">
            <a:extLst xmlns:a="http://schemas.openxmlformats.org/drawingml/2006/main">
              <a:ext uri="{FF2B5EF4-FFF2-40B4-BE49-F238E27FC236}">
                <a16:creationId xmlns:a16="http://schemas.microsoft.com/office/drawing/2014/main" id="{0415C79E-D77E-4B8F-BDE8-261BCC54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9" name="text-314">
            <a:extLst xmlns:a="http://schemas.openxmlformats.org/drawingml/2006/main">
              <a:ext uri="{FF2B5EF4-FFF2-40B4-BE49-F238E27FC236}">
                <a16:creationId xmlns:a16="http://schemas.microsoft.com/office/drawing/2014/main" id="{D3423ED9-0A13-4922-AC04-16E2DAF0F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資料可信、可授權使用，且與教學目的直接相關。</a:t>
            </a:r>
          </a:p>
        </p:txBody>
      </p:sp>
      <p:sp>
        <p:nvSpPr>
          <p:cNvPr id="10" name="shape-315">
            <a:extLst xmlns:a="http://schemas.openxmlformats.org/drawingml/2006/main">
              <a:ext uri="{FF2B5EF4-FFF2-40B4-BE49-F238E27FC236}">
                <a16:creationId xmlns:a16="http://schemas.microsoft.com/office/drawing/2014/main" id="{27DB6601-6FE9-4CEB-A8DA-47062109E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16">
            <a:extLst xmlns:a="http://schemas.openxmlformats.org/drawingml/2006/main">
              <a:ext uri="{FF2B5EF4-FFF2-40B4-BE49-F238E27FC236}">
                <a16:creationId xmlns:a16="http://schemas.microsoft.com/office/drawing/2014/main" id="{DB47A018-8A51-4ED2-B497-B72F3B22B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317">
            <a:extLst xmlns:a="http://schemas.openxmlformats.org/drawingml/2006/main">
              <a:ext uri="{FF2B5EF4-FFF2-40B4-BE49-F238E27FC236}">
                <a16:creationId xmlns:a16="http://schemas.microsoft.com/office/drawing/2014/main" id="{894EC115-9AE9-4142-9031-A61AC988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3" name="text-318">
            <a:extLst xmlns:a="http://schemas.openxmlformats.org/drawingml/2006/main">
              <a:ext uri="{FF2B5EF4-FFF2-40B4-BE49-F238E27FC236}">
                <a16:creationId xmlns:a16="http://schemas.microsoft.com/office/drawing/2014/main" id="{20CD4DDD-E52B-40FC-96EF-45063867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至少抽查一個引用，原文確實支持回答。</a:t>
            </a:r>
          </a:p>
        </p:txBody>
      </p:sp>
      <p:sp>
        <p:nvSpPr>
          <p:cNvPr id="14" name="shape-319">
            <a:extLst xmlns:a="http://schemas.openxmlformats.org/drawingml/2006/main">
              <a:ext uri="{FF2B5EF4-FFF2-40B4-BE49-F238E27FC236}">
                <a16:creationId xmlns:a16="http://schemas.microsoft.com/office/drawing/2014/main" id="{BCC3EB99-0228-46EE-B522-2F80BA412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20">
            <a:extLst xmlns:a="http://schemas.openxmlformats.org/drawingml/2006/main">
              <a:ext uri="{FF2B5EF4-FFF2-40B4-BE49-F238E27FC236}">
                <a16:creationId xmlns:a16="http://schemas.microsoft.com/office/drawing/2014/main" id="{2B563000-91F6-40BC-8F88-9A09E44C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321">
            <a:extLst xmlns:a="http://schemas.openxmlformats.org/drawingml/2006/main">
              <a:ext uri="{FF2B5EF4-FFF2-40B4-BE49-F238E27FC236}">
                <a16:creationId xmlns:a16="http://schemas.microsoft.com/office/drawing/2014/main" id="{1F2A5ED9-17EC-47B6-8FB0-D5FBAC34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17" name="text-322">
            <a:extLst xmlns:a="http://schemas.openxmlformats.org/drawingml/2006/main">
              <a:ext uri="{FF2B5EF4-FFF2-40B4-BE49-F238E27FC236}">
                <a16:creationId xmlns:a16="http://schemas.microsoft.com/office/drawing/2014/main" id="{0603691D-3399-49DA-9638-E7C16E50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知道哪些問題來源回答不了，不把推測當事實。</a:t>
            </a:r>
          </a:p>
        </p:txBody>
      </p:sp>
      <p:sp>
        <p:nvSpPr>
          <p:cNvPr id="18" name="shape-323">
            <a:extLst xmlns:a="http://schemas.openxmlformats.org/drawingml/2006/main">
              <a:ext uri="{FF2B5EF4-FFF2-40B4-BE49-F238E27FC236}">
                <a16:creationId xmlns:a16="http://schemas.microsoft.com/office/drawing/2014/main" id="{07CDF319-074C-4E17-B14A-39215DFE4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24">
            <a:extLst xmlns:a="http://schemas.openxmlformats.org/drawingml/2006/main">
              <a:ext uri="{FF2B5EF4-FFF2-40B4-BE49-F238E27FC236}">
                <a16:creationId xmlns:a16="http://schemas.microsoft.com/office/drawing/2014/main" id="{7FD296AA-C5B7-49E0-8991-4DF66082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325">
            <a:extLst xmlns:a="http://schemas.openxmlformats.org/drawingml/2006/main">
              <a:ext uri="{FF2B5EF4-FFF2-40B4-BE49-F238E27FC236}">
                <a16:creationId xmlns:a16="http://schemas.microsoft.com/office/drawing/2014/main" id="{D021D1BD-3765-4A13-A12A-2EFD1C0D1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產出</a:t>
            </a:r>
          </a:p>
        </p:txBody>
      </p:sp>
      <p:sp>
        <p:nvSpPr>
          <p:cNvPr id="21" name="text-326">
            <a:extLst xmlns:a="http://schemas.openxmlformats.org/drawingml/2006/main">
              <a:ext uri="{FF2B5EF4-FFF2-40B4-BE49-F238E27FC236}">
                <a16:creationId xmlns:a16="http://schemas.microsoft.com/office/drawing/2014/main" id="{E0BD0A6D-7175-4F01-8613-9FFEC111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結果已能進入下一步 Gem 或 Canvas。</a:t>
            </a:r>
          </a:p>
        </p:txBody>
      </p:sp>
      <p:sp>
        <p:nvSpPr>
          <p:cNvPr id="22" name="text-646">
            <a:extLst xmlns:a="http://schemas.openxmlformats.org/drawingml/2006/main">
              <a:ext uri="{FF2B5EF4-FFF2-40B4-BE49-F238E27FC236}">
                <a16:creationId xmlns:a16="http://schemas.microsoft.com/office/drawing/2014/main" id="{44D3A8FC-8827-43E7-97CA-DEDA8A1A3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2b3f8aa394a48eb"/>
              </a:rPr>
              <a:t>開啟 Gemini Notebook ↗</a:t>
            </a:r>
          </a:p>
        </p:txBody>
      </p:sp>
      <p:sp>
        <p:nvSpPr>
          <p:cNvPr id="23" name="shape-679">
            <a:extLst xmlns:a="http://schemas.openxmlformats.org/drawingml/2006/main">
              <a:ext uri="{FF2B5EF4-FFF2-40B4-BE49-F238E27FC236}">
                <a16:creationId xmlns:a16="http://schemas.microsoft.com/office/drawing/2014/main" id="{B732D9F1-A486-4F09-A717-1578C87D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6ffb2528834a4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80">
            <a:extLst xmlns:a="http://schemas.openxmlformats.org/drawingml/2006/main">
              <a:ext uri="{FF2B5EF4-FFF2-40B4-BE49-F238E27FC236}">
                <a16:creationId xmlns:a16="http://schemas.microsoft.com/office/drawing/2014/main" id="{6C3DAD5F-5315-423C-B4FF-5E471074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81230217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327">
            <a:extLst xmlns:a="http://schemas.openxmlformats.org/drawingml/2006/main">
              <a:ext uri="{FF2B5EF4-FFF2-40B4-BE49-F238E27FC236}">
                <a16:creationId xmlns:a16="http://schemas.microsoft.com/office/drawing/2014/main" id="{BD49FD90-9BA3-4BD0-910B-CE538934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328">
            <a:extLst xmlns:a="http://schemas.openxmlformats.org/drawingml/2006/main">
              <a:ext uri="{FF2B5EF4-FFF2-40B4-BE49-F238E27FC236}">
                <a16:creationId xmlns:a16="http://schemas.microsoft.com/office/drawing/2014/main" id="{ACC9FDF7-4426-4D0F-A706-0E55CD03A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3" name="text-329">
            <a:extLst xmlns:a="http://schemas.openxmlformats.org/drawingml/2006/main">
              <a:ext uri="{FF2B5EF4-FFF2-40B4-BE49-F238E27FC236}">
                <a16:creationId xmlns:a16="http://schemas.microsoft.com/office/drawing/2014/main" id="{DFAC5D9C-91C9-4085-9EAB-3EED1245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把一套教學角色、方法、語氣與輸出格式固定下來，成為可重複使用的專屬助理。</a:t>
            </a:r>
          </a:p>
        </p:txBody>
      </p:sp>
      <p:sp>
        <p:nvSpPr>
          <p:cNvPr id="4" name="shape-330">
            <a:extLst xmlns:a="http://schemas.openxmlformats.org/drawingml/2006/main">
              <a:ext uri="{FF2B5EF4-FFF2-40B4-BE49-F238E27FC236}">
                <a16:creationId xmlns:a16="http://schemas.microsoft.com/office/drawing/2014/main" id="{35838AA6-82F6-4ACD-8138-EF063DF2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331">
            <a:extLst xmlns:a="http://schemas.openxmlformats.org/drawingml/2006/main">
              <a:ext uri="{FF2B5EF4-FFF2-40B4-BE49-F238E27FC236}">
                <a16:creationId xmlns:a16="http://schemas.microsoft.com/office/drawing/2014/main" id="{BFA0D46B-5048-4430-9052-BC43A3C6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3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333">
            <a:extLst xmlns:a="http://schemas.openxmlformats.org/drawingml/2006/main">
              <a:ext uri="{FF2B5EF4-FFF2-40B4-BE49-F238E27FC236}">
                <a16:creationId xmlns:a16="http://schemas.microsoft.com/office/drawing/2014/main" id="{2B643E51-4988-4DDE-8429-0966B8C5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63865E5-FFFA-4CBE-9D61-D990BFAC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9" name="text-647">
            <a:extLst xmlns:a="http://schemas.openxmlformats.org/drawingml/2006/main">
              <a:ext uri="{FF2B5EF4-FFF2-40B4-BE49-F238E27FC236}">
                <a16:creationId xmlns:a16="http://schemas.microsoft.com/office/drawing/2014/main" id="{71B988E2-473E-4BB5-9054-27C48644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67299e49d984cf7"/>
              </a:rPr>
              <a:t>建立自訂 Gem ↗</a:t>
            </a:r>
          </a:p>
        </p:txBody>
      </p:sp>
      <p:sp>
        <p:nvSpPr>
          <p:cNvPr id="10" name="shape-681">
            <a:extLst xmlns:a="http://schemas.openxmlformats.org/drawingml/2006/main">
              <a:ext uri="{FF2B5EF4-FFF2-40B4-BE49-F238E27FC236}">
                <a16:creationId xmlns:a16="http://schemas.microsoft.com/office/drawing/2014/main" id="{21EC10BD-A30E-4F12-A50C-7671518D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17ae8c3bfd497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82">
            <a:extLst xmlns:a="http://schemas.openxmlformats.org/drawingml/2006/main">
              <a:ext uri="{FF2B5EF4-FFF2-40B4-BE49-F238E27FC236}">
                <a16:creationId xmlns:a16="http://schemas.microsoft.com/office/drawing/2014/main" id="{0289EAC6-2D7A-433E-B509-C6EB4F40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92851509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334">
            <a:extLst xmlns:a="http://schemas.openxmlformats.org/drawingml/2006/main">
              <a:ext uri="{FF2B5EF4-FFF2-40B4-BE49-F238E27FC236}">
                <a16:creationId xmlns:a16="http://schemas.microsoft.com/office/drawing/2014/main" id="{63721757-5D28-4456-9EB1-2D2A69AF1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PERSISTENT ASSISTANT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60D10A-375D-4E06-B325-DE9E3039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不是更長的提示詞，而是可持續使用的工作設定</a:t>
            </a:r>
          </a:p>
        </p:txBody>
      </p:sp>
      <p:cxnSp>
        <p:nvCxnSpPr>
          <p:cNvPr id="18" name="shape-33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36">
            <a:extLst xmlns:a="http://schemas.openxmlformats.org/drawingml/2006/main">
              <a:ext uri="{FF2B5EF4-FFF2-40B4-BE49-F238E27FC236}">
                <a16:creationId xmlns:a16="http://schemas.microsoft.com/office/drawing/2014/main" id="{1CA00579-C935-43EC-A6CE-19C6FDF6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2E73EC7-6174-4FA2-ADA2-F6A3B2FA9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337">
            <a:extLst xmlns:a="http://schemas.openxmlformats.org/drawingml/2006/main">
              <a:ext uri="{FF2B5EF4-FFF2-40B4-BE49-F238E27FC236}">
                <a16:creationId xmlns:a16="http://schemas.microsoft.com/office/drawing/2014/main" id="{1ED3AF3A-2CF0-4F39-98E3-8C110C55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38">
            <a:extLst xmlns:a="http://schemas.openxmlformats.org/drawingml/2006/main">
              <a:ext uri="{FF2B5EF4-FFF2-40B4-BE49-F238E27FC236}">
                <a16:creationId xmlns:a16="http://schemas.microsoft.com/office/drawing/2014/main" id="{FFBC8399-C838-43B0-A9BF-0EA11DA4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39">
            <a:extLst xmlns:a="http://schemas.openxmlformats.org/drawingml/2006/main">
              <a:ext uri="{FF2B5EF4-FFF2-40B4-BE49-F238E27FC236}">
                <a16:creationId xmlns:a16="http://schemas.microsoft.com/office/drawing/2014/main" id="{7D14B901-2443-40A8-8980-A6EAE5FED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單次對話</a:t>
            </a:r>
          </a:p>
        </p:txBody>
      </p:sp>
      <p:sp>
        <p:nvSpPr>
          <p:cNvPr id="9" name="text-340">
            <a:extLst xmlns:a="http://schemas.openxmlformats.org/drawingml/2006/main">
              <a:ext uri="{FF2B5EF4-FFF2-40B4-BE49-F238E27FC236}">
                <a16:creationId xmlns:a16="http://schemas.microsoft.com/office/drawing/2014/main" id="{599BA5E6-9D37-4D37-810E-FF6AB86F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每次重新交代角色與格式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容易隨對話漂移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適合一次性探索</a:t>
            </a:r>
          </a:p>
        </p:txBody>
      </p:sp>
      <p:sp>
        <p:nvSpPr>
          <p:cNvPr id="10" name="text-341">
            <a:extLst xmlns:a="http://schemas.openxmlformats.org/drawingml/2006/main">
              <a:ext uri="{FF2B5EF4-FFF2-40B4-BE49-F238E27FC236}">
                <a16:creationId xmlns:a16="http://schemas.microsoft.com/office/drawing/2014/main" id="{A1523C6E-F24F-41FD-BDF8-F8B34203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1" name="text-342">
            <a:extLst xmlns:a="http://schemas.openxmlformats.org/drawingml/2006/main">
              <a:ext uri="{FF2B5EF4-FFF2-40B4-BE49-F238E27FC236}">
                <a16:creationId xmlns:a16="http://schemas.microsoft.com/office/drawing/2014/main" id="{45A411A8-E166-4446-B363-DBAF35FE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保存名稱與指令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可加入背景檔案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適合重複的教學任務</a:t>
            </a:r>
          </a:p>
        </p:txBody>
      </p:sp>
      <p:sp>
        <p:nvSpPr>
          <p:cNvPr id="12" name="text-648">
            <a:extLst xmlns:a="http://schemas.openxmlformats.org/drawingml/2006/main">
              <a:ext uri="{FF2B5EF4-FFF2-40B4-BE49-F238E27FC236}">
                <a16:creationId xmlns:a16="http://schemas.microsoft.com/office/drawing/2014/main" id="{1FD88113-A2FF-440A-B444-FBF42594C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28968e4537b4536"/>
              </a:rPr>
              <a:t>建立自訂 Gem ↗</a:t>
            </a:r>
          </a:p>
        </p:txBody>
      </p:sp>
      <p:sp>
        <p:nvSpPr>
          <p:cNvPr id="13" name="shape-683">
            <a:extLst xmlns:a="http://schemas.openxmlformats.org/drawingml/2006/main">
              <a:ext uri="{FF2B5EF4-FFF2-40B4-BE49-F238E27FC236}">
                <a16:creationId xmlns:a16="http://schemas.microsoft.com/office/drawing/2014/main" id="{BA60B8DA-4EF6-46F0-BE29-92C47F7D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1617227092491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684">
            <a:extLst xmlns:a="http://schemas.openxmlformats.org/drawingml/2006/main">
              <a:ext uri="{FF2B5EF4-FFF2-40B4-BE49-F238E27FC236}">
                <a16:creationId xmlns:a16="http://schemas.microsoft.com/office/drawing/2014/main" id="{EA1F6A1E-08B2-4E04-802A-B1CE0B846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78453961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43">
            <a:extLst xmlns:a="http://schemas.openxmlformats.org/drawingml/2006/main">
              <a:ext uri="{FF2B5EF4-FFF2-40B4-BE49-F238E27FC236}">
                <a16:creationId xmlns:a16="http://schemas.microsoft.com/office/drawing/2014/main" id="{F142CC02-58E4-46FC-A6C1-A1805328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INSTRUCTION CANVAS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42B004F-E9E2-4E29-B1D1-8C215B1D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指令四格：角色、任務、背景、格式</a:t>
            </a:r>
          </a:p>
        </p:txBody>
      </p:sp>
      <p:cxnSp>
        <p:nvCxnSpPr>
          <p:cNvPr id="28" name="shape-3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45">
            <a:extLst xmlns:a="http://schemas.openxmlformats.org/drawingml/2006/main">
              <a:ext uri="{FF2B5EF4-FFF2-40B4-BE49-F238E27FC236}">
                <a16:creationId xmlns:a16="http://schemas.microsoft.com/office/drawing/2014/main" id="{9ABE930B-552D-4D25-B73F-646DB3D5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E78A9B6-27EA-41AC-A97E-742D6B2A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346">
            <a:extLst xmlns:a="http://schemas.openxmlformats.org/drawingml/2006/main">
              <a:ext uri="{FF2B5EF4-FFF2-40B4-BE49-F238E27FC236}">
                <a16:creationId xmlns:a16="http://schemas.microsoft.com/office/drawing/2014/main" id="{1E627CC9-FB28-439D-A099-AB135998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47">
            <a:extLst xmlns:a="http://schemas.openxmlformats.org/drawingml/2006/main">
              <a:ext uri="{FF2B5EF4-FFF2-40B4-BE49-F238E27FC236}">
                <a16:creationId xmlns:a16="http://schemas.microsoft.com/office/drawing/2014/main" id="{2B6B7CB6-BC7B-4DFC-8E99-5C7616EB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</a:t>
            </a:r>
          </a:p>
        </p:txBody>
      </p:sp>
      <p:sp>
        <p:nvSpPr>
          <p:cNvPr id="8" name="text-348">
            <a:extLst xmlns:a="http://schemas.openxmlformats.org/drawingml/2006/main">
              <a:ext uri="{FF2B5EF4-FFF2-40B4-BE49-F238E27FC236}">
                <a16:creationId xmlns:a16="http://schemas.microsoft.com/office/drawing/2014/main" id="{038F1599-928A-4212-ADEB-7C1D7DEAB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角色 Persona</a:t>
            </a:r>
          </a:p>
        </p:txBody>
      </p:sp>
      <p:sp>
        <p:nvSpPr>
          <p:cNvPr id="9" name="text-349">
            <a:extLst xmlns:a="http://schemas.openxmlformats.org/drawingml/2006/main">
              <a:ext uri="{FF2B5EF4-FFF2-40B4-BE49-F238E27FC236}">
                <a16:creationId xmlns:a16="http://schemas.microsoft.com/office/drawing/2014/main" id="{8C30D369-05E0-4030-994A-624A02B5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你是誰？面對哪一類教師或學生？專業邊界是什麼？</a:t>
            </a:r>
          </a:p>
        </p:txBody>
      </p:sp>
      <p:sp>
        <p:nvSpPr>
          <p:cNvPr id="10" name="shape-350">
            <a:extLst xmlns:a="http://schemas.openxmlformats.org/drawingml/2006/main">
              <a:ext uri="{FF2B5EF4-FFF2-40B4-BE49-F238E27FC236}">
                <a16:creationId xmlns:a16="http://schemas.microsoft.com/office/drawing/2014/main" id="{562B6DD2-4D46-4F3C-AB2B-DEFBBB34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51">
            <a:extLst xmlns:a="http://schemas.openxmlformats.org/drawingml/2006/main">
              <a:ext uri="{FF2B5EF4-FFF2-40B4-BE49-F238E27FC236}">
                <a16:creationId xmlns:a16="http://schemas.microsoft.com/office/drawing/2014/main" id="{960E8CFC-B164-48D4-91C3-E411E0031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T</a:t>
            </a:r>
          </a:p>
        </p:txBody>
      </p:sp>
      <p:sp>
        <p:nvSpPr>
          <p:cNvPr id="12" name="text-352">
            <a:extLst xmlns:a="http://schemas.openxmlformats.org/drawingml/2006/main">
              <a:ext uri="{FF2B5EF4-FFF2-40B4-BE49-F238E27FC236}">
                <a16:creationId xmlns:a16="http://schemas.microsoft.com/office/drawing/2014/main" id="{6ABE6239-2DA3-4076-991D-BBE56D422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任務 Task</a:t>
            </a:r>
          </a:p>
        </p:txBody>
      </p:sp>
      <p:sp>
        <p:nvSpPr>
          <p:cNvPr id="13" name="text-353">
            <a:extLst xmlns:a="http://schemas.openxmlformats.org/drawingml/2006/main">
              <a:ext uri="{FF2B5EF4-FFF2-40B4-BE49-F238E27FC236}">
                <a16:creationId xmlns:a16="http://schemas.microsoft.com/office/drawing/2014/main" id="{D516464E-0DCE-4CA1-AD69-CAF48D4A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需要做哪些動作？先問什麼？什麼情況要停止？</a:t>
            </a:r>
          </a:p>
        </p:txBody>
      </p:sp>
      <p:sp>
        <p:nvSpPr>
          <p:cNvPr id="14" name="shape-354">
            <a:extLst xmlns:a="http://schemas.openxmlformats.org/drawingml/2006/main">
              <a:ext uri="{FF2B5EF4-FFF2-40B4-BE49-F238E27FC236}">
                <a16:creationId xmlns:a16="http://schemas.microsoft.com/office/drawing/2014/main" id="{746A9E76-04E8-4771-9582-A09248552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55">
            <a:extLst xmlns:a="http://schemas.openxmlformats.org/drawingml/2006/main">
              <a:ext uri="{FF2B5EF4-FFF2-40B4-BE49-F238E27FC236}">
                <a16:creationId xmlns:a16="http://schemas.microsoft.com/office/drawing/2014/main" id="{E8D07197-3A6E-4770-905D-A72553446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356">
            <a:extLst xmlns:a="http://schemas.openxmlformats.org/drawingml/2006/main">
              <a:ext uri="{FF2B5EF4-FFF2-40B4-BE49-F238E27FC236}">
                <a16:creationId xmlns:a16="http://schemas.microsoft.com/office/drawing/2014/main" id="{A44191C2-E0FD-4CF2-998C-1717CF85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背景 Context</a:t>
            </a:r>
          </a:p>
        </p:txBody>
      </p:sp>
      <p:sp>
        <p:nvSpPr>
          <p:cNvPr id="17" name="text-357">
            <a:extLst xmlns:a="http://schemas.openxmlformats.org/drawingml/2006/main">
              <a:ext uri="{FF2B5EF4-FFF2-40B4-BE49-F238E27FC236}">
                <a16:creationId xmlns:a16="http://schemas.microsoft.com/office/drawing/2014/main" id="{7932F130-AC14-4CDE-BF85-A7539ABF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課程、學生、評量、時間與資料限制。</a:t>
            </a:r>
          </a:p>
        </p:txBody>
      </p:sp>
      <p:sp>
        <p:nvSpPr>
          <p:cNvPr id="18" name="shape-358">
            <a:extLst xmlns:a="http://schemas.openxmlformats.org/drawingml/2006/main">
              <a:ext uri="{FF2B5EF4-FFF2-40B4-BE49-F238E27FC236}">
                <a16:creationId xmlns:a16="http://schemas.microsoft.com/office/drawing/2014/main" id="{726174DE-4DC8-4197-A2AB-366F4DC0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59">
            <a:extLst xmlns:a="http://schemas.openxmlformats.org/drawingml/2006/main">
              <a:ext uri="{FF2B5EF4-FFF2-40B4-BE49-F238E27FC236}">
                <a16:creationId xmlns:a16="http://schemas.microsoft.com/office/drawing/2014/main" id="{B21132C5-2040-43FF-9C92-8D3CFB71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F</a:t>
            </a:r>
          </a:p>
        </p:txBody>
      </p:sp>
      <p:sp>
        <p:nvSpPr>
          <p:cNvPr id="20" name="text-360">
            <a:extLst xmlns:a="http://schemas.openxmlformats.org/drawingml/2006/main">
              <a:ext uri="{FF2B5EF4-FFF2-40B4-BE49-F238E27FC236}">
                <a16:creationId xmlns:a16="http://schemas.microsoft.com/office/drawing/2014/main" id="{DE77D45E-C686-4D71-8A47-8E21C49F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格式 Format</a:t>
            </a:r>
          </a:p>
        </p:txBody>
      </p:sp>
      <p:sp>
        <p:nvSpPr>
          <p:cNvPr id="21" name="text-361">
            <a:extLst xmlns:a="http://schemas.openxmlformats.org/drawingml/2006/main">
              <a:ext uri="{FF2B5EF4-FFF2-40B4-BE49-F238E27FC236}">
                <a16:creationId xmlns:a16="http://schemas.microsoft.com/office/drawing/2014/main" id="{D3283A01-8A71-4337-863C-7A0E9503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輸出欄位、長度、語氣、表格與檢核清單。</a:t>
            </a:r>
          </a:p>
        </p:txBody>
      </p:sp>
      <p:sp>
        <p:nvSpPr>
          <p:cNvPr id="22" name="text-649">
            <a:extLst xmlns:a="http://schemas.openxmlformats.org/drawingml/2006/main">
              <a:ext uri="{FF2B5EF4-FFF2-40B4-BE49-F238E27FC236}">
                <a16:creationId xmlns:a16="http://schemas.microsoft.com/office/drawing/2014/main" id="{900257A0-2661-4F2D-954D-3969F55AB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93a710921bf4bb1"/>
              </a:rPr>
              <a:t>建立自訂 Gem ↗</a:t>
            </a:r>
          </a:p>
        </p:txBody>
      </p:sp>
      <p:sp>
        <p:nvSpPr>
          <p:cNvPr id="23" name="shape-685">
            <a:extLst xmlns:a="http://schemas.openxmlformats.org/drawingml/2006/main">
              <a:ext uri="{FF2B5EF4-FFF2-40B4-BE49-F238E27FC236}">
                <a16:creationId xmlns:a16="http://schemas.microsoft.com/office/drawing/2014/main" id="{BA79E482-AFC3-434B-A001-2ED4E8A3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5fdd49d34642b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86">
            <a:extLst xmlns:a="http://schemas.openxmlformats.org/drawingml/2006/main">
              <a:ext uri="{FF2B5EF4-FFF2-40B4-BE49-F238E27FC236}">
                <a16:creationId xmlns:a16="http://schemas.microsoft.com/office/drawing/2014/main" id="{1AE00259-5DB3-4D48-B658-E24B5856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52018265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362">
            <a:extLst xmlns:a="http://schemas.openxmlformats.org/drawingml/2006/main">
              <a:ext uri="{FF2B5EF4-FFF2-40B4-BE49-F238E27FC236}">
                <a16:creationId xmlns:a16="http://schemas.microsoft.com/office/drawing/2014/main" id="{B55A3DFF-F03F-4555-BF74-E80B8E11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9E8F9A8-0F9B-4D72-8C49-CEC431A3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範例｜課程與研究設計教練 Gem</a:t>
            </a:r>
          </a:p>
        </p:txBody>
      </p:sp>
      <p:cxnSp>
        <p:nvCxnSpPr>
          <p:cNvPr id="19" name="shape-36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64">
            <a:extLst xmlns:a="http://schemas.openxmlformats.org/drawingml/2006/main">
              <a:ext uri="{FF2B5EF4-FFF2-40B4-BE49-F238E27FC236}">
                <a16:creationId xmlns:a16="http://schemas.microsoft.com/office/drawing/2014/main" id="{1458725A-0097-4271-A77B-0A0AD51E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1806670-DF1C-4BCE-ABBE-6EFC09CB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text-365">
            <a:extLst xmlns:a="http://schemas.openxmlformats.org/drawingml/2006/main">
              <a:ext uri="{FF2B5EF4-FFF2-40B4-BE49-F238E27FC236}">
                <a16:creationId xmlns:a16="http://schemas.microsoft.com/office/drawing/2014/main" id="{31C7186C-09F7-4820-A975-555054C8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你是一位大學教學與研究設計教練。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任務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先詢問課程／研究目標、對象、資料與目前困難。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提出 3 個可實作方案，不替教師或研究者做最終決定。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每個方案列出流程、時間、證據與驗證方式。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背景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以上傳的課程或研究資料為優先；資料不足時明確指出。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先給一頁摘要，再給可直接使用的工作表格，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最後列出風險與需要人工確認的事項。</a:t>
            </a:r>
          </a:p>
        </p:txBody>
      </p:sp>
      <p:sp>
        <p:nvSpPr>
          <p:cNvPr id="7" name="text-366">
            <a:extLst xmlns:a="http://schemas.openxmlformats.org/drawingml/2006/main">
              <a:ext uri="{FF2B5EF4-FFF2-40B4-BE49-F238E27FC236}">
                <a16:creationId xmlns:a16="http://schemas.microsoft.com/office/drawing/2014/main" id="{B5F5B120-30D9-4DCF-9B48-4D6E0802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先問再做</a:t>
            </a:r>
          </a:p>
        </p:txBody>
      </p:sp>
      <p:sp>
        <p:nvSpPr>
          <p:cNvPr id="8" name="text-367">
            <a:extLst xmlns:a="http://schemas.openxmlformats.org/drawingml/2006/main">
              <a:ext uri="{FF2B5EF4-FFF2-40B4-BE49-F238E27FC236}">
                <a16:creationId xmlns:a16="http://schemas.microsoft.com/office/drawing/2014/main" id="{54FAA668-9D5C-4E4E-BFD4-A9D6ACAAA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避免資訊不足時直接產生看似完整的答案。</a:t>
            </a:r>
          </a:p>
        </p:txBody>
      </p:sp>
      <p:sp>
        <p:nvSpPr>
          <p:cNvPr id="9" name="text-368">
            <a:extLst xmlns:a="http://schemas.openxmlformats.org/drawingml/2006/main">
              <a:ext uri="{FF2B5EF4-FFF2-40B4-BE49-F238E27FC236}">
                <a16:creationId xmlns:a16="http://schemas.microsoft.com/office/drawing/2014/main" id="{6A579F7E-3323-4F27-97BF-922411F1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rPr>
              <a:t>保留教師判斷</a:t>
            </a:r>
          </a:p>
        </p:txBody>
      </p:sp>
      <p:sp>
        <p:nvSpPr>
          <p:cNvPr id="10" name="text-369">
            <a:extLst xmlns:a="http://schemas.openxmlformats.org/drawingml/2006/main">
              <a:ext uri="{FF2B5EF4-FFF2-40B4-BE49-F238E27FC236}">
                <a16:creationId xmlns:a16="http://schemas.microsoft.com/office/drawing/2014/main" id="{336BC189-63F1-48B0-AF85-85B2060D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提供選項與證據，不替教師作高風險決定。</a:t>
            </a:r>
          </a:p>
        </p:txBody>
      </p:sp>
      <p:sp>
        <p:nvSpPr>
          <p:cNvPr id="11" name="text-370">
            <a:extLst xmlns:a="http://schemas.openxmlformats.org/drawingml/2006/main">
              <a:ext uri="{FF2B5EF4-FFF2-40B4-BE49-F238E27FC236}">
                <a16:creationId xmlns:a16="http://schemas.microsoft.com/office/drawing/2014/main" id="{ED589B92-9328-4E65-8327-80031E501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固定交付格式</a:t>
            </a:r>
          </a:p>
        </p:txBody>
      </p:sp>
      <p:sp>
        <p:nvSpPr>
          <p:cNvPr id="12" name="text-371">
            <a:extLst xmlns:a="http://schemas.openxmlformats.org/drawingml/2006/main">
              <a:ext uri="{FF2B5EF4-FFF2-40B4-BE49-F238E27FC236}">
                <a16:creationId xmlns:a16="http://schemas.microsoft.com/office/drawing/2014/main" id="{BE2FA6E6-3D18-4295-8734-41EDB542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讓每次輸出都容易比較、修改與共備。</a:t>
            </a:r>
          </a:p>
        </p:txBody>
      </p:sp>
      <p:sp>
        <p:nvSpPr>
          <p:cNvPr id="13" name="text-650">
            <a:extLst xmlns:a="http://schemas.openxmlformats.org/drawingml/2006/main">
              <a:ext uri="{FF2B5EF4-FFF2-40B4-BE49-F238E27FC236}">
                <a16:creationId xmlns:a16="http://schemas.microsoft.com/office/drawing/2014/main" id="{6A03865F-4AD2-4012-8BD6-EA35B941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edda879858f4d7f"/>
              </a:rPr>
              <a:t>建立自訂 Gem ↗</a:t>
            </a:r>
          </a:p>
        </p:txBody>
      </p:sp>
      <p:sp>
        <p:nvSpPr>
          <p:cNvPr id="14" name="shape-687">
            <a:extLst xmlns:a="http://schemas.openxmlformats.org/drawingml/2006/main">
              <a:ext uri="{FF2B5EF4-FFF2-40B4-BE49-F238E27FC236}">
                <a16:creationId xmlns:a16="http://schemas.microsoft.com/office/drawing/2014/main" id="{155D3FD2-EE7D-4C01-9C32-D22625A3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46a3297112465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688">
            <a:extLst xmlns:a="http://schemas.openxmlformats.org/drawingml/2006/main">
              <a:ext uri="{FF2B5EF4-FFF2-40B4-BE49-F238E27FC236}">
                <a16:creationId xmlns:a16="http://schemas.microsoft.com/office/drawing/2014/main" id="{B72C4570-1DD6-4292-A763-2D34C676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91697754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372">
            <a:extLst xmlns:a="http://schemas.openxmlformats.org/drawingml/2006/main">
              <a:ext uri="{FF2B5EF4-FFF2-40B4-BE49-F238E27FC236}">
                <a16:creationId xmlns:a16="http://schemas.microsoft.com/office/drawing/2014/main" id="{B5FFA259-4560-4F62-B277-22B413F2D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1FDEACC-D31F-46C0-970F-C15A1D2A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實作二｜建立並壓力測試專屬 Gem</a:t>
            </a:r>
          </a:p>
        </p:txBody>
      </p:sp>
      <p:cxnSp>
        <p:nvCxnSpPr>
          <p:cNvPr id="25" name="shape-37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74">
            <a:extLst xmlns:a="http://schemas.openxmlformats.org/drawingml/2006/main">
              <a:ext uri="{FF2B5EF4-FFF2-40B4-BE49-F238E27FC236}">
                <a16:creationId xmlns:a16="http://schemas.microsoft.com/office/drawing/2014/main" id="{AE0EF89C-23B8-49C5-8F9C-1B3E51C7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950274A-665F-447E-AA64-FD822AB4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6" name="text-375">
            <a:extLst xmlns:a="http://schemas.openxmlformats.org/drawingml/2006/main">
              <a:ext uri="{FF2B5EF4-FFF2-40B4-BE49-F238E27FC236}">
                <a16:creationId xmlns:a16="http://schemas.microsoft.com/office/drawing/2014/main" id="{20791462-079A-42D5-AC15-FF385FC7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376">
            <a:extLst xmlns:a="http://schemas.openxmlformats.org/drawingml/2006/main">
              <a:ext uri="{FF2B5EF4-FFF2-40B4-BE49-F238E27FC236}">
                <a16:creationId xmlns:a16="http://schemas.microsoft.com/office/drawing/2014/main" id="{0D644E12-5973-4917-BC97-B62A82E6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377">
            <a:extLst xmlns:a="http://schemas.openxmlformats.org/drawingml/2006/main">
              <a:ext uri="{FF2B5EF4-FFF2-40B4-BE49-F238E27FC236}">
                <a16:creationId xmlns:a16="http://schemas.microsoft.com/office/drawing/2014/main" id="{009F5127-BC90-4DC3-80A5-D50D8629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78">
            <a:extLst xmlns:a="http://schemas.openxmlformats.org/drawingml/2006/main">
              <a:ext uri="{FF2B5EF4-FFF2-40B4-BE49-F238E27FC236}">
                <a16:creationId xmlns:a16="http://schemas.microsoft.com/office/drawing/2014/main" id="{75E61670-53DE-4E46-BD68-C165D896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用四格完成 Gem 指令</a:t>
            </a:r>
          </a:p>
        </p:txBody>
      </p:sp>
      <p:sp>
        <p:nvSpPr>
          <p:cNvPr id="10" name="text-379">
            <a:extLst xmlns:a="http://schemas.openxmlformats.org/drawingml/2006/main">
              <a:ext uri="{FF2B5EF4-FFF2-40B4-BE49-F238E27FC236}">
                <a16:creationId xmlns:a16="http://schemas.microsoft.com/office/drawing/2014/main" id="{B8EA8DFF-9F25-4AB5-801C-084FDE35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380">
            <a:extLst xmlns:a="http://schemas.openxmlformats.org/drawingml/2006/main">
              <a:ext uri="{FF2B5EF4-FFF2-40B4-BE49-F238E27FC236}">
                <a16:creationId xmlns:a16="http://schemas.microsoft.com/office/drawing/2014/main" id="{1AB07B70-735C-4BC4-8103-168FEDA9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加入必要的課程背景檔案</a:t>
            </a:r>
          </a:p>
        </p:txBody>
      </p:sp>
      <p:sp>
        <p:nvSpPr>
          <p:cNvPr id="12" name="text-381">
            <a:extLst xmlns:a="http://schemas.openxmlformats.org/drawingml/2006/main">
              <a:ext uri="{FF2B5EF4-FFF2-40B4-BE49-F238E27FC236}">
                <a16:creationId xmlns:a16="http://schemas.microsoft.com/office/drawing/2014/main" id="{060A7FFA-DF28-46DC-A2FA-93184A6B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382">
            <a:extLst xmlns:a="http://schemas.openxmlformats.org/drawingml/2006/main">
              <a:ext uri="{FF2B5EF4-FFF2-40B4-BE49-F238E27FC236}">
                <a16:creationId xmlns:a16="http://schemas.microsoft.com/office/drawing/2014/main" id="{E364DB8A-7F61-42CF-8170-AC7FD7D4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用正常案例測一次</a:t>
            </a:r>
          </a:p>
        </p:txBody>
      </p:sp>
      <p:sp>
        <p:nvSpPr>
          <p:cNvPr id="14" name="text-383">
            <a:extLst xmlns:a="http://schemas.openxmlformats.org/drawingml/2006/main">
              <a:ext uri="{FF2B5EF4-FFF2-40B4-BE49-F238E27FC236}">
                <a16:creationId xmlns:a16="http://schemas.microsoft.com/office/drawing/2014/main" id="{2AEB6B9C-7B1A-4896-943E-3367108B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384">
            <a:extLst xmlns:a="http://schemas.openxmlformats.org/drawingml/2006/main">
              <a:ext uri="{FF2B5EF4-FFF2-40B4-BE49-F238E27FC236}">
                <a16:creationId xmlns:a16="http://schemas.microsoft.com/office/drawing/2014/main" id="{2D762F68-DDF3-4BBB-A8C7-8EE4F30C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用模糊或越界案例再測一次</a:t>
            </a:r>
          </a:p>
        </p:txBody>
      </p:sp>
      <p:sp>
        <p:nvSpPr>
          <p:cNvPr id="16" name="shape-385">
            <a:extLst xmlns:a="http://schemas.openxmlformats.org/drawingml/2006/main">
              <a:ext uri="{FF2B5EF4-FFF2-40B4-BE49-F238E27FC236}">
                <a16:creationId xmlns:a16="http://schemas.microsoft.com/office/drawing/2014/main" id="{269A3DDF-3CE2-4EFB-AD36-721E3561C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386">
            <a:extLst xmlns:a="http://schemas.openxmlformats.org/drawingml/2006/main">
              <a:ext uri="{FF2B5EF4-FFF2-40B4-BE49-F238E27FC236}">
                <a16:creationId xmlns:a16="http://schemas.microsoft.com/office/drawing/2014/main" id="{BC566789-9861-465B-836C-E4322D82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387">
            <a:extLst xmlns:a="http://schemas.openxmlformats.org/drawingml/2006/main">
              <a:ext uri="{FF2B5EF4-FFF2-40B4-BE49-F238E27FC236}">
                <a16:creationId xmlns:a16="http://schemas.microsoft.com/office/drawing/2014/main" id="{B73FE0C9-04A0-4579-BCBA-92B474EF1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名稱說明用途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輸出格式穩定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遇資料不足會追問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不捏造課程事實</a:t>
            </a:r>
          </a:p>
        </p:txBody>
      </p:sp>
      <p:sp>
        <p:nvSpPr>
          <p:cNvPr id="19" name="text-651">
            <a:extLst xmlns:a="http://schemas.openxmlformats.org/drawingml/2006/main">
              <a:ext uri="{FF2B5EF4-FFF2-40B4-BE49-F238E27FC236}">
                <a16:creationId xmlns:a16="http://schemas.microsoft.com/office/drawing/2014/main" id="{A6FDCF19-D3F1-4B70-B54B-285D5785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6d2881914b44523"/>
              </a:rPr>
              <a:t>建立自訂 Gem ↗</a:t>
            </a:r>
          </a:p>
        </p:txBody>
      </p:sp>
      <p:sp>
        <p:nvSpPr>
          <p:cNvPr id="20" name="shape-689">
            <a:extLst xmlns:a="http://schemas.openxmlformats.org/drawingml/2006/main">
              <a:ext uri="{FF2B5EF4-FFF2-40B4-BE49-F238E27FC236}">
                <a16:creationId xmlns:a16="http://schemas.microsoft.com/office/drawing/2014/main" id="{274F615B-8287-40FE-AD64-D0B1DFF6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9407f53a37422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690">
            <a:extLst xmlns:a="http://schemas.openxmlformats.org/drawingml/2006/main">
              <a:ext uri="{FF2B5EF4-FFF2-40B4-BE49-F238E27FC236}">
                <a16:creationId xmlns:a16="http://schemas.microsoft.com/office/drawing/2014/main" id="{94E6B7E0-FEA8-4B84-BF35-E7B9DAB4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31460065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88">
            <a:extLst xmlns:a="http://schemas.openxmlformats.org/drawingml/2006/main">
              <a:ext uri="{FF2B5EF4-FFF2-40B4-BE49-F238E27FC236}">
                <a16:creationId xmlns:a16="http://schemas.microsoft.com/office/drawing/2014/main" id="{4A08F54B-B9CB-4F06-B8E1-71C52826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6D1C34-460B-4759-BD05-C86EF6C2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Checkpoint｜你的 Gem 值得留下來嗎？</a:t>
            </a:r>
          </a:p>
        </p:txBody>
      </p:sp>
      <p:cxnSp>
        <p:nvCxnSpPr>
          <p:cNvPr id="28" name="shape-38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90">
            <a:extLst xmlns:a="http://schemas.openxmlformats.org/drawingml/2006/main">
              <a:ext uri="{FF2B5EF4-FFF2-40B4-BE49-F238E27FC236}">
                <a16:creationId xmlns:a16="http://schemas.microsoft.com/office/drawing/2014/main" id="{9A916EB9-CF94-4907-981C-CBD4EC95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F007C8B-6152-4E9A-A86E-288CEB43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391">
            <a:extLst xmlns:a="http://schemas.openxmlformats.org/drawingml/2006/main">
              <a:ext uri="{FF2B5EF4-FFF2-40B4-BE49-F238E27FC236}">
                <a16:creationId xmlns:a16="http://schemas.microsoft.com/office/drawing/2014/main" id="{E6BE54DC-595A-47FD-B682-A6A06EA5F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92">
            <a:extLst xmlns:a="http://schemas.openxmlformats.org/drawingml/2006/main">
              <a:ext uri="{FF2B5EF4-FFF2-40B4-BE49-F238E27FC236}">
                <a16:creationId xmlns:a16="http://schemas.microsoft.com/office/drawing/2014/main" id="{0151280C-E878-40DB-880E-087F4E9BC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393">
            <a:extLst xmlns:a="http://schemas.openxmlformats.org/drawingml/2006/main">
              <a:ext uri="{FF2B5EF4-FFF2-40B4-BE49-F238E27FC236}">
                <a16:creationId xmlns:a16="http://schemas.microsoft.com/office/drawing/2014/main" id="{AF93BCA3-9903-4A48-90E8-59688CCC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重複</a:t>
            </a:r>
          </a:p>
        </p:txBody>
      </p:sp>
      <p:sp>
        <p:nvSpPr>
          <p:cNvPr id="9" name="text-394">
            <a:extLst xmlns:a="http://schemas.openxmlformats.org/drawingml/2006/main">
              <a:ext uri="{FF2B5EF4-FFF2-40B4-BE49-F238E27FC236}">
                <a16:creationId xmlns:a16="http://schemas.microsoft.com/office/drawing/2014/main" id="{79BCB6DD-C02E-4F49-9EA7-C5968411C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這個任務一學期會出現多次，而不是只做一次。</a:t>
            </a:r>
          </a:p>
        </p:txBody>
      </p:sp>
      <p:sp>
        <p:nvSpPr>
          <p:cNvPr id="10" name="shape-395">
            <a:extLst xmlns:a="http://schemas.openxmlformats.org/drawingml/2006/main">
              <a:ext uri="{FF2B5EF4-FFF2-40B4-BE49-F238E27FC236}">
                <a16:creationId xmlns:a16="http://schemas.microsoft.com/office/drawing/2014/main" id="{CF14F64C-C6E0-4011-8E0E-F328F2CE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96">
            <a:extLst xmlns:a="http://schemas.openxmlformats.org/drawingml/2006/main">
              <a:ext uri="{FF2B5EF4-FFF2-40B4-BE49-F238E27FC236}">
                <a16:creationId xmlns:a16="http://schemas.microsoft.com/office/drawing/2014/main" id="{EC9468FA-6552-4F0E-BC58-49C8E1BC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397">
            <a:extLst xmlns:a="http://schemas.openxmlformats.org/drawingml/2006/main">
              <a:ext uri="{FF2B5EF4-FFF2-40B4-BE49-F238E27FC236}">
                <a16:creationId xmlns:a16="http://schemas.microsoft.com/office/drawing/2014/main" id="{0EFBB5E3-7046-4342-8EA1-BC982440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一致</a:t>
            </a:r>
          </a:p>
        </p:txBody>
      </p:sp>
      <p:sp>
        <p:nvSpPr>
          <p:cNvPr id="13" name="text-398">
            <a:extLst xmlns:a="http://schemas.openxmlformats.org/drawingml/2006/main">
              <a:ext uri="{FF2B5EF4-FFF2-40B4-BE49-F238E27FC236}">
                <a16:creationId xmlns:a16="http://schemas.microsoft.com/office/drawing/2014/main" id="{751E692E-7270-4844-8C98-6FDCEA77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不同輸入仍遵守相同流程、語氣與輸出欄位。</a:t>
            </a:r>
          </a:p>
        </p:txBody>
      </p:sp>
      <p:sp>
        <p:nvSpPr>
          <p:cNvPr id="14" name="shape-399">
            <a:extLst xmlns:a="http://schemas.openxmlformats.org/drawingml/2006/main">
              <a:ext uri="{FF2B5EF4-FFF2-40B4-BE49-F238E27FC236}">
                <a16:creationId xmlns:a16="http://schemas.microsoft.com/office/drawing/2014/main" id="{489912BB-7F39-4151-89B5-31C5D85A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00">
            <a:extLst xmlns:a="http://schemas.openxmlformats.org/drawingml/2006/main">
              <a:ext uri="{FF2B5EF4-FFF2-40B4-BE49-F238E27FC236}">
                <a16:creationId xmlns:a16="http://schemas.microsoft.com/office/drawing/2014/main" id="{A082A10E-E580-4854-8DED-A938B4F6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01">
            <a:extLst xmlns:a="http://schemas.openxmlformats.org/drawingml/2006/main">
              <a:ext uri="{FF2B5EF4-FFF2-40B4-BE49-F238E27FC236}">
                <a16:creationId xmlns:a16="http://schemas.microsoft.com/office/drawing/2014/main" id="{D9A9625A-74A0-456F-A2F1-5BF6CB01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可教</a:t>
            </a:r>
          </a:p>
        </p:txBody>
      </p:sp>
      <p:sp>
        <p:nvSpPr>
          <p:cNvPr id="17" name="text-402">
            <a:extLst xmlns:a="http://schemas.openxmlformats.org/drawingml/2006/main">
              <a:ext uri="{FF2B5EF4-FFF2-40B4-BE49-F238E27FC236}">
                <a16:creationId xmlns:a16="http://schemas.microsoft.com/office/drawing/2014/main" id="{53D45090-ECBD-48C2-8EDE-568844CF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同事看得懂它的用途，也知道何時不該使用。</a:t>
            </a:r>
          </a:p>
        </p:txBody>
      </p:sp>
      <p:sp>
        <p:nvSpPr>
          <p:cNvPr id="18" name="shape-403">
            <a:extLst xmlns:a="http://schemas.openxmlformats.org/drawingml/2006/main">
              <a:ext uri="{FF2B5EF4-FFF2-40B4-BE49-F238E27FC236}">
                <a16:creationId xmlns:a16="http://schemas.microsoft.com/office/drawing/2014/main" id="{3FBC4D41-E619-4E4C-AFA5-917CB491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04">
            <a:extLst xmlns:a="http://schemas.openxmlformats.org/drawingml/2006/main">
              <a:ext uri="{FF2B5EF4-FFF2-40B4-BE49-F238E27FC236}">
                <a16:creationId xmlns:a16="http://schemas.microsoft.com/office/drawing/2014/main" id="{47969B52-AD5D-4919-8EC0-40B32E21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05">
            <a:extLst xmlns:a="http://schemas.openxmlformats.org/drawingml/2006/main">
              <a:ext uri="{FF2B5EF4-FFF2-40B4-BE49-F238E27FC236}">
                <a16:creationId xmlns:a16="http://schemas.microsoft.com/office/drawing/2014/main" id="{42FE073A-8EB2-45B7-99A5-CAE8AD200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可改</a:t>
            </a:r>
          </a:p>
        </p:txBody>
      </p:sp>
      <p:sp>
        <p:nvSpPr>
          <p:cNvPr id="21" name="text-406">
            <a:extLst xmlns:a="http://schemas.openxmlformats.org/drawingml/2006/main">
              <a:ext uri="{FF2B5EF4-FFF2-40B4-BE49-F238E27FC236}">
                <a16:creationId xmlns:a16="http://schemas.microsoft.com/office/drawing/2014/main" id="{686DC421-CD91-4BFA-89B9-B0FE3D12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指令與背景檔案能隨課程迭代，不被鎖死。</a:t>
            </a:r>
          </a:p>
        </p:txBody>
      </p:sp>
      <p:sp>
        <p:nvSpPr>
          <p:cNvPr id="22" name="text-652">
            <a:extLst xmlns:a="http://schemas.openxmlformats.org/drawingml/2006/main">
              <a:ext uri="{FF2B5EF4-FFF2-40B4-BE49-F238E27FC236}">
                <a16:creationId xmlns:a16="http://schemas.microsoft.com/office/drawing/2014/main" id="{712BFB99-8AA4-49B7-8913-C1CAA15EE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c1152239ed44096"/>
              </a:rPr>
              <a:t>建立自訂 Gem ↗</a:t>
            </a:r>
          </a:p>
        </p:txBody>
      </p:sp>
      <p:sp>
        <p:nvSpPr>
          <p:cNvPr id="23" name="shape-691">
            <a:extLst xmlns:a="http://schemas.openxmlformats.org/drawingml/2006/main">
              <a:ext uri="{FF2B5EF4-FFF2-40B4-BE49-F238E27FC236}">
                <a16:creationId xmlns:a16="http://schemas.microsoft.com/office/drawing/2014/main" id="{1F6DB1B6-D8DA-4608-B504-D997479F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f76db118f24a5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92">
            <a:extLst xmlns:a="http://schemas.openxmlformats.org/drawingml/2006/main">
              <a:ext uri="{FF2B5EF4-FFF2-40B4-BE49-F238E27FC236}">
                <a16:creationId xmlns:a16="http://schemas.microsoft.com/office/drawing/2014/main" id="{FDBD034A-6707-4B49-B5AD-F4F52701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9163645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407">
            <a:extLst xmlns:a="http://schemas.openxmlformats.org/drawingml/2006/main">
              <a:ext uri="{FF2B5EF4-FFF2-40B4-BE49-F238E27FC236}">
                <a16:creationId xmlns:a16="http://schemas.microsoft.com/office/drawing/2014/main" id="{00C72A7A-3BB1-4F77-ABC2-96C9F7AF4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408">
            <a:extLst xmlns:a="http://schemas.openxmlformats.org/drawingml/2006/main">
              <a:ext uri="{FF2B5EF4-FFF2-40B4-BE49-F238E27FC236}">
                <a16:creationId xmlns:a16="http://schemas.microsoft.com/office/drawing/2014/main" id="{3F05F782-004D-4281-BBBF-7E55779B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Canvas</a:t>
            </a:r>
          </a:p>
        </p:txBody>
      </p:sp>
      <p:sp>
        <p:nvSpPr>
          <p:cNvPr id="3" name="text-409">
            <a:extLst xmlns:a="http://schemas.openxmlformats.org/drawingml/2006/main">
              <a:ext uri="{FF2B5EF4-FFF2-40B4-BE49-F238E27FC236}">
                <a16:creationId xmlns:a16="http://schemas.microsoft.com/office/drawing/2014/main" id="{58F3349B-4687-4586-AAF0-3CB1946E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把文字想法變成可預覽、可修改、可分享的文件、程式與互動教學作品。</a:t>
            </a:r>
          </a:p>
        </p:txBody>
      </p:sp>
      <p:sp>
        <p:nvSpPr>
          <p:cNvPr id="4" name="shape-410">
            <a:extLst xmlns:a="http://schemas.openxmlformats.org/drawingml/2006/main">
              <a:ext uri="{FF2B5EF4-FFF2-40B4-BE49-F238E27FC236}">
                <a16:creationId xmlns:a16="http://schemas.microsoft.com/office/drawing/2014/main" id="{F533687E-4AB5-4CD3-9083-252833E3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411">
            <a:extLst xmlns:a="http://schemas.openxmlformats.org/drawingml/2006/main">
              <a:ext uri="{FF2B5EF4-FFF2-40B4-BE49-F238E27FC236}">
                <a16:creationId xmlns:a16="http://schemas.microsoft.com/office/drawing/2014/main" id="{E3A0DE84-0C75-4A49-9BB1-31A119D1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41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413">
            <a:extLst xmlns:a="http://schemas.openxmlformats.org/drawingml/2006/main">
              <a:ext uri="{FF2B5EF4-FFF2-40B4-BE49-F238E27FC236}">
                <a16:creationId xmlns:a16="http://schemas.microsoft.com/office/drawing/2014/main" id="{4759FCB9-1901-49ED-859B-98C5D133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65F6BE8-6E39-4DDD-A581-0379A0A6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9" name="text-653">
            <a:extLst xmlns:a="http://schemas.openxmlformats.org/drawingml/2006/main">
              <a:ext uri="{FF2B5EF4-FFF2-40B4-BE49-F238E27FC236}">
                <a16:creationId xmlns:a16="http://schemas.microsoft.com/office/drawing/2014/main" id="{21557B04-5384-48D2-9807-F975CF7D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a83797f36e64f3d"/>
              </a:rPr>
              <a:t>開啟 Gemini Canvas ↗</a:t>
            </a:r>
          </a:p>
        </p:txBody>
      </p:sp>
      <p:sp>
        <p:nvSpPr>
          <p:cNvPr id="10" name="shape-693">
            <a:extLst xmlns:a="http://schemas.openxmlformats.org/drawingml/2006/main">
              <a:ext uri="{FF2B5EF4-FFF2-40B4-BE49-F238E27FC236}">
                <a16:creationId xmlns:a16="http://schemas.microsoft.com/office/drawing/2014/main" id="{323CEBD5-4045-4B75-9E9B-07FA8B4B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94d36ad71a44e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94">
            <a:extLst xmlns:a="http://schemas.openxmlformats.org/drawingml/2006/main">
              <a:ext uri="{FF2B5EF4-FFF2-40B4-BE49-F238E27FC236}">
                <a16:creationId xmlns:a16="http://schemas.microsoft.com/office/drawing/2014/main" id="{21E4F5D8-A691-416F-8E96-11BD8656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202772057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14">
            <a:extLst xmlns:a="http://schemas.openxmlformats.org/drawingml/2006/main">
              <a:ext uri="{FF2B5EF4-FFF2-40B4-BE49-F238E27FC236}">
                <a16:creationId xmlns:a16="http://schemas.microsoft.com/office/drawing/2014/main" id="{1290C138-A107-4A9B-9B18-021E115B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CANVAS PROMPT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B366946-0FFA-4595-8CD4-CF87135D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互動教學網站提示詞公式</a:t>
            </a:r>
          </a:p>
        </p:txBody>
      </p:sp>
      <p:cxnSp>
        <p:nvCxnSpPr>
          <p:cNvPr id="28" name="shape-4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16">
            <a:extLst xmlns:a="http://schemas.openxmlformats.org/drawingml/2006/main">
              <a:ext uri="{FF2B5EF4-FFF2-40B4-BE49-F238E27FC236}">
                <a16:creationId xmlns:a16="http://schemas.microsoft.com/office/drawing/2014/main" id="{9753C89C-CCB4-42FD-AB99-D0255033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BA10FFD-1B27-4B44-9820-AF02D436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417">
            <a:extLst xmlns:a="http://schemas.openxmlformats.org/drawingml/2006/main">
              <a:ext uri="{FF2B5EF4-FFF2-40B4-BE49-F238E27FC236}">
                <a16:creationId xmlns:a16="http://schemas.microsoft.com/office/drawing/2014/main" id="{FCACD98B-3103-489A-95EF-CA74C677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18">
            <a:extLst xmlns:a="http://schemas.openxmlformats.org/drawingml/2006/main">
              <a:ext uri="{FF2B5EF4-FFF2-40B4-BE49-F238E27FC236}">
                <a16:creationId xmlns:a16="http://schemas.microsoft.com/office/drawing/2014/main" id="{A3CCBC17-FC54-49AB-BBD0-82C9A01A5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419">
            <a:extLst xmlns:a="http://schemas.openxmlformats.org/drawingml/2006/main">
              <a:ext uri="{FF2B5EF4-FFF2-40B4-BE49-F238E27FC236}">
                <a16:creationId xmlns:a16="http://schemas.microsoft.com/office/drawing/2014/main" id="{C5CA647B-B608-49C5-ACD9-3CB789542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對象與情境</a:t>
            </a:r>
          </a:p>
        </p:txBody>
      </p:sp>
      <p:sp>
        <p:nvSpPr>
          <p:cNvPr id="9" name="text-420">
            <a:extLst xmlns:a="http://schemas.openxmlformats.org/drawingml/2006/main">
              <a:ext uri="{FF2B5EF4-FFF2-40B4-BE49-F238E27FC236}">
                <a16:creationId xmlns:a16="http://schemas.microsoft.com/office/drawing/2014/main" id="{968DD3B4-05F7-434E-8F83-27B79DE6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為哪一門課、哪一群學生、在哪個教學階段使用？</a:t>
            </a:r>
          </a:p>
        </p:txBody>
      </p:sp>
      <p:sp>
        <p:nvSpPr>
          <p:cNvPr id="10" name="shape-421">
            <a:extLst xmlns:a="http://schemas.openxmlformats.org/drawingml/2006/main">
              <a:ext uri="{FF2B5EF4-FFF2-40B4-BE49-F238E27FC236}">
                <a16:creationId xmlns:a16="http://schemas.microsoft.com/office/drawing/2014/main" id="{F445A900-7AE0-47E1-A88B-6018C772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22">
            <a:extLst xmlns:a="http://schemas.openxmlformats.org/drawingml/2006/main">
              <a:ext uri="{FF2B5EF4-FFF2-40B4-BE49-F238E27FC236}">
                <a16:creationId xmlns:a16="http://schemas.microsoft.com/office/drawing/2014/main" id="{E1F3FF50-847C-4613-B958-4164C86B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423">
            <a:extLst xmlns:a="http://schemas.openxmlformats.org/drawingml/2006/main">
              <a:ext uri="{FF2B5EF4-FFF2-40B4-BE49-F238E27FC236}">
                <a16:creationId xmlns:a16="http://schemas.microsoft.com/office/drawing/2014/main" id="{E82D802D-60AB-48AA-A82D-A668F2C0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學習任務</a:t>
            </a:r>
          </a:p>
        </p:txBody>
      </p:sp>
      <p:sp>
        <p:nvSpPr>
          <p:cNvPr id="13" name="text-424">
            <a:extLst xmlns:a="http://schemas.openxmlformats.org/drawingml/2006/main">
              <a:ext uri="{FF2B5EF4-FFF2-40B4-BE49-F238E27FC236}">
                <a16:creationId xmlns:a16="http://schemas.microsoft.com/office/drawing/2014/main" id="{55C40F5F-DEF3-4FFD-A3D7-2D01DD1F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學生要比較、排序、模擬、練習或做決策？</a:t>
            </a:r>
          </a:p>
        </p:txBody>
      </p:sp>
      <p:sp>
        <p:nvSpPr>
          <p:cNvPr id="14" name="shape-425">
            <a:extLst xmlns:a="http://schemas.openxmlformats.org/drawingml/2006/main">
              <a:ext uri="{FF2B5EF4-FFF2-40B4-BE49-F238E27FC236}">
                <a16:creationId xmlns:a16="http://schemas.microsoft.com/office/drawing/2014/main" id="{D80B6381-D28B-405E-963A-B620FBB3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26">
            <a:extLst xmlns:a="http://schemas.openxmlformats.org/drawingml/2006/main">
              <a:ext uri="{FF2B5EF4-FFF2-40B4-BE49-F238E27FC236}">
                <a16:creationId xmlns:a16="http://schemas.microsoft.com/office/drawing/2014/main" id="{64D6447C-B1B4-4158-B1B5-6D289225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427">
            <a:extLst xmlns:a="http://schemas.openxmlformats.org/drawingml/2006/main">
              <a:ext uri="{FF2B5EF4-FFF2-40B4-BE49-F238E27FC236}">
                <a16:creationId xmlns:a16="http://schemas.microsoft.com/office/drawing/2014/main" id="{2E7F6C55-DC1E-421D-AF5C-E77D1551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互動與回饋</a:t>
            </a:r>
          </a:p>
        </p:txBody>
      </p:sp>
      <p:sp>
        <p:nvSpPr>
          <p:cNvPr id="17" name="text-428">
            <a:extLst xmlns:a="http://schemas.openxmlformats.org/drawingml/2006/main">
              <a:ext uri="{FF2B5EF4-FFF2-40B4-BE49-F238E27FC236}">
                <a16:creationId xmlns:a16="http://schemas.microsoft.com/office/drawing/2014/main" id="{355092A1-AAC0-4DB1-A58A-0E4FBB25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點擊後會發生什麼？如何看見正確、進步或提示？</a:t>
            </a:r>
          </a:p>
        </p:txBody>
      </p:sp>
      <p:sp>
        <p:nvSpPr>
          <p:cNvPr id="18" name="shape-429">
            <a:extLst xmlns:a="http://schemas.openxmlformats.org/drawingml/2006/main">
              <a:ext uri="{FF2B5EF4-FFF2-40B4-BE49-F238E27FC236}">
                <a16:creationId xmlns:a16="http://schemas.microsoft.com/office/drawing/2014/main" id="{19CC359A-CFEA-4773-9532-9CFDBC89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30">
            <a:extLst xmlns:a="http://schemas.openxmlformats.org/drawingml/2006/main">
              <a:ext uri="{FF2B5EF4-FFF2-40B4-BE49-F238E27FC236}">
                <a16:creationId xmlns:a16="http://schemas.microsoft.com/office/drawing/2014/main" id="{63E91C82-1F89-46A5-901E-E524AB1C5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431">
            <a:extLst xmlns:a="http://schemas.openxmlformats.org/drawingml/2006/main">
              <a:ext uri="{FF2B5EF4-FFF2-40B4-BE49-F238E27FC236}">
                <a16:creationId xmlns:a16="http://schemas.microsoft.com/office/drawing/2014/main" id="{038F3C3D-EB06-47A3-BF48-7D7E8187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限制與驗收</a:t>
            </a:r>
          </a:p>
        </p:txBody>
      </p:sp>
      <p:sp>
        <p:nvSpPr>
          <p:cNvPr id="21" name="text-432">
            <a:extLst xmlns:a="http://schemas.openxmlformats.org/drawingml/2006/main">
              <a:ext uri="{FF2B5EF4-FFF2-40B4-BE49-F238E27FC236}">
                <a16:creationId xmlns:a16="http://schemas.microsoft.com/office/drawing/2014/main" id="{EDDB970D-D30F-4680-AC55-46FD73C1A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單檔、RWD、繁中、無個資、手機可用，並列測試清單。</a:t>
            </a:r>
          </a:p>
        </p:txBody>
      </p:sp>
      <p:sp>
        <p:nvSpPr>
          <p:cNvPr id="22" name="text-654">
            <a:extLst xmlns:a="http://schemas.openxmlformats.org/drawingml/2006/main">
              <a:ext uri="{FF2B5EF4-FFF2-40B4-BE49-F238E27FC236}">
                <a16:creationId xmlns:a16="http://schemas.microsoft.com/office/drawing/2014/main" id="{0C8C5F69-BE07-4AF0-85A9-1C4A94EA4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ec98c032e454adb"/>
              </a:rPr>
              <a:t>開啟 Gemini Canvas ↗</a:t>
            </a:r>
          </a:p>
        </p:txBody>
      </p:sp>
      <p:sp>
        <p:nvSpPr>
          <p:cNvPr id="23" name="shape-695">
            <a:extLst xmlns:a="http://schemas.openxmlformats.org/drawingml/2006/main">
              <a:ext uri="{FF2B5EF4-FFF2-40B4-BE49-F238E27FC236}">
                <a16:creationId xmlns:a16="http://schemas.microsoft.com/office/drawing/2014/main" id="{7F0D5899-11B8-4DA0-B390-71C6845D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190ebeddcc461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96">
            <a:extLst xmlns:a="http://schemas.openxmlformats.org/drawingml/2006/main">
              <a:ext uri="{FF2B5EF4-FFF2-40B4-BE49-F238E27FC236}">
                <a16:creationId xmlns:a16="http://schemas.microsoft.com/office/drawing/2014/main" id="{F2964FAB-CF87-46F5-B1AC-762AC2F35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208696630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433">
            <a:extLst xmlns:a="http://schemas.openxmlformats.org/drawingml/2006/main">
              <a:ext uri="{FF2B5EF4-FFF2-40B4-BE49-F238E27FC236}">
                <a16:creationId xmlns:a16="http://schemas.microsoft.com/office/drawing/2014/main" id="{7DA77342-248C-4BAC-85A3-E57F54A1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BUILD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7D73D22-390B-46F3-B077-8C78B13B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建置循環：不要停在第一次生成</a:t>
            </a:r>
          </a:p>
        </p:txBody>
      </p:sp>
      <p:cxnSp>
        <p:nvCxnSpPr>
          <p:cNvPr id="36" name="shape-43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35">
            <a:extLst xmlns:a="http://schemas.openxmlformats.org/drawingml/2006/main">
              <a:ext uri="{FF2B5EF4-FFF2-40B4-BE49-F238E27FC236}">
                <a16:creationId xmlns:a16="http://schemas.microsoft.com/office/drawing/2014/main" id="{55A7C6CC-4774-4D1A-8E63-85094692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3395C74-6933-4DD8-A879-46E2B312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436">
            <a:extLst xmlns:a="http://schemas.openxmlformats.org/drawingml/2006/main">
              <a:ext uri="{FF2B5EF4-FFF2-40B4-BE49-F238E27FC236}">
                <a16:creationId xmlns:a16="http://schemas.microsoft.com/office/drawing/2014/main" id="{71A2D939-816D-41E8-A95E-20EA2C8C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437">
            <a:extLst xmlns:a="http://schemas.openxmlformats.org/drawingml/2006/main">
              <a:ext uri="{FF2B5EF4-FFF2-40B4-BE49-F238E27FC236}">
                <a16:creationId xmlns:a16="http://schemas.microsoft.com/office/drawing/2014/main" id="{CB90D254-F7EF-4C39-ABF5-F743494A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38">
            <a:extLst xmlns:a="http://schemas.openxmlformats.org/drawingml/2006/main">
              <a:ext uri="{FF2B5EF4-FFF2-40B4-BE49-F238E27FC236}">
                <a16:creationId xmlns:a16="http://schemas.microsoft.com/office/drawing/2014/main" id="{96FC92CB-0A49-426B-9F65-16195FCF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39">
            <a:extLst xmlns:a="http://schemas.openxmlformats.org/drawingml/2006/main">
              <a:ext uri="{FF2B5EF4-FFF2-40B4-BE49-F238E27FC236}">
                <a16:creationId xmlns:a16="http://schemas.microsoft.com/office/drawing/2014/main" id="{A2E2C124-71EF-4CD4-AB4A-4D44C7DD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生成</a:t>
            </a:r>
          </a:p>
        </p:txBody>
      </p:sp>
      <p:sp>
        <p:nvSpPr>
          <p:cNvPr id="10" name="text-440">
            <a:extLst xmlns:a="http://schemas.openxmlformats.org/drawingml/2006/main">
              <a:ext uri="{FF2B5EF4-FFF2-40B4-BE49-F238E27FC236}">
                <a16:creationId xmlns:a16="http://schemas.microsoft.com/office/drawing/2014/main" id="{3F268785-A273-4117-B7E4-AFA0EE27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先做最小可用版</a:t>
            </a:r>
          </a:p>
        </p:txBody>
      </p:sp>
      <p:sp>
        <p:nvSpPr>
          <p:cNvPr id="11" name="text-441">
            <a:extLst xmlns:a="http://schemas.openxmlformats.org/drawingml/2006/main">
              <a:ext uri="{FF2B5EF4-FFF2-40B4-BE49-F238E27FC236}">
                <a16:creationId xmlns:a16="http://schemas.microsoft.com/office/drawing/2014/main" id="{B8A0A8EA-F464-4B9D-9918-A37FAB2D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442">
            <a:extLst xmlns:a="http://schemas.openxmlformats.org/drawingml/2006/main">
              <a:ext uri="{FF2B5EF4-FFF2-40B4-BE49-F238E27FC236}">
                <a16:creationId xmlns:a16="http://schemas.microsoft.com/office/drawing/2014/main" id="{1AC0751C-F227-4DD1-A1BD-009A4F34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443">
            <a:extLst xmlns:a="http://schemas.openxmlformats.org/drawingml/2006/main">
              <a:ext uri="{FF2B5EF4-FFF2-40B4-BE49-F238E27FC236}">
                <a16:creationId xmlns:a16="http://schemas.microsoft.com/office/drawing/2014/main" id="{A8C281D1-7351-431D-8AFA-0D769055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444">
            <a:extLst xmlns:a="http://schemas.openxmlformats.org/drawingml/2006/main">
              <a:ext uri="{FF2B5EF4-FFF2-40B4-BE49-F238E27FC236}">
                <a16:creationId xmlns:a16="http://schemas.microsoft.com/office/drawing/2014/main" id="{584A631C-D64D-414F-A2BA-0C95E003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445">
            <a:extLst xmlns:a="http://schemas.openxmlformats.org/drawingml/2006/main">
              <a:ext uri="{FF2B5EF4-FFF2-40B4-BE49-F238E27FC236}">
                <a16:creationId xmlns:a16="http://schemas.microsoft.com/office/drawing/2014/main" id="{4586E5BB-0A86-4F37-B675-8F4FF879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16" name="text-446">
            <a:extLst xmlns:a="http://schemas.openxmlformats.org/drawingml/2006/main">
              <a:ext uri="{FF2B5EF4-FFF2-40B4-BE49-F238E27FC236}">
                <a16:creationId xmlns:a16="http://schemas.microsoft.com/office/drawing/2014/main" id="{04A0DAB4-15E2-49F8-9A78-F285EB71E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實際點完學生路徑</a:t>
            </a:r>
          </a:p>
        </p:txBody>
      </p:sp>
      <p:sp>
        <p:nvSpPr>
          <p:cNvPr id="17" name="text-447">
            <a:extLst xmlns:a="http://schemas.openxmlformats.org/drawingml/2006/main">
              <a:ext uri="{FF2B5EF4-FFF2-40B4-BE49-F238E27FC236}">
                <a16:creationId xmlns:a16="http://schemas.microsoft.com/office/drawing/2014/main" id="{A620C5E6-E182-4DF3-AC01-8B78FFBA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48">
            <a:extLst xmlns:a="http://schemas.openxmlformats.org/drawingml/2006/main">
              <a:ext uri="{FF2B5EF4-FFF2-40B4-BE49-F238E27FC236}">
                <a16:creationId xmlns:a16="http://schemas.microsoft.com/office/drawing/2014/main" id="{868E4AD5-849E-46E0-96B4-B44D71691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449">
            <a:extLst xmlns:a="http://schemas.openxmlformats.org/drawingml/2006/main">
              <a:ext uri="{FF2B5EF4-FFF2-40B4-BE49-F238E27FC236}">
                <a16:creationId xmlns:a16="http://schemas.microsoft.com/office/drawing/2014/main" id="{C186935F-2A8B-4155-ABAE-D51154F9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50">
            <a:extLst xmlns:a="http://schemas.openxmlformats.org/drawingml/2006/main">
              <a:ext uri="{FF2B5EF4-FFF2-40B4-BE49-F238E27FC236}">
                <a16:creationId xmlns:a16="http://schemas.microsoft.com/office/drawing/2014/main" id="{4AE4457C-534B-4D53-9E55-6AF61E28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51">
            <a:extLst xmlns:a="http://schemas.openxmlformats.org/drawingml/2006/main">
              <a:ext uri="{FF2B5EF4-FFF2-40B4-BE49-F238E27FC236}">
                <a16:creationId xmlns:a16="http://schemas.microsoft.com/office/drawing/2014/main" id="{0BAD4B1E-0CF0-40FC-8FE0-39E9FAE6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檢查</a:t>
            </a:r>
          </a:p>
        </p:txBody>
      </p:sp>
      <p:sp>
        <p:nvSpPr>
          <p:cNvPr id="22" name="text-452">
            <a:extLst xmlns:a="http://schemas.openxmlformats.org/drawingml/2006/main">
              <a:ext uri="{FF2B5EF4-FFF2-40B4-BE49-F238E27FC236}">
                <a16:creationId xmlns:a16="http://schemas.microsoft.com/office/drawing/2014/main" id="{52F64442-2083-4A35-9EE8-14A3D944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看程式、錯誤與紀錄</a:t>
            </a:r>
          </a:p>
        </p:txBody>
      </p:sp>
      <p:sp>
        <p:nvSpPr>
          <p:cNvPr id="23" name="text-453">
            <a:extLst xmlns:a="http://schemas.openxmlformats.org/drawingml/2006/main">
              <a:ext uri="{FF2B5EF4-FFF2-40B4-BE49-F238E27FC236}">
                <a16:creationId xmlns:a16="http://schemas.microsoft.com/office/drawing/2014/main" id="{644941E4-EE18-4A50-8474-C54385E9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54">
            <a:extLst xmlns:a="http://schemas.openxmlformats.org/drawingml/2006/main">
              <a:ext uri="{FF2B5EF4-FFF2-40B4-BE49-F238E27FC236}">
                <a16:creationId xmlns:a16="http://schemas.microsoft.com/office/drawing/2014/main" id="{E4224675-9AC0-4AFA-BCE6-55400F29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455">
            <a:extLst xmlns:a="http://schemas.openxmlformats.org/drawingml/2006/main">
              <a:ext uri="{FF2B5EF4-FFF2-40B4-BE49-F238E27FC236}">
                <a16:creationId xmlns:a16="http://schemas.microsoft.com/office/drawing/2014/main" id="{94713295-ED22-48C7-93D4-58F4AEAA3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456">
            <a:extLst xmlns:a="http://schemas.openxmlformats.org/drawingml/2006/main">
              <a:ext uri="{FF2B5EF4-FFF2-40B4-BE49-F238E27FC236}">
                <a16:creationId xmlns:a16="http://schemas.microsoft.com/office/drawing/2014/main" id="{2A49DD15-94AB-43A2-A839-67C8977B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457">
            <a:extLst xmlns:a="http://schemas.openxmlformats.org/drawingml/2006/main">
              <a:ext uri="{FF2B5EF4-FFF2-40B4-BE49-F238E27FC236}">
                <a16:creationId xmlns:a16="http://schemas.microsoft.com/office/drawing/2014/main" id="{74FFC666-3FC5-48C7-BB42-5B095EBD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迭代</a:t>
            </a:r>
          </a:p>
        </p:txBody>
      </p:sp>
      <p:sp>
        <p:nvSpPr>
          <p:cNvPr id="28" name="text-458">
            <a:extLst xmlns:a="http://schemas.openxmlformats.org/drawingml/2006/main">
              <a:ext uri="{FF2B5EF4-FFF2-40B4-BE49-F238E27FC236}">
                <a16:creationId xmlns:a16="http://schemas.microsoft.com/office/drawing/2014/main" id="{554861A7-FD83-4B2F-9E1D-3499234C3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一次只修一類問題</a:t>
            </a:r>
          </a:p>
        </p:txBody>
      </p:sp>
      <p:sp>
        <p:nvSpPr>
          <p:cNvPr id="29" name="text-459">
            <a:extLst xmlns:a="http://schemas.openxmlformats.org/drawingml/2006/main">
              <a:ext uri="{FF2B5EF4-FFF2-40B4-BE49-F238E27FC236}">
                <a16:creationId xmlns:a16="http://schemas.microsoft.com/office/drawing/2014/main" id="{6D1C17E4-E791-4EAA-A59E-5298E826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655">
            <a:extLst xmlns:a="http://schemas.openxmlformats.org/drawingml/2006/main">
              <a:ext uri="{FF2B5EF4-FFF2-40B4-BE49-F238E27FC236}">
                <a16:creationId xmlns:a16="http://schemas.microsoft.com/office/drawing/2014/main" id="{7F019D72-B8ED-4518-A7BC-750798E3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bd4712146af4bce"/>
              </a:rPr>
              <a:t>開啟 Gemini Canvas ↗</a:t>
            </a:r>
          </a:p>
        </p:txBody>
      </p:sp>
      <p:sp>
        <p:nvSpPr>
          <p:cNvPr id="31" name="shape-697">
            <a:extLst xmlns:a="http://schemas.openxmlformats.org/drawingml/2006/main">
              <a:ext uri="{FF2B5EF4-FFF2-40B4-BE49-F238E27FC236}">
                <a16:creationId xmlns:a16="http://schemas.microsoft.com/office/drawing/2014/main" id="{291CD6C5-C102-4E67-AB7D-FB26B96C5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98cd6be7e2448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698">
            <a:extLst xmlns:a="http://schemas.openxmlformats.org/drawingml/2006/main">
              <a:ext uri="{FF2B5EF4-FFF2-40B4-BE49-F238E27FC236}">
                <a16:creationId xmlns:a16="http://schemas.microsoft.com/office/drawing/2014/main" id="{CEF00121-00F3-4139-A5E4-61A5F515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208197937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460">
            <a:extLst xmlns:a="http://schemas.openxmlformats.org/drawingml/2006/main">
              <a:ext uri="{FF2B5EF4-FFF2-40B4-BE49-F238E27FC236}">
                <a16:creationId xmlns:a16="http://schemas.microsoft.com/office/drawing/2014/main" id="{061DB75A-C9E0-4B46-B574-822ACC3F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2B6B7B-749A-48EB-9B1F-616D7D6D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實作三｜做出一個互動教學原型</a:t>
            </a:r>
          </a:p>
        </p:txBody>
      </p:sp>
      <p:cxnSp>
        <p:nvCxnSpPr>
          <p:cNvPr id="25" name="shape-4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62">
            <a:extLst xmlns:a="http://schemas.openxmlformats.org/drawingml/2006/main">
              <a:ext uri="{FF2B5EF4-FFF2-40B4-BE49-F238E27FC236}">
                <a16:creationId xmlns:a16="http://schemas.microsoft.com/office/drawing/2014/main" id="{DCE48870-1FC0-4B79-9990-9FB864C7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AF492AD-55DE-4C63-A5BF-87C9CD41A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text-463">
            <a:extLst xmlns:a="http://schemas.openxmlformats.org/drawingml/2006/main">
              <a:ext uri="{FF2B5EF4-FFF2-40B4-BE49-F238E27FC236}">
                <a16:creationId xmlns:a16="http://schemas.microsoft.com/office/drawing/2014/main" id="{1F9078A8-C1E1-4F92-9F91-5D145704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464">
            <a:extLst xmlns:a="http://schemas.openxmlformats.org/drawingml/2006/main">
              <a:ext uri="{FF2B5EF4-FFF2-40B4-BE49-F238E27FC236}">
                <a16:creationId xmlns:a16="http://schemas.microsoft.com/office/drawing/2014/main" id="{E53EA5E5-F98B-44E5-AB4F-AAA8CFB4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465">
            <a:extLst xmlns:a="http://schemas.openxmlformats.org/drawingml/2006/main">
              <a:ext uri="{FF2B5EF4-FFF2-40B4-BE49-F238E27FC236}">
                <a16:creationId xmlns:a16="http://schemas.microsoft.com/office/drawing/2014/main" id="{9B738751-F80D-4F80-96FC-A2566511C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66">
            <a:extLst xmlns:a="http://schemas.openxmlformats.org/drawingml/2006/main">
              <a:ext uri="{FF2B5EF4-FFF2-40B4-BE49-F238E27FC236}">
                <a16:creationId xmlns:a16="http://schemas.microsoft.com/office/drawing/2014/main" id="{D56BF743-1051-4A87-8748-B6B19D47A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貼入提示詞公式與核心內容</a:t>
            </a:r>
          </a:p>
        </p:txBody>
      </p:sp>
      <p:sp>
        <p:nvSpPr>
          <p:cNvPr id="10" name="text-467">
            <a:extLst xmlns:a="http://schemas.openxmlformats.org/drawingml/2006/main">
              <a:ext uri="{FF2B5EF4-FFF2-40B4-BE49-F238E27FC236}">
                <a16:creationId xmlns:a16="http://schemas.microsoft.com/office/drawing/2014/main" id="{1DBCD19A-0FE6-4205-AAB8-F0F06430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468">
            <a:extLst xmlns:a="http://schemas.openxmlformats.org/drawingml/2006/main">
              <a:ext uri="{FF2B5EF4-FFF2-40B4-BE49-F238E27FC236}">
                <a16:creationId xmlns:a16="http://schemas.microsoft.com/office/drawing/2014/main" id="{0B429E49-B95A-4F1E-8EF8-4803B8DE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產生第一版並完整操作</a:t>
            </a:r>
          </a:p>
        </p:txBody>
      </p:sp>
      <p:sp>
        <p:nvSpPr>
          <p:cNvPr id="12" name="text-469">
            <a:extLst xmlns:a="http://schemas.openxmlformats.org/drawingml/2006/main">
              <a:ext uri="{FF2B5EF4-FFF2-40B4-BE49-F238E27FC236}">
                <a16:creationId xmlns:a16="http://schemas.microsoft.com/office/drawing/2014/main" id="{AACEB78D-4FE3-4892-9D5C-E2C9F049B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470">
            <a:extLst xmlns:a="http://schemas.openxmlformats.org/drawingml/2006/main">
              <a:ext uri="{FF2B5EF4-FFF2-40B4-BE49-F238E27FC236}">
                <a16:creationId xmlns:a16="http://schemas.microsoft.com/office/drawing/2014/main" id="{96CEB978-9F7C-4229-95DB-F5DA9D76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請同組夥伴扮演學生測試</a:t>
            </a:r>
          </a:p>
        </p:txBody>
      </p:sp>
      <p:sp>
        <p:nvSpPr>
          <p:cNvPr id="14" name="text-471">
            <a:extLst xmlns:a="http://schemas.openxmlformats.org/drawingml/2006/main">
              <a:ext uri="{FF2B5EF4-FFF2-40B4-BE49-F238E27FC236}">
                <a16:creationId xmlns:a16="http://schemas.microsoft.com/office/drawing/2014/main" id="{A9B0EFAC-240D-45E6-A91B-C9BFE73B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472">
            <a:extLst xmlns:a="http://schemas.openxmlformats.org/drawingml/2006/main">
              <a:ext uri="{FF2B5EF4-FFF2-40B4-BE49-F238E27FC236}">
                <a16:creationId xmlns:a16="http://schemas.microsoft.com/office/drawing/2014/main" id="{7DA134F8-ABED-4DEA-8B7B-EEF54F417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根據一項具體問題修改第二版</a:t>
            </a:r>
          </a:p>
        </p:txBody>
      </p:sp>
      <p:sp>
        <p:nvSpPr>
          <p:cNvPr id="16" name="shape-473">
            <a:extLst xmlns:a="http://schemas.openxmlformats.org/drawingml/2006/main">
              <a:ext uri="{FF2B5EF4-FFF2-40B4-BE49-F238E27FC236}">
                <a16:creationId xmlns:a16="http://schemas.microsoft.com/office/drawing/2014/main" id="{A12D584B-24E9-4422-A7AB-BD35008D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474">
            <a:extLst xmlns:a="http://schemas.openxmlformats.org/drawingml/2006/main">
              <a:ext uri="{FF2B5EF4-FFF2-40B4-BE49-F238E27FC236}">
                <a16:creationId xmlns:a16="http://schemas.microsoft.com/office/drawing/2014/main" id="{FE9B7788-7583-4CAA-8A04-A187BECD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475">
            <a:extLst xmlns:a="http://schemas.openxmlformats.org/drawingml/2006/main">
              <a:ext uri="{FF2B5EF4-FFF2-40B4-BE49-F238E27FC236}">
                <a16:creationId xmlns:a16="http://schemas.microsoft.com/office/drawing/2014/main" id="{C7EB33F5-60C9-4028-AFFB-5B25EFF4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至少一個互動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有清楚回饋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手機寬度可操作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沒有學生個資</a:t>
            </a:r>
          </a:p>
        </p:txBody>
      </p:sp>
      <p:sp>
        <p:nvSpPr>
          <p:cNvPr id="19" name="text-656">
            <a:extLst xmlns:a="http://schemas.openxmlformats.org/drawingml/2006/main">
              <a:ext uri="{FF2B5EF4-FFF2-40B4-BE49-F238E27FC236}">
                <a16:creationId xmlns:a16="http://schemas.microsoft.com/office/drawing/2014/main" id="{9E7FB279-109F-4A91-AB61-88D0E153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b7defc5ea42429b"/>
              </a:rPr>
              <a:t>開啟 Gemini Canvas ↗</a:t>
            </a:r>
          </a:p>
        </p:txBody>
      </p:sp>
      <p:sp>
        <p:nvSpPr>
          <p:cNvPr id="20" name="shape-699">
            <a:extLst xmlns:a="http://schemas.openxmlformats.org/drawingml/2006/main">
              <a:ext uri="{FF2B5EF4-FFF2-40B4-BE49-F238E27FC236}">
                <a16:creationId xmlns:a16="http://schemas.microsoft.com/office/drawing/2014/main" id="{D6112261-5953-4083-9E38-38872DCB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77c63144f44a3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700">
            <a:extLst xmlns:a="http://schemas.openxmlformats.org/drawingml/2006/main">
              <a:ext uri="{FF2B5EF4-FFF2-40B4-BE49-F238E27FC236}">
                <a16:creationId xmlns:a16="http://schemas.microsoft.com/office/drawing/2014/main" id="{F00A13CD-6073-427B-8DDE-FE28A2C9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64463021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76">
            <a:extLst xmlns:a="http://schemas.openxmlformats.org/drawingml/2006/main">
              <a:ext uri="{FF2B5EF4-FFF2-40B4-BE49-F238E27FC236}">
                <a16:creationId xmlns:a16="http://schemas.microsoft.com/office/drawing/2014/main" id="{D4B38821-BF58-482F-8CEC-0F918E45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PRE-PUBLISH CHECK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AB1C2B0-0B06-4269-AE90-0DC08E61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上線前 4 道門：能用，不等於能公開</a:t>
            </a:r>
          </a:p>
        </p:txBody>
      </p:sp>
      <p:cxnSp>
        <p:nvCxnSpPr>
          <p:cNvPr id="28" name="shape-47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78">
            <a:extLst xmlns:a="http://schemas.openxmlformats.org/drawingml/2006/main">
              <a:ext uri="{FF2B5EF4-FFF2-40B4-BE49-F238E27FC236}">
                <a16:creationId xmlns:a16="http://schemas.microsoft.com/office/drawing/2014/main" id="{F6FC0A41-73DE-460C-8933-FC6B8A97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E96880B-E18C-45CF-8A7C-7B56CA6E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shape-479">
            <a:extLst xmlns:a="http://schemas.openxmlformats.org/drawingml/2006/main">
              <a:ext uri="{FF2B5EF4-FFF2-40B4-BE49-F238E27FC236}">
                <a16:creationId xmlns:a16="http://schemas.microsoft.com/office/drawing/2014/main" id="{163D45D1-5941-40C0-8C52-D466E71F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80">
            <a:extLst xmlns:a="http://schemas.openxmlformats.org/drawingml/2006/main">
              <a:ext uri="{FF2B5EF4-FFF2-40B4-BE49-F238E27FC236}">
                <a16:creationId xmlns:a16="http://schemas.microsoft.com/office/drawing/2014/main" id="{7B16295F-20BB-468F-90F4-C9ED64D72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481">
            <a:extLst xmlns:a="http://schemas.openxmlformats.org/drawingml/2006/main">
              <a:ext uri="{FF2B5EF4-FFF2-40B4-BE49-F238E27FC236}">
                <a16:creationId xmlns:a16="http://schemas.microsoft.com/office/drawing/2014/main" id="{0133FF40-2E3B-4E67-8AFC-DDAB36B41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</a:t>
            </a:r>
          </a:p>
        </p:txBody>
      </p:sp>
      <p:sp>
        <p:nvSpPr>
          <p:cNvPr id="9" name="text-482">
            <a:extLst xmlns:a="http://schemas.openxmlformats.org/drawingml/2006/main">
              <a:ext uri="{FF2B5EF4-FFF2-40B4-BE49-F238E27FC236}">
                <a16:creationId xmlns:a16="http://schemas.microsoft.com/office/drawing/2014/main" id="{DA89F93A-A877-4C93-8757-17A56BADB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移除學生姓名、信箱、成績、研究參與者與敏感檔案。</a:t>
            </a:r>
          </a:p>
        </p:txBody>
      </p:sp>
      <p:sp>
        <p:nvSpPr>
          <p:cNvPr id="10" name="shape-483">
            <a:extLst xmlns:a="http://schemas.openxmlformats.org/drawingml/2006/main">
              <a:ext uri="{FF2B5EF4-FFF2-40B4-BE49-F238E27FC236}">
                <a16:creationId xmlns:a16="http://schemas.microsoft.com/office/drawing/2014/main" id="{EE638C60-9146-4430-9370-2080C830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84">
            <a:extLst xmlns:a="http://schemas.openxmlformats.org/drawingml/2006/main">
              <a:ext uri="{FF2B5EF4-FFF2-40B4-BE49-F238E27FC236}">
                <a16:creationId xmlns:a16="http://schemas.microsoft.com/office/drawing/2014/main" id="{37C55257-F2FD-49BC-B9E6-9C4F1B7A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485">
            <a:extLst xmlns:a="http://schemas.openxmlformats.org/drawingml/2006/main">
              <a:ext uri="{FF2B5EF4-FFF2-40B4-BE49-F238E27FC236}">
                <a16:creationId xmlns:a16="http://schemas.microsoft.com/office/drawing/2014/main" id="{2719D4CB-17B0-4B69-8087-C494DF2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版權</a:t>
            </a:r>
          </a:p>
        </p:txBody>
      </p:sp>
      <p:sp>
        <p:nvSpPr>
          <p:cNvPr id="13" name="text-486">
            <a:extLst xmlns:a="http://schemas.openxmlformats.org/drawingml/2006/main">
              <a:ext uri="{FF2B5EF4-FFF2-40B4-BE49-F238E27FC236}">
                <a16:creationId xmlns:a16="http://schemas.microsoft.com/office/drawing/2014/main" id="{A63BA508-FC08-47C1-A5EE-D83068A4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確認圖片、教材、論文與範例程式的授權與引用。</a:t>
            </a:r>
          </a:p>
        </p:txBody>
      </p:sp>
      <p:sp>
        <p:nvSpPr>
          <p:cNvPr id="14" name="shape-487">
            <a:extLst xmlns:a="http://schemas.openxmlformats.org/drawingml/2006/main">
              <a:ext uri="{FF2B5EF4-FFF2-40B4-BE49-F238E27FC236}">
                <a16:creationId xmlns:a16="http://schemas.microsoft.com/office/drawing/2014/main" id="{7C35215E-79A2-4251-8826-392C25DBB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88">
            <a:extLst xmlns:a="http://schemas.openxmlformats.org/drawingml/2006/main">
              <a:ext uri="{FF2B5EF4-FFF2-40B4-BE49-F238E27FC236}">
                <a16:creationId xmlns:a16="http://schemas.microsoft.com/office/drawing/2014/main" id="{961297AE-EAB3-4714-A689-4788EAE6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89">
            <a:extLst xmlns:a="http://schemas.openxmlformats.org/drawingml/2006/main">
              <a:ext uri="{FF2B5EF4-FFF2-40B4-BE49-F238E27FC236}">
                <a16:creationId xmlns:a16="http://schemas.microsoft.com/office/drawing/2014/main" id="{AF316392-EE65-417A-AE51-E435B44FD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無障礙</a:t>
            </a:r>
          </a:p>
        </p:txBody>
      </p:sp>
      <p:sp>
        <p:nvSpPr>
          <p:cNvPr id="17" name="text-490">
            <a:extLst xmlns:a="http://schemas.openxmlformats.org/drawingml/2006/main">
              <a:ext uri="{FF2B5EF4-FFF2-40B4-BE49-F238E27FC236}">
                <a16:creationId xmlns:a16="http://schemas.microsoft.com/office/drawing/2014/main" id="{5BEC1146-C7CF-4C8E-AE3C-9CB9FC7E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文字可讀、對比足夠、鍵盤可操作、圖片有替代說明。</a:t>
            </a:r>
          </a:p>
        </p:txBody>
      </p:sp>
      <p:sp>
        <p:nvSpPr>
          <p:cNvPr id="18" name="shape-491">
            <a:extLst xmlns:a="http://schemas.openxmlformats.org/drawingml/2006/main">
              <a:ext uri="{FF2B5EF4-FFF2-40B4-BE49-F238E27FC236}">
                <a16:creationId xmlns:a16="http://schemas.microsoft.com/office/drawing/2014/main" id="{8E095A5C-0062-4A56-8738-496ABB81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92">
            <a:extLst xmlns:a="http://schemas.openxmlformats.org/drawingml/2006/main">
              <a:ext uri="{FF2B5EF4-FFF2-40B4-BE49-F238E27FC236}">
                <a16:creationId xmlns:a16="http://schemas.microsoft.com/office/drawing/2014/main" id="{ABE76FDE-8D8E-45E3-A9A5-05A4989F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93">
            <a:extLst xmlns:a="http://schemas.openxmlformats.org/drawingml/2006/main">
              <a:ext uri="{FF2B5EF4-FFF2-40B4-BE49-F238E27FC236}">
                <a16:creationId xmlns:a16="http://schemas.microsoft.com/office/drawing/2014/main" id="{0AA90D0D-7E90-46D8-8632-BAB12C14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跨裝置</a:t>
            </a:r>
          </a:p>
        </p:txBody>
      </p:sp>
      <p:sp>
        <p:nvSpPr>
          <p:cNvPr id="21" name="text-494">
            <a:extLst xmlns:a="http://schemas.openxmlformats.org/drawingml/2006/main">
              <a:ext uri="{FF2B5EF4-FFF2-40B4-BE49-F238E27FC236}">
                <a16:creationId xmlns:a16="http://schemas.microsoft.com/office/drawing/2014/main" id="{41398E70-BF4C-48CE-B9B8-05E54F9E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手機、平板、桌機都完成主要任務，不只看首頁。</a:t>
            </a:r>
          </a:p>
        </p:txBody>
      </p:sp>
      <p:sp>
        <p:nvSpPr>
          <p:cNvPr id="22" name="text-657">
            <a:extLst xmlns:a="http://schemas.openxmlformats.org/drawingml/2006/main">
              <a:ext uri="{FF2B5EF4-FFF2-40B4-BE49-F238E27FC236}">
                <a16:creationId xmlns:a16="http://schemas.microsoft.com/office/drawing/2014/main" id="{2347A256-C391-4F4D-8EF3-CB872B9C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f1744da9d574d26"/>
              </a:rPr>
              <a:t>開啟 Gemini Canvas ↗</a:t>
            </a:r>
          </a:p>
        </p:txBody>
      </p:sp>
      <p:sp>
        <p:nvSpPr>
          <p:cNvPr id="23" name="shape-701">
            <a:extLst xmlns:a="http://schemas.openxmlformats.org/drawingml/2006/main">
              <a:ext uri="{FF2B5EF4-FFF2-40B4-BE49-F238E27FC236}">
                <a16:creationId xmlns:a16="http://schemas.microsoft.com/office/drawing/2014/main" id="{1DFA97D2-39C5-4F61-8822-35A703F1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3d6ffb3b1248c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702">
            <a:extLst xmlns:a="http://schemas.openxmlformats.org/drawingml/2006/main">
              <a:ext uri="{FF2B5EF4-FFF2-40B4-BE49-F238E27FC236}">
                <a16:creationId xmlns:a16="http://schemas.microsoft.com/office/drawing/2014/main" id="{05895B14-327D-4274-8068-64ACC856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02641338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95">
            <a:extLst xmlns:a="http://schemas.openxmlformats.org/drawingml/2006/main">
              <a:ext uri="{FF2B5EF4-FFF2-40B4-BE49-F238E27FC236}">
                <a16:creationId xmlns:a16="http://schemas.microsoft.com/office/drawing/2014/main" id="{E8BB4218-14F1-49C1-9163-2C988DA5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GOOGLE SITES · GITHUB PAGES · EZPAGE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3B00B96-C736-4C24-8A7C-B16515915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部署選擇：先看目的，再看技術</a:t>
            </a:r>
          </a:p>
        </p:txBody>
      </p:sp>
      <p:cxnSp>
        <p:nvCxnSpPr>
          <p:cNvPr id="28" name="shape-49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97">
            <a:extLst xmlns:a="http://schemas.openxmlformats.org/drawingml/2006/main">
              <a:ext uri="{FF2B5EF4-FFF2-40B4-BE49-F238E27FC236}">
                <a16:creationId xmlns:a16="http://schemas.microsoft.com/office/drawing/2014/main" id="{70F764E0-2BE1-4DCC-A2AA-47996301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A975895-19E8-4654-9EED-64AD2A57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498">
            <a:extLst xmlns:a="http://schemas.openxmlformats.org/drawingml/2006/main">
              <a:ext uri="{FF2B5EF4-FFF2-40B4-BE49-F238E27FC236}">
                <a16:creationId xmlns:a16="http://schemas.microsoft.com/office/drawing/2014/main" id="{56F55163-E5D9-40FF-AD46-5755E39E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99">
            <a:extLst xmlns:a="http://schemas.openxmlformats.org/drawingml/2006/main">
              <a:ext uri="{FF2B5EF4-FFF2-40B4-BE49-F238E27FC236}">
                <a16:creationId xmlns:a16="http://schemas.microsoft.com/office/drawing/2014/main" id="{B772BF0A-2576-4A62-9EEE-E87E1CDDF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500">
            <a:extLst xmlns:a="http://schemas.openxmlformats.org/drawingml/2006/main">
              <a:ext uri="{FF2B5EF4-FFF2-40B4-BE49-F238E27FC236}">
                <a16:creationId xmlns:a16="http://schemas.microsoft.com/office/drawing/2014/main" id="{1A22CCBF-381B-426C-A88A-D6F42258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sp>
        <p:nvSpPr>
          <p:cNvPr id="9" name="text-501">
            <a:extLst xmlns:a="http://schemas.openxmlformats.org/drawingml/2006/main">
              <a:ext uri="{FF2B5EF4-FFF2-40B4-BE49-F238E27FC236}">
                <a16:creationId xmlns:a16="http://schemas.microsoft.com/office/drawing/2014/main" id="{41646A96-3AE4-4D6E-88C5-0C91FF1CC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適合快速整理課程入口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拖放編輯與多人協作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可嵌入 Google 檔案與網站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維護門檻較低</a:t>
            </a:r>
          </a:p>
        </p:txBody>
      </p:sp>
      <p:sp>
        <p:nvSpPr>
          <p:cNvPr id="10" name="text-502">
            <a:extLst xmlns:a="http://schemas.openxmlformats.org/drawingml/2006/main">
              <a:ext uri="{FF2B5EF4-FFF2-40B4-BE49-F238E27FC236}">
                <a16:creationId xmlns:a16="http://schemas.microsoft.com/office/drawing/2014/main" id="{2A50AE99-C06C-4B63-8F8D-05698B9E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GitHub Pages／EZPage</a:t>
            </a:r>
          </a:p>
        </p:txBody>
      </p:sp>
      <p:sp>
        <p:nvSpPr>
          <p:cNvPr id="11" name="text-503">
            <a:extLst xmlns:a="http://schemas.openxmlformats.org/drawingml/2006/main">
              <a:ext uri="{FF2B5EF4-FFF2-40B4-BE49-F238E27FC236}">
                <a16:creationId xmlns:a16="http://schemas.microsoft.com/office/drawing/2014/main" id="{2927A9CD-9F87-44E2-A1AD-16E64897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原生流程保留版本與程式結構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可直接上傳 ZIP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適合展示互動網站作品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仍要理解公開、授權與驗證</a:t>
            </a:r>
          </a:p>
        </p:txBody>
      </p:sp>
      <p:sp>
        <p:nvSpPr>
          <p:cNvPr id="12" name="text-504">
            <a:extLst xmlns:a="http://schemas.openxmlformats.org/drawingml/2006/main">
              <a:ext uri="{FF2B5EF4-FFF2-40B4-BE49-F238E27FC236}">
                <a16:creationId xmlns:a16="http://schemas.microsoft.com/office/drawing/2014/main" id="{7C17CC57-1486-4EC3-B05D-6CD0CCD2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協作、嵌入、低門檻</a:t>
            </a:r>
          </a:p>
        </p:txBody>
      </p:sp>
      <p:sp>
        <p:nvSpPr>
          <p:cNvPr id="13" name="text-505">
            <a:extLst xmlns:a="http://schemas.openxmlformats.org/drawingml/2006/main">
              <a:ext uri="{FF2B5EF4-FFF2-40B4-BE49-F238E27FC236}">
                <a16:creationId xmlns:a16="http://schemas.microsoft.com/office/drawing/2014/main" id="{93B6E413-FA6D-4A79-8A0E-119F704A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876800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誰要維護？</a:t>
            </a:r>
          </a:p>
        </p:txBody>
      </p:sp>
      <p:sp>
        <p:nvSpPr>
          <p:cNvPr id="14" name="text-506">
            <a:extLst xmlns:a="http://schemas.openxmlformats.org/drawingml/2006/main">
              <a:ext uri="{FF2B5EF4-FFF2-40B4-BE49-F238E27FC236}">
                <a16:creationId xmlns:a16="http://schemas.microsoft.com/office/drawing/2014/main" id="{064FBA6A-5D4B-44C5-ABDC-A90FE456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程式、版本、公開</a:t>
            </a:r>
          </a:p>
        </p:txBody>
      </p:sp>
      <p:cxnSp>
        <p:nvCxnSpPr>
          <p:cNvPr id="40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3067050" y="5181600"/>
            <a:ext cx="2028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41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05625" y="5181600"/>
            <a:ext cx="2219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507">
            <a:extLst xmlns:a="http://schemas.openxmlformats.org/drawingml/2006/main">
              <a:ext uri="{FF2B5EF4-FFF2-40B4-BE49-F238E27FC236}">
                <a16:creationId xmlns:a16="http://schemas.microsoft.com/office/drawing/2014/main" id="{F8A84056-C028-4300-97D1-04C4D01F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197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選部署條件，不先選品牌</a:t>
            </a:r>
          </a:p>
        </p:txBody>
      </p:sp>
      <p:sp>
        <p:nvSpPr>
          <p:cNvPr id="18" name="text-658">
            <a:extLst xmlns:a="http://schemas.openxmlformats.org/drawingml/2006/main">
              <a:ext uri="{FF2B5EF4-FFF2-40B4-BE49-F238E27FC236}">
                <a16:creationId xmlns:a16="http://schemas.microsoft.com/office/drawing/2014/main" id="{4EC4109D-CFD8-48A7-BA3B-3684CB88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82451785aca48d6"/>
              </a:rPr>
              <a:t>Google Sites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70ca6dd92b54845"/>
              </a:rPr>
              <a:t>GitHub Pages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5da8abfc01144bc"/>
              </a:rPr>
              <a:t>EZPage ↗</a:t>
            </a:r>
          </a:p>
        </p:txBody>
      </p:sp>
      <p:sp>
        <p:nvSpPr>
          <p:cNvPr id="19" name="shape-703">
            <a:extLst xmlns:a="http://schemas.openxmlformats.org/drawingml/2006/main">
              <a:ext uri="{FF2B5EF4-FFF2-40B4-BE49-F238E27FC236}">
                <a16:creationId xmlns:a16="http://schemas.microsoft.com/office/drawing/2014/main" id="{F3FE6A18-1A10-42AA-8811-1C9BDB892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de916d3c804bd0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704">
            <a:extLst xmlns:a="http://schemas.openxmlformats.org/drawingml/2006/main">
              <a:ext uri="{FF2B5EF4-FFF2-40B4-BE49-F238E27FC236}">
                <a16:creationId xmlns:a16="http://schemas.microsoft.com/office/drawing/2014/main" id="{5DA3B46D-ED04-46D7-A7BB-98EEDB00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39c79f285c4ce4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text-705">
            <a:extLst xmlns:a="http://schemas.openxmlformats.org/drawingml/2006/main">
              <a:ext uri="{FF2B5EF4-FFF2-40B4-BE49-F238E27FC236}">
                <a16:creationId xmlns:a16="http://schemas.microsoft.com/office/drawing/2014/main" id="{0A9CE3EE-E21B-4BF4-9380-EC12AF5F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945706101749cc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706">
            <a:extLst xmlns:a="http://schemas.openxmlformats.org/drawingml/2006/main">
              <a:ext uri="{FF2B5EF4-FFF2-40B4-BE49-F238E27FC236}">
                <a16:creationId xmlns:a16="http://schemas.microsoft.com/office/drawing/2014/main" id="{BE1684E3-FFDC-4372-A364-107B074DE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115985413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508">
            <a:extLst xmlns:a="http://schemas.openxmlformats.org/drawingml/2006/main">
              <a:ext uri="{FF2B5EF4-FFF2-40B4-BE49-F238E27FC236}">
                <a16:creationId xmlns:a16="http://schemas.microsoft.com/office/drawing/2014/main" id="{4F80A507-0A12-4419-B7B9-EFA4A84DA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A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5F2E89-38F9-4A88-92AE-5923D4B8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Sites：最快建立課程作品入口</a:t>
            </a:r>
          </a:p>
        </p:txBody>
      </p:sp>
      <p:cxnSp>
        <p:nvCxnSpPr>
          <p:cNvPr id="36" name="shape-50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10">
            <a:extLst xmlns:a="http://schemas.openxmlformats.org/drawingml/2006/main">
              <a:ext uri="{FF2B5EF4-FFF2-40B4-BE49-F238E27FC236}">
                <a16:creationId xmlns:a16="http://schemas.microsoft.com/office/drawing/2014/main" id="{7ADEE687-8999-4F9C-9F9C-E3960800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0AD1D5-A014-4872-BFF0-47A73CFDD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shape-511">
            <a:extLst xmlns:a="http://schemas.openxmlformats.org/drawingml/2006/main">
              <a:ext uri="{FF2B5EF4-FFF2-40B4-BE49-F238E27FC236}">
                <a16:creationId xmlns:a16="http://schemas.microsoft.com/office/drawing/2014/main" id="{6AB9F294-4018-4237-BC89-1793FFB9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12">
            <a:extLst xmlns:a="http://schemas.openxmlformats.org/drawingml/2006/main">
              <a:ext uri="{FF2B5EF4-FFF2-40B4-BE49-F238E27FC236}">
                <a16:creationId xmlns:a16="http://schemas.microsoft.com/office/drawing/2014/main" id="{E7DE357E-8E4A-4CB1-BC1A-29CEBFA5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13">
            <a:extLst xmlns:a="http://schemas.openxmlformats.org/drawingml/2006/main">
              <a:ext uri="{FF2B5EF4-FFF2-40B4-BE49-F238E27FC236}">
                <a16:creationId xmlns:a16="http://schemas.microsoft.com/office/drawing/2014/main" id="{8393374D-81B5-40D2-93CD-82939DC63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14">
            <a:extLst xmlns:a="http://schemas.openxmlformats.org/drawingml/2006/main">
              <a:ext uri="{FF2B5EF4-FFF2-40B4-BE49-F238E27FC236}">
                <a16:creationId xmlns:a16="http://schemas.microsoft.com/office/drawing/2014/main" id="{0BCB7547-8A9D-4A05-9505-F58C031D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建立網站</a:t>
            </a:r>
          </a:p>
        </p:txBody>
      </p:sp>
      <p:sp>
        <p:nvSpPr>
          <p:cNvPr id="10" name="text-515">
            <a:extLst xmlns:a="http://schemas.openxmlformats.org/drawingml/2006/main">
              <a:ext uri="{FF2B5EF4-FFF2-40B4-BE49-F238E27FC236}">
                <a16:creationId xmlns:a16="http://schemas.microsoft.com/office/drawing/2014/main" id="{1440BB19-8F2F-4FC3-AA18-D02C5A39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選空白或範本</a:t>
            </a:r>
          </a:p>
        </p:txBody>
      </p:sp>
      <p:sp>
        <p:nvSpPr>
          <p:cNvPr id="11" name="text-516">
            <a:extLst xmlns:a="http://schemas.openxmlformats.org/drawingml/2006/main">
              <a:ext uri="{FF2B5EF4-FFF2-40B4-BE49-F238E27FC236}">
                <a16:creationId xmlns:a16="http://schemas.microsoft.com/office/drawing/2014/main" id="{2EB6B6C8-01E7-44F2-8F65-017B57C8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17">
            <a:extLst xmlns:a="http://schemas.openxmlformats.org/drawingml/2006/main">
              <a:ext uri="{FF2B5EF4-FFF2-40B4-BE49-F238E27FC236}">
                <a16:creationId xmlns:a16="http://schemas.microsoft.com/office/drawing/2014/main" id="{652E7D8E-164F-440F-BE2A-EE111296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518">
            <a:extLst xmlns:a="http://schemas.openxmlformats.org/drawingml/2006/main">
              <a:ext uri="{FF2B5EF4-FFF2-40B4-BE49-F238E27FC236}">
                <a16:creationId xmlns:a16="http://schemas.microsoft.com/office/drawing/2014/main" id="{99E72F8F-1E18-4ED5-966B-A4AF517D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19">
            <a:extLst xmlns:a="http://schemas.openxmlformats.org/drawingml/2006/main">
              <a:ext uri="{FF2B5EF4-FFF2-40B4-BE49-F238E27FC236}">
                <a16:creationId xmlns:a16="http://schemas.microsoft.com/office/drawing/2014/main" id="{B4F67F70-C160-4CC9-B350-F7D4572A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20">
            <a:extLst xmlns:a="http://schemas.openxmlformats.org/drawingml/2006/main">
              <a:ext uri="{FF2B5EF4-FFF2-40B4-BE49-F238E27FC236}">
                <a16:creationId xmlns:a16="http://schemas.microsoft.com/office/drawing/2014/main" id="{E90E83F1-8004-4ED8-A391-279610A2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加入內容</a:t>
            </a:r>
          </a:p>
        </p:txBody>
      </p:sp>
      <p:sp>
        <p:nvSpPr>
          <p:cNvPr id="16" name="text-521">
            <a:extLst xmlns:a="http://schemas.openxmlformats.org/drawingml/2006/main">
              <a:ext uri="{FF2B5EF4-FFF2-40B4-BE49-F238E27FC236}">
                <a16:creationId xmlns:a16="http://schemas.microsoft.com/office/drawing/2014/main" id="{EB06BD2B-6B7F-4AA4-841F-9A7C3EFB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文字、圖片、檔案、嵌入</a:t>
            </a:r>
          </a:p>
        </p:txBody>
      </p:sp>
      <p:sp>
        <p:nvSpPr>
          <p:cNvPr id="17" name="text-522">
            <a:extLst xmlns:a="http://schemas.openxmlformats.org/drawingml/2006/main">
              <a:ext uri="{FF2B5EF4-FFF2-40B4-BE49-F238E27FC236}">
                <a16:creationId xmlns:a16="http://schemas.microsoft.com/office/drawing/2014/main" id="{64C7CA06-680F-410B-87BE-D6A21BDB6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23">
            <a:extLst xmlns:a="http://schemas.openxmlformats.org/drawingml/2006/main">
              <a:ext uri="{FF2B5EF4-FFF2-40B4-BE49-F238E27FC236}">
                <a16:creationId xmlns:a16="http://schemas.microsoft.com/office/drawing/2014/main" id="{B3203542-BCC5-403B-8BFF-237F3A61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524">
            <a:extLst xmlns:a="http://schemas.openxmlformats.org/drawingml/2006/main">
              <a:ext uri="{FF2B5EF4-FFF2-40B4-BE49-F238E27FC236}">
                <a16:creationId xmlns:a16="http://schemas.microsoft.com/office/drawing/2014/main" id="{E87B412D-675E-490C-9F43-A950A1FC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25">
            <a:extLst xmlns:a="http://schemas.openxmlformats.org/drawingml/2006/main">
              <a:ext uri="{FF2B5EF4-FFF2-40B4-BE49-F238E27FC236}">
                <a16:creationId xmlns:a16="http://schemas.microsoft.com/office/drawing/2014/main" id="{9364C689-672B-4AC0-B99F-2E932AAD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26">
            <a:extLst xmlns:a="http://schemas.openxmlformats.org/drawingml/2006/main">
              <a:ext uri="{FF2B5EF4-FFF2-40B4-BE49-F238E27FC236}">
                <a16:creationId xmlns:a16="http://schemas.microsoft.com/office/drawing/2014/main" id="{D0B679D3-00E7-4B0A-A4A2-E33D028E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22" name="text-527">
            <a:extLst xmlns:a="http://schemas.openxmlformats.org/drawingml/2006/main">
              <a:ext uri="{FF2B5EF4-FFF2-40B4-BE49-F238E27FC236}">
                <a16:creationId xmlns:a16="http://schemas.microsoft.com/office/drawing/2014/main" id="{B88D4F18-25E3-4D34-9733-6106B7FB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桌機／平板／手機</a:t>
            </a:r>
          </a:p>
        </p:txBody>
      </p:sp>
      <p:sp>
        <p:nvSpPr>
          <p:cNvPr id="23" name="text-528">
            <a:extLst xmlns:a="http://schemas.openxmlformats.org/drawingml/2006/main">
              <a:ext uri="{FF2B5EF4-FFF2-40B4-BE49-F238E27FC236}">
                <a16:creationId xmlns:a16="http://schemas.microsoft.com/office/drawing/2014/main" id="{06FEFAF2-5606-4FF9-B0D3-8B8896E70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29">
            <a:extLst xmlns:a="http://schemas.openxmlformats.org/drawingml/2006/main">
              <a:ext uri="{FF2B5EF4-FFF2-40B4-BE49-F238E27FC236}">
                <a16:creationId xmlns:a16="http://schemas.microsoft.com/office/drawing/2014/main" id="{678225B4-DAC8-4E5D-9070-024769F34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530">
            <a:extLst xmlns:a="http://schemas.openxmlformats.org/drawingml/2006/main">
              <a:ext uri="{FF2B5EF4-FFF2-40B4-BE49-F238E27FC236}">
                <a16:creationId xmlns:a16="http://schemas.microsoft.com/office/drawing/2014/main" id="{9BA454B6-402B-49C8-892C-8F1CC791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31">
            <a:extLst xmlns:a="http://schemas.openxmlformats.org/drawingml/2006/main">
              <a:ext uri="{FF2B5EF4-FFF2-40B4-BE49-F238E27FC236}">
                <a16:creationId xmlns:a16="http://schemas.microsoft.com/office/drawing/2014/main" id="{4EE6BCA9-873C-44F1-B7CA-337905EB9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32">
            <a:extLst xmlns:a="http://schemas.openxmlformats.org/drawingml/2006/main">
              <a:ext uri="{FF2B5EF4-FFF2-40B4-BE49-F238E27FC236}">
                <a16:creationId xmlns:a16="http://schemas.microsoft.com/office/drawing/2014/main" id="{D693941C-9DAE-4462-AB78-F1EF30D6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</a:t>
            </a:r>
          </a:p>
        </p:txBody>
      </p:sp>
      <p:sp>
        <p:nvSpPr>
          <p:cNvPr id="28" name="text-533">
            <a:extLst xmlns:a="http://schemas.openxmlformats.org/drawingml/2006/main">
              <a:ext uri="{FF2B5EF4-FFF2-40B4-BE49-F238E27FC236}">
                <a16:creationId xmlns:a16="http://schemas.microsoft.com/office/drawing/2014/main" id="{0D966943-8CDB-4EA8-9A9D-40018E597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設定網址與檢視權限</a:t>
            </a:r>
          </a:p>
        </p:txBody>
      </p:sp>
      <p:sp>
        <p:nvSpPr>
          <p:cNvPr id="29" name="text-534">
            <a:extLst xmlns:a="http://schemas.openxmlformats.org/drawingml/2006/main">
              <a:ext uri="{FF2B5EF4-FFF2-40B4-BE49-F238E27FC236}">
                <a16:creationId xmlns:a16="http://schemas.microsoft.com/office/drawing/2014/main" id="{ECE46AD7-D305-4764-AC89-6B809F2D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660">
            <a:extLst xmlns:a="http://schemas.openxmlformats.org/drawingml/2006/main">
              <a:ext uri="{FF2B5EF4-FFF2-40B4-BE49-F238E27FC236}">
                <a16:creationId xmlns:a16="http://schemas.microsoft.com/office/drawing/2014/main" id="{9A966BD5-BB62-4478-A7FB-ACC0393B1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99406178d384745"/>
              </a:rPr>
              <a:t>建立 Google Sites ↗</a:t>
            </a:r>
          </a:p>
        </p:txBody>
      </p:sp>
      <p:sp>
        <p:nvSpPr>
          <p:cNvPr id="31" name="shape-711">
            <a:extLst xmlns:a="http://schemas.openxmlformats.org/drawingml/2006/main">
              <a:ext uri="{FF2B5EF4-FFF2-40B4-BE49-F238E27FC236}">
                <a16:creationId xmlns:a16="http://schemas.microsoft.com/office/drawing/2014/main" id="{5E7CD600-355F-4602-9B7F-671A0FA65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76122bce245a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712">
            <a:extLst xmlns:a="http://schemas.openxmlformats.org/drawingml/2006/main">
              <a:ext uri="{FF2B5EF4-FFF2-40B4-BE49-F238E27FC236}">
                <a16:creationId xmlns:a16="http://schemas.microsoft.com/office/drawing/2014/main" id="{DA57B0BC-21E9-4B10-97A7-0C7B3C9E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127351664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535">
            <a:extLst xmlns:a="http://schemas.openxmlformats.org/drawingml/2006/main">
              <a:ext uri="{FF2B5EF4-FFF2-40B4-BE49-F238E27FC236}">
                <a16:creationId xmlns:a16="http://schemas.microsoft.com/office/drawing/2014/main" id="{72045088-5934-4E05-9A04-D773F217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B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42413CE-65F3-4AA1-B180-9701D8CA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Pages：讓程式作品有公開網址</a:t>
            </a:r>
          </a:p>
        </p:txBody>
      </p:sp>
      <p:cxnSp>
        <p:nvCxnSpPr>
          <p:cNvPr id="40" name="shape-5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37">
            <a:extLst xmlns:a="http://schemas.openxmlformats.org/drawingml/2006/main">
              <a:ext uri="{FF2B5EF4-FFF2-40B4-BE49-F238E27FC236}">
                <a16:creationId xmlns:a16="http://schemas.microsoft.com/office/drawing/2014/main" id="{AF425A12-4D4D-41E5-BDE7-0CC25783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4505F42-1BF5-403D-836F-BA4CC8EEF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538">
            <a:extLst xmlns:a="http://schemas.openxmlformats.org/drawingml/2006/main">
              <a:ext uri="{FF2B5EF4-FFF2-40B4-BE49-F238E27FC236}">
                <a16:creationId xmlns:a16="http://schemas.microsoft.com/office/drawing/2014/main" id="{A66E42C3-C121-4755-A4B0-D3DF148F1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39">
            <a:extLst xmlns:a="http://schemas.openxmlformats.org/drawingml/2006/main">
              <a:ext uri="{FF2B5EF4-FFF2-40B4-BE49-F238E27FC236}">
                <a16:creationId xmlns:a16="http://schemas.microsoft.com/office/drawing/2014/main" id="{E8837AFC-BA75-4FBC-81FB-0A6EA9A1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40">
            <a:extLst xmlns:a="http://schemas.openxmlformats.org/drawingml/2006/main">
              <a:ext uri="{FF2B5EF4-FFF2-40B4-BE49-F238E27FC236}">
                <a16:creationId xmlns:a16="http://schemas.microsoft.com/office/drawing/2014/main" id="{5D9F34D8-A60C-44E9-853B-C4EF4DD7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41">
            <a:extLst xmlns:a="http://schemas.openxmlformats.org/drawingml/2006/main">
              <a:ext uri="{FF2B5EF4-FFF2-40B4-BE49-F238E27FC236}">
                <a16:creationId xmlns:a16="http://schemas.microsoft.com/office/drawing/2014/main" id="{55E57E1B-ED14-4D73-97DD-D4CC4197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repo</a:t>
            </a:r>
          </a:p>
        </p:txBody>
      </p:sp>
      <p:sp>
        <p:nvSpPr>
          <p:cNvPr id="10" name="text-542">
            <a:extLst xmlns:a="http://schemas.openxmlformats.org/drawingml/2006/main">
              <a:ext uri="{FF2B5EF4-FFF2-40B4-BE49-F238E27FC236}">
                <a16:creationId xmlns:a16="http://schemas.microsoft.com/office/drawing/2014/main" id="{4F939856-1E01-422B-86A1-90B7B312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公開專案與 README</a:t>
            </a:r>
          </a:p>
        </p:txBody>
      </p:sp>
      <p:sp>
        <p:nvSpPr>
          <p:cNvPr id="11" name="text-543">
            <a:extLst xmlns:a="http://schemas.openxmlformats.org/drawingml/2006/main">
              <a:ext uri="{FF2B5EF4-FFF2-40B4-BE49-F238E27FC236}">
                <a16:creationId xmlns:a16="http://schemas.microsoft.com/office/drawing/2014/main" id="{165C3F2F-2EEB-420D-A7F1-983EB3CB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44">
            <a:extLst xmlns:a="http://schemas.openxmlformats.org/drawingml/2006/main">
              <a:ext uri="{FF2B5EF4-FFF2-40B4-BE49-F238E27FC236}">
                <a16:creationId xmlns:a16="http://schemas.microsoft.com/office/drawing/2014/main" id="{0ABA50AA-B8C4-487C-BCE2-C36B0F2F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545">
            <a:extLst xmlns:a="http://schemas.openxmlformats.org/drawingml/2006/main">
              <a:ext uri="{FF2B5EF4-FFF2-40B4-BE49-F238E27FC236}">
                <a16:creationId xmlns:a16="http://schemas.microsoft.com/office/drawing/2014/main" id="{696F404B-7C7A-4204-8440-A238E710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46">
            <a:extLst xmlns:a="http://schemas.openxmlformats.org/drawingml/2006/main">
              <a:ext uri="{FF2B5EF4-FFF2-40B4-BE49-F238E27FC236}">
                <a16:creationId xmlns:a16="http://schemas.microsoft.com/office/drawing/2014/main" id="{43D07B08-7847-4160-88DD-2D2F8BA6E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47">
            <a:extLst xmlns:a="http://schemas.openxmlformats.org/drawingml/2006/main">
              <a:ext uri="{FF2B5EF4-FFF2-40B4-BE49-F238E27FC236}">
                <a16:creationId xmlns:a16="http://schemas.microsoft.com/office/drawing/2014/main" id="{C1D08D2D-4733-42DD-954C-66584FD6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上傳檔案</a:t>
            </a:r>
          </a:p>
        </p:txBody>
      </p:sp>
      <p:sp>
        <p:nvSpPr>
          <p:cNvPr id="16" name="text-548">
            <a:extLst xmlns:a="http://schemas.openxmlformats.org/drawingml/2006/main">
              <a:ext uri="{FF2B5EF4-FFF2-40B4-BE49-F238E27FC236}">
                <a16:creationId xmlns:a16="http://schemas.microsoft.com/office/drawing/2014/main" id="{5BC47CE8-EF50-4886-B3B6-77E80EFE4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index.html 與必要資產</a:t>
            </a:r>
          </a:p>
        </p:txBody>
      </p:sp>
      <p:sp>
        <p:nvSpPr>
          <p:cNvPr id="17" name="text-549">
            <a:extLst xmlns:a="http://schemas.openxmlformats.org/drawingml/2006/main">
              <a:ext uri="{FF2B5EF4-FFF2-40B4-BE49-F238E27FC236}">
                <a16:creationId xmlns:a16="http://schemas.microsoft.com/office/drawing/2014/main" id="{4AEB087D-8E0F-4D92-A00A-300FF421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50">
            <a:extLst xmlns:a="http://schemas.openxmlformats.org/drawingml/2006/main">
              <a:ext uri="{FF2B5EF4-FFF2-40B4-BE49-F238E27FC236}">
                <a16:creationId xmlns:a16="http://schemas.microsoft.com/office/drawing/2014/main" id="{3EA06B60-B292-49C6-82AA-3F00FF53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551">
            <a:extLst xmlns:a="http://schemas.openxmlformats.org/drawingml/2006/main">
              <a:ext uri="{FF2B5EF4-FFF2-40B4-BE49-F238E27FC236}">
                <a16:creationId xmlns:a16="http://schemas.microsoft.com/office/drawing/2014/main" id="{F50F05C3-A4B9-4B64-A24B-CCC2035E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52">
            <a:extLst xmlns:a="http://schemas.openxmlformats.org/drawingml/2006/main">
              <a:ext uri="{FF2B5EF4-FFF2-40B4-BE49-F238E27FC236}">
                <a16:creationId xmlns:a16="http://schemas.microsoft.com/office/drawing/2014/main" id="{EDAB15CB-DC4B-47E9-B94F-DDF9D819E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53">
            <a:extLst xmlns:a="http://schemas.openxmlformats.org/drawingml/2006/main">
              <a:ext uri="{FF2B5EF4-FFF2-40B4-BE49-F238E27FC236}">
                <a16:creationId xmlns:a16="http://schemas.microsoft.com/office/drawing/2014/main" id="{3249863A-D0DD-4C7B-B145-02AE0D73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設定 Pages</a:t>
            </a:r>
          </a:p>
        </p:txBody>
      </p:sp>
      <p:sp>
        <p:nvSpPr>
          <p:cNvPr id="22" name="text-554">
            <a:extLst xmlns:a="http://schemas.openxmlformats.org/drawingml/2006/main">
              <a:ext uri="{FF2B5EF4-FFF2-40B4-BE49-F238E27FC236}">
                <a16:creationId xmlns:a16="http://schemas.microsoft.com/office/drawing/2014/main" id="{91E33592-FCBC-472B-BBF5-54EF9EC9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選分支與資料夾</a:t>
            </a:r>
          </a:p>
        </p:txBody>
      </p:sp>
      <p:sp>
        <p:nvSpPr>
          <p:cNvPr id="23" name="text-555">
            <a:extLst xmlns:a="http://schemas.openxmlformats.org/drawingml/2006/main">
              <a:ext uri="{FF2B5EF4-FFF2-40B4-BE49-F238E27FC236}">
                <a16:creationId xmlns:a16="http://schemas.microsoft.com/office/drawing/2014/main" id="{377EC218-0474-4517-AFC7-0D7759155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56">
            <a:extLst xmlns:a="http://schemas.openxmlformats.org/drawingml/2006/main">
              <a:ext uri="{FF2B5EF4-FFF2-40B4-BE49-F238E27FC236}">
                <a16:creationId xmlns:a16="http://schemas.microsoft.com/office/drawing/2014/main" id="{80961D7C-CD89-43B9-A158-BA229981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557">
            <a:extLst xmlns:a="http://schemas.openxmlformats.org/drawingml/2006/main">
              <a:ext uri="{FF2B5EF4-FFF2-40B4-BE49-F238E27FC236}">
                <a16:creationId xmlns:a16="http://schemas.microsoft.com/office/drawing/2014/main" id="{563CF9AB-8CFE-4294-94A8-8939C00A8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58">
            <a:extLst xmlns:a="http://schemas.openxmlformats.org/drawingml/2006/main">
              <a:ext uri="{FF2B5EF4-FFF2-40B4-BE49-F238E27FC236}">
                <a16:creationId xmlns:a16="http://schemas.microsoft.com/office/drawing/2014/main" id="{223E13A3-5B17-4051-9DA3-2889C35E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59">
            <a:extLst xmlns:a="http://schemas.openxmlformats.org/drawingml/2006/main">
              <a:ext uri="{FF2B5EF4-FFF2-40B4-BE49-F238E27FC236}">
                <a16:creationId xmlns:a16="http://schemas.microsoft.com/office/drawing/2014/main" id="{29636445-2E4F-40D5-952A-24C0037A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驗證網址</a:t>
            </a:r>
          </a:p>
        </p:txBody>
      </p:sp>
      <p:sp>
        <p:nvSpPr>
          <p:cNvPr id="28" name="text-560">
            <a:extLst xmlns:a="http://schemas.openxmlformats.org/drawingml/2006/main">
              <a:ext uri="{FF2B5EF4-FFF2-40B4-BE49-F238E27FC236}">
                <a16:creationId xmlns:a16="http://schemas.microsoft.com/office/drawing/2014/main" id="{5F2DF7C0-1AF9-47D9-8E00-FF54B219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等待部署並實際操作</a:t>
            </a:r>
          </a:p>
        </p:txBody>
      </p:sp>
      <p:sp>
        <p:nvSpPr>
          <p:cNvPr id="29" name="text-561">
            <a:extLst xmlns:a="http://schemas.openxmlformats.org/drawingml/2006/main">
              <a:ext uri="{FF2B5EF4-FFF2-40B4-BE49-F238E27FC236}">
                <a16:creationId xmlns:a16="http://schemas.microsoft.com/office/drawing/2014/main" id="{7A829F1E-71E2-4CEF-A46E-B223624A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shape-562">
            <a:extLst xmlns:a="http://schemas.openxmlformats.org/drawingml/2006/main">
              <a:ext uri="{FF2B5EF4-FFF2-40B4-BE49-F238E27FC236}">
                <a16:creationId xmlns:a16="http://schemas.microsoft.com/office/drawing/2014/main" id="{C0756DE2-825D-4975-8A30-12C06AB68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14950"/>
            <a:ext cx="24288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text-563">
            <a:extLst xmlns:a="http://schemas.openxmlformats.org/drawingml/2006/main">
              <a:ext uri="{FF2B5EF4-FFF2-40B4-BE49-F238E27FC236}">
                <a16:creationId xmlns:a16="http://schemas.microsoft.com/office/drawing/2014/main" id="{EFBDA5F6-F75A-4537-9502-F6CA22DE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381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4292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GH</a:t>
            </a:r>
          </a:p>
        </p:txBody>
      </p:sp>
      <p:sp>
        <p:nvSpPr>
          <p:cNvPr id="32" name="text-564">
            <a:extLst xmlns:a="http://schemas.openxmlformats.org/drawingml/2006/main">
              <a:ext uri="{FF2B5EF4-FFF2-40B4-BE49-F238E27FC236}">
                <a16:creationId xmlns:a16="http://schemas.microsoft.com/office/drawing/2014/main" id="{82988258-0BCF-49E0-80D3-081F5AAA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391150"/>
            <a:ext cx="17811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sp>
        <p:nvSpPr>
          <p:cNvPr id="33" name="text-565">
            <a:extLst xmlns:a="http://schemas.openxmlformats.org/drawingml/2006/main">
              <a:ext uri="{FF2B5EF4-FFF2-40B4-BE49-F238E27FC236}">
                <a16:creationId xmlns:a16="http://schemas.microsoft.com/office/drawing/2014/main" id="{168BD6DE-EB07-4A93-BE2F-44F60B95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591175"/>
            <a:ext cx="178117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版本・部署・公開網址</a:t>
            </a:r>
          </a:p>
        </p:txBody>
      </p:sp>
      <p:sp>
        <p:nvSpPr>
          <p:cNvPr id="34" name="text-661">
            <a:extLst xmlns:a="http://schemas.openxmlformats.org/drawingml/2006/main">
              <a:ext uri="{FF2B5EF4-FFF2-40B4-BE49-F238E27FC236}">
                <a16:creationId xmlns:a16="http://schemas.microsoft.com/office/drawing/2014/main" id="{B5368DEC-1205-442E-AEEC-F9578AA9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57ebd747cc748b1"/>
              </a:rPr>
              <a:t>開啟 GitHub Pages ↗</a:t>
            </a:r>
          </a:p>
        </p:txBody>
      </p:sp>
      <p:sp>
        <p:nvSpPr>
          <p:cNvPr id="35" name="shape-713">
            <a:extLst xmlns:a="http://schemas.openxmlformats.org/drawingml/2006/main">
              <a:ext uri="{FF2B5EF4-FFF2-40B4-BE49-F238E27FC236}">
                <a16:creationId xmlns:a16="http://schemas.microsoft.com/office/drawing/2014/main" id="{7B2D5D44-C847-4379-BB5E-0BA11659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3de5944b80444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7" name="text-714">
            <a:extLst xmlns:a="http://schemas.openxmlformats.org/drawingml/2006/main">
              <a:ext uri="{FF2B5EF4-FFF2-40B4-BE49-F238E27FC236}">
                <a16:creationId xmlns:a16="http://schemas.microsoft.com/office/drawing/2014/main" id="{6493C079-27C1-43C6-8EE8-AC4B77E0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</p:spTree>
    <p:extLst>
      <p:ext uri="{BB962C8B-B14F-4D97-AF65-F5344CB8AC3E}">
        <p14:creationId xmlns:p14="http://schemas.microsoft.com/office/powerpoint/2010/main" val="32141292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566">
            <a:extLst xmlns:a="http://schemas.openxmlformats.org/drawingml/2006/main">
              <a:ext uri="{FF2B5EF4-FFF2-40B4-BE49-F238E27FC236}">
                <a16:creationId xmlns:a16="http://schemas.microsoft.com/office/drawing/2014/main" id="{8150C6F0-D6DE-4190-9232-10EE02C8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C · LOW-CODE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235A37-9107-4892-A9B4-2098A5CC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EZPage：把 GitHub 部署變成一鍵上傳</a:t>
            </a:r>
          </a:p>
        </p:txBody>
      </p:sp>
      <p:cxnSp>
        <p:nvCxnSpPr>
          <p:cNvPr id="43" name="shape-56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68">
            <a:extLst xmlns:a="http://schemas.openxmlformats.org/drawingml/2006/main">
              <a:ext uri="{FF2B5EF4-FFF2-40B4-BE49-F238E27FC236}">
                <a16:creationId xmlns:a16="http://schemas.microsoft.com/office/drawing/2014/main" id="{195D89B4-7A3B-421D-A00E-83A0856F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674E371-6F0A-4AE6-8312-5EC710DE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6" name="shape-569">
            <a:extLst xmlns:a="http://schemas.openxmlformats.org/drawingml/2006/main">
              <a:ext uri="{FF2B5EF4-FFF2-40B4-BE49-F238E27FC236}">
                <a16:creationId xmlns:a16="http://schemas.microsoft.com/office/drawing/2014/main" id="{936C7E30-7FA6-433F-810C-DAE58CB2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70">
            <a:extLst xmlns:a="http://schemas.openxmlformats.org/drawingml/2006/main">
              <a:ext uri="{FF2B5EF4-FFF2-40B4-BE49-F238E27FC236}">
                <a16:creationId xmlns:a16="http://schemas.microsoft.com/office/drawing/2014/main" id="{71FFEE43-6D3F-44D7-B7DC-A73B09BB3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71">
            <a:extLst xmlns:a="http://schemas.openxmlformats.org/drawingml/2006/main">
              <a:ext uri="{FF2B5EF4-FFF2-40B4-BE49-F238E27FC236}">
                <a16:creationId xmlns:a16="http://schemas.microsoft.com/office/drawing/2014/main" id="{D7D00D8D-9470-4DA2-9DF2-22D96B8C9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72">
            <a:extLst xmlns:a="http://schemas.openxmlformats.org/drawingml/2006/main">
              <a:ext uri="{FF2B5EF4-FFF2-40B4-BE49-F238E27FC236}">
                <a16:creationId xmlns:a16="http://schemas.microsoft.com/office/drawing/2014/main" id="{58B6B6C9-2509-4EED-B045-8C645CB9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 ZIP</a:t>
            </a:r>
          </a:p>
        </p:txBody>
      </p:sp>
      <p:sp>
        <p:nvSpPr>
          <p:cNvPr id="10" name="text-573">
            <a:extLst xmlns:a="http://schemas.openxmlformats.org/drawingml/2006/main">
              <a:ext uri="{FF2B5EF4-FFF2-40B4-BE49-F238E27FC236}">
                <a16:creationId xmlns:a16="http://schemas.microsoft.com/office/drawing/2014/main" id="{679163A8-BB19-4883-87F6-8EBD5C57E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index.html、CSS、JS、圖片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打包成一個網站 ZIP</a:t>
            </a:r>
          </a:p>
        </p:txBody>
      </p:sp>
      <p:sp>
        <p:nvSpPr>
          <p:cNvPr id="11" name="text-574">
            <a:extLst xmlns:a="http://schemas.openxmlformats.org/drawingml/2006/main">
              <a:ext uri="{FF2B5EF4-FFF2-40B4-BE49-F238E27FC236}">
                <a16:creationId xmlns:a16="http://schemas.microsoft.com/office/drawing/2014/main" id="{83265DDB-555A-4360-AD0C-24327374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75">
            <a:extLst xmlns:a="http://schemas.openxmlformats.org/drawingml/2006/main">
              <a:ext uri="{FF2B5EF4-FFF2-40B4-BE49-F238E27FC236}">
                <a16:creationId xmlns:a16="http://schemas.microsoft.com/office/drawing/2014/main" id="{45F47C4A-DEF6-40B1-AB37-1190DE96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576">
            <a:extLst xmlns:a="http://schemas.openxmlformats.org/drawingml/2006/main">
              <a:ext uri="{FF2B5EF4-FFF2-40B4-BE49-F238E27FC236}">
                <a16:creationId xmlns:a16="http://schemas.microsoft.com/office/drawing/2014/main" id="{D521A944-C47F-490A-ABC6-0CD71520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77">
            <a:extLst xmlns:a="http://schemas.openxmlformats.org/drawingml/2006/main">
              <a:ext uri="{FF2B5EF4-FFF2-40B4-BE49-F238E27FC236}">
                <a16:creationId xmlns:a16="http://schemas.microsoft.com/office/drawing/2014/main" id="{B299384A-D6D4-4673-979A-3F0BD3E3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78">
            <a:extLst xmlns:a="http://schemas.openxmlformats.org/drawingml/2006/main">
              <a:ext uri="{FF2B5EF4-FFF2-40B4-BE49-F238E27FC236}">
                <a16:creationId xmlns:a16="http://schemas.microsoft.com/office/drawing/2014/main" id="{7D212240-2265-43A1-8702-266036B7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連結 GitHub</a:t>
            </a:r>
          </a:p>
        </p:txBody>
      </p:sp>
      <p:sp>
        <p:nvSpPr>
          <p:cNvPr id="16" name="text-579">
            <a:extLst xmlns:a="http://schemas.openxmlformats.org/drawingml/2006/main">
              <a:ext uri="{FF2B5EF4-FFF2-40B4-BE49-F238E27FC236}">
                <a16:creationId xmlns:a16="http://schemas.microsoft.com/office/drawing/2014/main" id="{72C8E2E5-50E2-4BD6-BAB6-CEE43E1D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 EZPage，授權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選擇自己的 GitHub 帳號</a:t>
            </a:r>
          </a:p>
        </p:txBody>
      </p:sp>
      <p:sp>
        <p:nvSpPr>
          <p:cNvPr id="17" name="text-580">
            <a:extLst xmlns:a="http://schemas.openxmlformats.org/drawingml/2006/main">
              <a:ext uri="{FF2B5EF4-FFF2-40B4-BE49-F238E27FC236}">
                <a16:creationId xmlns:a16="http://schemas.microsoft.com/office/drawing/2014/main" id="{D0A40BB1-E608-47BC-BE6E-512A2C65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81">
            <a:extLst xmlns:a="http://schemas.openxmlformats.org/drawingml/2006/main">
              <a:ext uri="{FF2B5EF4-FFF2-40B4-BE49-F238E27FC236}">
                <a16:creationId xmlns:a16="http://schemas.microsoft.com/office/drawing/2014/main" id="{A6E9BBCC-C40B-4EF9-BA17-69E0194A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582">
            <a:extLst xmlns:a="http://schemas.openxmlformats.org/drawingml/2006/main">
              <a:ext uri="{FF2B5EF4-FFF2-40B4-BE49-F238E27FC236}">
                <a16:creationId xmlns:a16="http://schemas.microsoft.com/office/drawing/2014/main" id="{40D19C20-6F19-472F-B004-D3FA3BF5E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83">
            <a:extLst xmlns:a="http://schemas.openxmlformats.org/drawingml/2006/main">
              <a:ext uri="{FF2B5EF4-FFF2-40B4-BE49-F238E27FC236}">
                <a16:creationId xmlns:a16="http://schemas.microsoft.com/office/drawing/2014/main" id="{8E337D51-ECFD-47C3-8B88-39912B0D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84">
            <a:extLst xmlns:a="http://schemas.openxmlformats.org/drawingml/2006/main">
              <a:ext uri="{FF2B5EF4-FFF2-40B4-BE49-F238E27FC236}">
                <a16:creationId xmlns:a16="http://schemas.microsoft.com/office/drawing/2014/main" id="{8BA86C92-2675-4ECF-9273-5DC12AB7F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上傳部署</a:t>
            </a:r>
          </a:p>
        </p:txBody>
      </p:sp>
      <p:sp>
        <p:nvSpPr>
          <p:cNvPr id="22" name="text-585">
            <a:extLst xmlns:a="http://schemas.openxmlformats.org/drawingml/2006/main">
              <a:ext uri="{FF2B5EF4-FFF2-40B4-BE49-F238E27FC236}">
                <a16:creationId xmlns:a16="http://schemas.microsoft.com/office/drawing/2014/main" id="{3FFC277E-4E72-4146-8E57-8DFB93A47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拖曳 ZIP、填網站名稱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按「部署 ZIP 檔案」</a:t>
            </a:r>
          </a:p>
        </p:txBody>
      </p:sp>
      <p:sp>
        <p:nvSpPr>
          <p:cNvPr id="23" name="text-586">
            <a:extLst xmlns:a="http://schemas.openxmlformats.org/drawingml/2006/main">
              <a:ext uri="{FF2B5EF4-FFF2-40B4-BE49-F238E27FC236}">
                <a16:creationId xmlns:a16="http://schemas.microsoft.com/office/drawing/2014/main" id="{23E8C3FF-CFC1-4983-BE23-D88FF9CA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87">
            <a:extLst xmlns:a="http://schemas.openxmlformats.org/drawingml/2006/main">
              <a:ext uri="{FF2B5EF4-FFF2-40B4-BE49-F238E27FC236}">
                <a16:creationId xmlns:a16="http://schemas.microsoft.com/office/drawing/2014/main" id="{7A22DDA2-DC78-43DD-A99A-DDBEC0BF2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588">
            <a:extLst xmlns:a="http://schemas.openxmlformats.org/drawingml/2006/main">
              <a:ext uri="{FF2B5EF4-FFF2-40B4-BE49-F238E27FC236}">
                <a16:creationId xmlns:a16="http://schemas.microsoft.com/office/drawing/2014/main" id="{230E5B23-A01A-4B00-B4BC-46FB9C19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89">
            <a:extLst xmlns:a="http://schemas.openxmlformats.org/drawingml/2006/main">
              <a:ext uri="{FF2B5EF4-FFF2-40B4-BE49-F238E27FC236}">
                <a16:creationId xmlns:a16="http://schemas.microsoft.com/office/drawing/2014/main" id="{D1B63222-C1C9-418E-93B5-CC1B6C74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90">
            <a:extLst xmlns:a="http://schemas.openxmlformats.org/drawingml/2006/main">
              <a:ext uri="{FF2B5EF4-FFF2-40B4-BE49-F238E27FC236}">
                <a16:creationId xmlns:a16="http://schemas.microsoft.com/office/drawing/2014/main" id="{9E2A1B26-9E96-43E6-8547-A2F3941A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驗證分享</a:t>
            </a:r>
          </a:p>
        </p:txBody>
      </p:sp>
      <p:sp>
        <p:nvSpPr>
          <p:cNvPr id="28" name="text-591">
            <a:extLst xmlns:a="http://schemas.openxmlformats.org/drawingml/2006/main">
              <a:ext uri="{FF2B5EF4-FFF2-40B4-BE49-F238E27FC236}">
                <a16:creationId xmlns:a16="http://schemas.microsoft.com/office/drawing/2014/main" id="{8D20F9BE-CA19-4AB6-984A-7DAA5107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取得 GitHub Pages 網址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用手機與桌機走一次流程</a:t>
            </a:r>
          </a:p>
        </p:txBody>
      </p:sp>
      <p:sp>
        <p:nvSpPr>
          <p:cNvPr id="29" name="text-592">
            <a:extLst xmlns:a="http://schemas.openxmlformats.org/drawingml/2006/main">
              <a:ext uri="{FF2B5EF4-FFF2-40B4-BE49-F238E27FC236}">
                <a16:creationId xmlns:a16="http://schemas.microsoft.com/office/drawing/2014/main" id="{8A0E07C2-36D7-4C07-BB20-BA05C0B5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ZIP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index.html + assets</a:t>
            </a:r>
          </a:p>
        </p:txBody>
      </p:sp>
      <p:sp>
        <p:nvSpPr>
          <p:cNvPr id="30" name="text-593">
            <a:extLst xmlns:a="http://schemas.openxmlformats.org/drawingml/2006/main">
              <a:ext uri="{FF2B5EF4-FFF2-40B4-BE49-F238E27FC236}">
                <a16:creationId xmlns:a16="http://schemas.microsoft.com/office/drawing/2014/main" id="{95919BEC-5A2C-4365-82FA-8173A040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圖形化上傳</a:t>
            </a:r>
          </a:p>
        </p:txBody>
      </p:sp>
      <p:sp>
        <p:nvSpPr>
          <p:cNvPr id="31" name="text-594">
            <a:extLst xmlns:a="http://schemas.openxmlformats.org/drawingml/2006/main">
              <a:ext uri="{FF2B5EF4-FFF2-40B4-BE49-F238E27FC236}">
                <a16:creationId xmlns:a16="http://schemas.microsoft.com/office/drawing/2014/main" id="{63AD5D59-6A3C-4D4C-9A84-A5D12CC2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repo + Pages</a:t>
            </a:r>
          </a:p>
        </p:txBody>
      </p:sp>
      <p:sp>
        <p:nvSpPr>
          <p:cNvPr id="32" name="text-595">
            <a:extLst xmlns:a="http://schemas.openxmlformats.org/drawingml/2006/main">
              <a:ext uri="{FF2B5EF4-FFF2-40B4-BE49-F238E27FC236}">
                <a16:creationId xmlns:a16="http://schemas.microsoft.com/office/drawing/2014/main" id="{92D747E7-EDD9-4D93-BE41-EB577EA1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公開網址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手機驗證</a:t>
            </a:r>
          </a:p>
        </p:txBody>
      </p:sp>
      <p:cxnSp>
        <p:nvCxnSpPr>
          <p:cNvPr id="73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27813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74" name=""/>
          <p:cNvCxnSpPr>
            <a:stCxn xmlns:a="http://schemas.openxmlformats.org/drawingml/2006/main" id="30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542925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cxnSp>
        <p:nvCxnSpPr>
          <p:cNvPr id="75" name=""/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0772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36" name="text-596">
            <a:extLst xmlns:a="http://schemas.openxmlformats.org/drawingml/2006/main">
              <a:ext uri="{FF2B5EF4-FFF2-40B4-BE49-F238E27FC236}">
                <a16:creationId xmlns:a16="http://schemas.microsoft.com/office/drawing/2014/main" id="{377530C5-6EB7-4FF9-8174-C06AA3CD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低門檻入口，不代表省略隱私、版權與 RWD 驗證</a:t>
            </a:r>
          </a:p>
        </p:txBody>
      </p:sp>
      <p:sp>
        <p:nvSpPr>
          <p:cNvPr id="37" name="text-662">
            <a:extLst xmlns:a="http://schemas.openxmlformats.org/drawingml/2006/main">
              <a:ext uri="{FF2B5EF4-FFF2-40B4-BE49-F238E27FC236}">
                <a16:creationId xmlns:a16="http://schemas.microsoft.com/office/drawing/2014/main" id="{562F7AC5-D6BB-4C19-99AD-1147789E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a265d77c20b4fbf"/>
              </a:rPr>
              <a:t>開啟 EZPage ↗</a:t>
            </a:r>
          </a:p>
        </p:txBody>
      </p:sp>
      <p:sp>
        <p:nvSpPr>
          <p:cNvPr id="38" name="shape-715">
            <a:extLst xmlns:a="http://schemas.openxmlformats.org/drawingml/2006/main">
              <a:ext uri="{FF2B5EF4-FFF2-40B4-BE49-F238E27FC236}">
                <a16:creationId xmlns:a16="http://schemas.microsoft.com/office/drawing/2014/main" id="{1E6D4A25-D666-4E47-82BC-8DA139DC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48bd8e8d6f475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40" name="text-716">
            <a:extLst xmlns:a="http://schemas.openxmlformats.org/drawingml/2006/main">
              <a:ext uri="{FF2B5EF4-FFF2-40B4-BE49-F238E27FC236}">
                <a16:creationId xmlns:a16="http://schemas.microsoft.com/office/drawing/2014/main" id="{F0C0E444-3AE7-474C-A85E-C41E35E4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59222936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597">
            <a:extLst xmlns:a="http://schemas.openxmlformats.org/drawingml/2006/main">
              <a:ext uri="{FF2B5EF4-FFF2-40B4-BE49-F238E27FC236}">
                <a16:creationId xmlns:a16="http://schemas.microsoft.com/office/drawing/2014/main" id="{531B1491-2653-4BDA-A5DF-95F4EFCF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5E4DAC2-A674-433D-B0BB-DF5E6EE8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上午整合挑戰｜90 秒成果走秀</a:t>
            </a:r>
          </a:p>
        </p:txBody>
      </p:sp>
      <p:cxnSp>
        <p:nvCxnSpPr>
          <p:cNvPr id="29" name="shape-59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99">
            <a:extLst xmlns:a="http://schemas.openxmlformats.org/drawingml/2006/main">
              <a:ext uri="{FF2B5EF4-FFF2-40B4-BE49-F238E27FC236}">
                <a16:creationId xmlns:a16="http://schemas.microsoft.com/office/drawing/2014/main" id="{CF8B8BA1-E8B3-4E0E-9D88-EFB3EBFF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8EDBAC3-75CE-4DEB-9709-DDF3497E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text-600">
            <a:extLst xmlns:a="http://schemas.openxmlformats.org/drawingml/2006/main">
              <a:ext uri="{FF2B5EF4-FFF2-40B4-BE49-F238E27FC236}">
                <a16:creationId xmlns:a16="http://schemas.microsoft.com/office/drawing/2014/main" id="{2206E9EC-A747-41D3-9B53-07A3F1F50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601">
            <a:extLst xmlns:a="http://schemas.openxmlformats.org/drawingml/2006/main">
              <a:ext uri="{FF2B5EF4-FFF2-40B4-BE49-F238E27FC236}">
                <a16:creationId xmlns:a16="http://schemas.microsoft.com/office/drawing/2014/main" id="{BDA8FA1D-C126-4B81-AAB8-EF09F6ECF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602">
            <a:extLst xmlns:a="http://schemas.openxmlformats.org/drawingml/2006/main">
              <a:ext uri="{FF2B5EF4-FFF2-40B4-BE49-F238E27FC236}">
                <a16:creationId xmlns:a16="http://schemas.microsoft.com/office/drawing/2014/main" id="{5953EA08-11C6-49CA-9FBC-49DF8664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03">
            <a:extLst xmlns:a="http://schemas.openxmlformats.org/drawingml/2006/main">
              <a:ext uri="{FF2B5EF4-FFF2-40B4-BE49-F238E27FC236}">
                <a16:creationId xmlns:a16="http://schemas.microsoft.com/office/drawing/2014/main" id="{F01EABA2-72DF-4E5C-A8CE-95A4C122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選擇一個最值得分享的成果</a:t>
            </a:r>
          </a:p>
        </p:txBody>
      </p:sp>
      <p:sp>
        <p:nvSpPr>
          <p:cNvPr id="10" name="text-604">
            <a:extLst xmlns:a="http://schemas.openxmlformats.org/drawingml/2006/main">
              <a:ext uri="{FF2B5EF4-FFF2-40B4-BE49-F238E27FC236}">
                <a16:creationId xmlns:a16="http://schemas.microsoft.com/office/drawing/2014/main" id="{8D3DFD91-4477-44F9-B871-9C081551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605">
            <a:extLst xmlns:a="http://schemas.openxmlformats.org/drawingml/2006/main">
              <a:ext uri="{FF2B5EF4-FFF2-40B4-BE49-F238E27FC236}">
                <a16:creationId xmlns:a16="http://schemas.microsoft.com/office/drawing/2014/main" id="{966E8AD4-F6FC-485E-BCB9-88C24426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30 秒說明教學問題</a:t>
            </a:r>
          </a:p>
        </p:txBody>
      </p:sp>
      <p:sp>
        <p:nvSpPr>
          <p:cNvPr id="12" name="text-606">
            <a:extLst xmlns:a="http://schemas.openxmlformats.org/drawingml/2006/main">
              <a:ext uri="{FF2B5EF4-FFF2-40B4-BE49-F238E27FC236}">
                <a16:creationId xmlns:a16="http://schemas.microsoft.com/office/drawing/2014/main" id="{135A6C2C-C8D5-4A2D-B894-196B08A9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607">
            <a:extLst xmlns:a="http://schemas.openxmlformats.org/drawingml/2006/main">
              <a:ext uri="{FF2B5EF4-FFF2-40B4-BE49-F238E27FC236}">
                <a16:creationId xmlns:a16="http://schemas.microsoft.com/office/drawing/2014/main" id="{4D6BDF09-6306-4B4D-8315-F355BFA6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45 秒實際操作作品</a:t>
            </a:r>
          </a:p>
        </p:txBody>
      </p:sp>
      <p:sp>
        <p:nvSpPr>
          <p:cNvPr id="14" name="text-608">
            <a:extLst xmlns:a="http://schemas.openxmlformats.org/drawingml/2006/main">
              <a:ext uri="{FF2B5EF4-FFF2-40B4-BE49-F238E27FC236}">
                <a16:creationId xmlns:a16="http://schemas.microsoft.com/office/drawing/2014/main" id="{7D1A545A-7275-4A85-B77B-C04814E5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609">
            <a:extLst xmlns:a="http://schemas.openxmlformats.org/drawingml/2006/main">
              <a:ext uri="{FF2B5EF4-FFF2-40B4-BE49-F238E27FC236}">
                <a16:creationId xmlns:a16="http://schemas.microsoft.com/office/drawing/2014/main" id="{DF777948-FD26-467A-A952-F53EB52A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15 秒說下一步要改什麼</a:t>
            </a:r>
          </a:p>
        </p:txBody>
      </p:sp>
      <p:sp>
        <p:nvSpPr>
          <p:cNvPr id="16" name="shape-610">
            <a:extLst xmlns:a="http://schemas.openxmlformats.org/drawingml/2006/main">
              <a:ext uri="{FF2B5EF4-FFF2-40B4-BE49-F238E27FC236}">
                <a16:creationId xmlns:a16="http://schemas.microsoft.com/office/drawing/2014/main" id="{1A00E568-74B9-4952-9D72-540BE35CB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611">
            <a:extLst xmlns:a="http://schemas.openxmlformats.org/drawingml/2006/main">
              <a:ext uri="{FF2B5EF4-FFF2-40B4-BE49-F238E27FC236}">
                <a16:creationId xmlns:a16="http://schemas.microsoft.com/office/drawing/2014/main" id="{E28C90CB-5AED-4F6D-AA21-16126FE5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612">
            <a:extLst xmlns:a="http://schemas.openxmlformats.org/drawingml/2006/main">
              <a:ext uri="{FF2B5EF4-FFF2-40B4-BE49-F238E27FC236}">
                <a16:creationId xmlns:a16="http://schemas.microsoft.com/office/drawing/2014/main" id="{E5C19FB0-382C-40BE-A2FE-C9FB3EBB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問題清楚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作品可操作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能說明來源或方法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知道下一步</a:t>
            </a:r>
          </a:p>
        </p:txBody>
      </p:sp>
      <p:sp>
        <p:nvSpPr>
          <p:cNvPr id="19" name="text-659">
            <a:extLst xmlns:a="http://schemas.openxmlformats.org/drawingml/2006/main">
              <a:ext uri="{FF2B5EF4-FFF2-40B4-BE49-F238E27FC236}">
                <a16:creationId xmlns:a16="http://schemas.microsoft.com/office/drawing/2014/main" id="{0B530EEF-E142-4B05-ADB8-C5ED2F973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ef6e1a7c38c4bbf"/>
              </a:rPr>
              <a:t>Google Sites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ae9a9ae0f6742e2"/>
              </a:rPr>
              <a:t>GitHub Pages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9f3c4d2183c43fe"/>
              </a:rPr>
              <a:t>EZPage ↗</a:t>
            </a:r>
          </a:p>
        </p:txBody>
      </p:sp>
      <p:sp>
        <p:nvSpPr>
          <p:cNvPr id="20" name="shape-707">
            <a:extLst xmlns:a="http://schemas.openxmlformats.org/drawingml/2006/main">
              <a:ext uri="{FF2B5EF4-FFF2-40B4-BE49-F238E27FC236}">
                <a16:creationId xmlns:a16="http://schemas.microsoft.com/office/drawing/2014/main" id="{D64E5415-DC87-4F25-BE57-37CA00DAD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8d9582f1b84f37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708">
            <a:extLst xmlns:a="http://schemas.openxmlformats.org/drawingml/2006/main">
              <a:ext uri="{FF2B5EF4-FFF2-40B4-BE49-F238E27FC236}">
                <a16:creationId xmlns:a16="http://schemas.microsoft.com/office/drawing/2014/main" id="{22197C79-9B63-440B-9F28-538D281F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05cc0b3c824c3d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709">
            <a:extLst xmlns:a="http://schemas.openxmlformats.org/drawingml/2006/main">
              <a:ext uri="{FF2B5EF4-FFF2-40B4-BE49-F238E27FC236}">
                <a16:creationId xmlns:a16="http://schemas.microsoft.com/office/drawing/2014/main" id="{5BC8509A-65C5-4137-9426-90318A71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77c1915c9943bf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710">
            <a:extLst xmlns:a="http://schemas.openxmlformats.org/drawingml/2006/main">
              <a:ext uri="{FF2B5EF4-FFF2-40B4-BE49-F238E27FC236}">
                <a16:creationId xmlns:a16="http://schemas.microsoft.com/office/drawing/2014/main" id="{50BCA5E2-DC3A-4282-AF1F-83B89E2D7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138641402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613">
            <a:extLst xmlns:a="http://schemas.openxmlformats.org/drawingml/2006/main">
              <a:ext uri="{FF2B5EF4-FFF2-40B4-BE49-F238E27FC236}">
                <a16:creationId xmlns:a16="http://schemas.microsoft.com/office/drawing/2014/main" id="{858E88C5-EFA9-469B-B1B1-90E2B5C7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8B9C12F-9282-4FC6-92CC-86753EF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上午資源書籤</a:t>
            </a:r>
          </a:p>
        </p:txBody>
      </p:sp>
      <p:cxnSp>
        <p:nvCxnSpPr>
          <p:cNvPr id="37" name="shape-6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15">
            <a:extLst xmlns:a="http://schemas.openxmlformats.org/drawingml/2006/main">
              <a:ext uri="{FF2B5EF4-FFF2-40B4-BE49-F238E27FC236}">
                <a16:creationId xmlns:a16="http://schemas.microsoft.com/office/drawing/2014/main" id="{D6713B16-3F39-4187-99D8-E8902367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228931A-D040-4CC8-8C83-92B8BC58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616">
            <a:extLst xmlns:a="http://schemas.openxmlformats.org/drawingml/2006/main">
              <a:ext uri="{FF2B5EF4-FFF2-40B4-BE49-F238E27FC236}">
                <a16:creationId xmlns:a16="http://schemas.microsoft.com/office/drawing/2014/main" id="{4FB63CE5-389D-407C-92B4-D469D011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17">
            <a:extLst xmlns:a="http://schemas.openxmlformats.org/drawingml/2006/main">
              <a:ext uri="{FF2B5EF4-FFF2-40B4-BE49-F238E27FC236}">
                <a16:creationId xmlns:a16="http://schemas.microsoft.com/office/drawing/2014/main" id="{ECECBB27-0034-4AFD-B58C-EB3EFDD8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618">
            <a:extLst xmlns:a="http://schemas.openxmlformats.org/drawingml/2006/main">
              <a:ext uri="{FF2B5EF4-FFF2-40B4-BE49-F238E27FC236}">
                <a16:creationId xmlns:a16="http://schemas.microsoft.com/office/drawing/2014/main" id="{0F39028C-AE98-4081-8D20-BCB55DD9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109a43a366a14425"/>
              </a:rPr>
              <a:t>../START_HERE_研習資源導航.html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5147fc559a493e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619">
            <a:extLst xmlns:a="http://schemas.openxmlformats.org/drawingml/2006/main">
              <a:ext uri="{FF2B5EF4-FFF2-40B4-BE49-F238E27FC236}">
                <a16:creationId xmlns:a16="http://schemas.microsoft.com/office/drawing/2014/main" id="{D277D357-A8F3-490A-824D-F05A99A2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20">
            <a:extLst xmlns:a="http://schemas.openxmlformats.org/drawingml/2006/main">
              <a:ext uri="{FF2B5EF4-FFF2-40B4-BE49-F238E27FC236}">
                <a16:creationId xmlns:a16="http://schemas.microsoft.com/office/drawing/2014/main" id="{705D0425-9A34-425C-97B7-CBC40DCC5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Notebook</a:t>
            </a:r>
          </a:p>
        </p:txBody>
      </p:sp>
      <p:sp>
        <p:nvSpPr>
          <p:cNvPr id="12" name="text-621">
            <a:extLst xmlns:a="http://schemas.openxmlformats.org/drawingml/2006/main">
              <a:ext uri="{FF2B5EF4-FFF2-40B4-BE49-F238E27FC236}">
                <a16:creationId xmlns:a16="http://schemas.microsoft.com/office/drawing/2014/main" id="{0D6ACCDE-344B-4F2F-A1D1-4CE39DB3C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025b8475eef2466b"/>
              </a:rPr>
              <a:t>https://notebook.google.com/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2d7a553e3540e3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622">
            <a:extLst xmlns:a="http://schemas.openxmlformats.org/drawingml/2006/main">
              <a:ext uri="{FF2B5EF4-FFF2-40B4-BE49-F238E27FC236}">
                <a16:creationId xmlns:a16="http://schemas.microsoft.com/office/drawing/2014/main" id="{C826D069-746E-481C-BD00-8860E9D2A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23">
            <a:extLst xmlns:a="http://schemas.openxmlformats.org/drawingml/2006/main">
              <a:ext uri="{FF2B5EF4-FFF2-40B4-BE49-F238E27FC236}">
                <a16:creationId xmlns:a16="http://schemas.microsoft.com/office/drawing/2014/main" id="{E0C28A41-725D-4122-B50A-6EBA2AF8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建立自訂 Gem</a:t>
            </a:r>
          </a:p>
        </p:txBody>
      </p:sp>
      <p:sp>
        <p:nvSpPr>
          <p:cNvPr id="16" name="text-624">
            <a:extLst xmlns:a="http://schemas.openxmlformats.org/drawingml/2006/main">
              <a:ext uri="{FF2B5EF4-FFF2-40B4-BE49-F238E27FC236}">
                <a16:creationId xmlns:a16="http://schemas.microsoft.com/office/drawing/2014/main" id="{104F8781-FDC8-4EE6-A0D1-A53B0655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241a564c2073469e"/>
              </a:rPr>
              <a:t>https://gemini.google.com/gems/create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b9a389ec87400f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625">
            <a:extLst xmlns:a="http://schemas.openxmlformats.org/drawingml/2006/main">
              <a:ext uri="{FF2B5EF4-FFF2-40B4-BE49-F238E27FC236}">
                <a16:creationId xmlns:a16="http://schemas.microsoft.com/office/drawing/2014/main" id="{526109E2-D485-4D13-9CC0-0C198EF1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626">
            <a:extLst xmlns:a="http://schemas.openxmlformats.org/drawingml/2006/main">
              <a:ext uri="{FF2B5EF4-FFF2-40B4-BE49-F238E27FC236}">
                <a16:creationId xmlns:a16="http://schemas.microsoft.com/office/drawing/2014/main" id="{541FEC21-BD03-4490-AE32-3F90160E0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Canvas</a:t>
            </a:r>
          </a:p>
        </p:txBody>
      </p:sp>
      <p:sp>
        <p:nvSpPr>
          <p:cNvPr id="20" name="text-627">
            <a:extLst xmlns:a="http://schemas.openxmlformats.org/drawingml/2006/main">
              <a:ext uri="{FF2B5EF4-FFF2-40B4-BE49-F238E27FC236}">
                <a16:creationId xmlns:a16="http://schemas.microsoft.com/office/drawing/2014/main" id="{3C97CA97-FA43-4E4B-A812-223F33A2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74fd9d6b0d21446e"/>
              </a:rPr>
              <a:t>https://gemini.google.com/app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f36f9b47b84b77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628">
            <a:extLst xmlns:a="http://schemas.openxmlformats.org/drawingml/2006/main">
              <a:ext uri="{FF2B5EF4-FFF2-40B4-BE49-F238E27FC236}">
                <a16:creationId xmlns:a16="http://schemas.microsoft.com/office/drawing/2014/main" id="{A9E92182-D89D-4D00-B2F5-1770F2DD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3" name="text-629">
            <a:extLst xmlns:a="http://schemas.openxmlformats.org/drawingml/2006/main">
              <a:ext uri="{FF2B5EF4-FFF2-40B4-BE49-F238E27FC236}">
                <a16:creationId xmlns:a16="http://schemas.microsoft.com/office/drawing/2014/main" id="{8D83215C-AFF0-4146-BA38-F05878E6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Google Sites</a:t>
            </a:r>
          </a:p>
        </p:txBody>
      </p:sp>
      <p:sp>
        <p:nvSpPr>
          <p:cNvPr id="24" name="text-630">
            <a:extLst xmlns:a="http://schemas.openxmlformats.org/drawingml/2006/main">
              <a:ext uri="{FF2B5EF4-FFF2-40B4-BE49-F238E27FC236}">
                <a16:creationId xmlns:a16="http://schemas.microsoft.com/office/drawing/2014/main" id="{9AA942BC-8232-43BF-B130-0F338D75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d9a86d559f2a42cb"/>
              </a:rPr>
              <a:t>https://sites.google.com/new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acf2b60f134c5e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631">
            <a:extLst xmlns:a="http://schemas.openxmlformats.org/drawingml/2006/main">
              <a:ext uri="{FF2B5EF4-FFF2-40B4-BE49-F238E27FC236}">
                <a16:creationId xmlns:a16="http://schemas.microsoft.com/office/drawing/2014/main" id="{C2E73AF5-3FEF-4F57-92E8-7FF251AA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7" name="text-632">
            <a:extLst xmlns:a="http://schemas.openxmlformats.org/drawingml/2006/main">
              <a:ext uri="{FF2B5EF4-FFF2-40B4-BE49-F238E27FC236}">
                <a16:creationId xmlns:a16="http://schemas.microsoft.com/office/drawing/2014/main" id="{48E58ED7-6927-40AF-8587-3A57D3810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GitHub Pages</a:t>
            </a:r>
          </a:p>
        </p:txBody>
      </p:sp>
      <p:sp>
        <p:nvSpPr>
          <p:cNvPr id="28" name="text-633">
            <a:extLst xmlns:a="http://schemas.openxmlformats.org/drawingml/2006/main">
              <a:ext uri="{FF2B5EF4-FFF2-40B4-BE49-F238E27FC236}">
                <a16:creationId xmlns:a16="http://schemas.microsoft.com/office/drawing/2014/main" id="{5B9FEC54-95C4-4604-9712-62A9A357F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a650c7bab0f14b45"/>
              </a:rPr>
              <a:t>https://pages.github.com/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4b01f6c3934e12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634">
            <a:extLst xmlns:a="http://schemas.openxmlformats.org/drawingml/2006/main">
              <a:ext uri="{FF2B5EF4-FFF2-40B4-BE49-F238E27FC236}">
                <a16:creationId xmlns:a16="http://schemas.microsoft.com/office/drawing/2014/main" id="{EBB9B45D-D4D2-4B40-ADE3-7B3AAD07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635">
            <a:extLst xmlns:a="http://schemas.openxmlformats.org/drawingml/2006/main">
              <a:ext uri="{FF2B5EF4-FFF2-40B4-BE49-F238E27FC236}">
                <a16:creationId xmlns:a16="http://schemas.microsoft.com/office/drawing/2014/main" id="{F45AB6AE-23A5-4622-91A5-23643BB3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一鍵部署</a:t>
            </a:r>
          </a:p>
        </p:txBody>
      </p:sp>
      <p:sp>
        <p:nvSpPr>
          <p:cNvPr id="32" name="text-636">
            <a:extLst xmlns:a="http://schemas.openxmlformats.org/drawingml/2006/main">
              <a:ext uri="{FF2B5EF4-FFF2-40B4-BE49-F238E27FC236}">
                <a16:creationId xmlns:a16="http://schemas.microsoft.com/office/drawing/2014/main" id="{8C03A982-1996-47B8-8691-4A6F4881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0eb84777c37e4fe0"/>
              </a:rPr>
              <a:t>https://gg90052.github.io/ezpage/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a0b0b25b21479a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text-637">
            <a:extLst xmlns:a="http://schemas.openxmlformats.org/drawingml/2006/main">
              <a:ext uri="{FF2B5EF4-FFF2-40B4-BE49-F238E27FC236}">
                <a16:creationId xmlns:a16="http://schemas.microsoft.com/office/drawing/2014/main" id="{157369CD-444F-4FC0-8B0A-7AE2222A4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上午的終點不是『學會每個工具』，而是完成一條能重複使用的教學與研究產線。</a:t>
            </a:r>
          </a:p>
        </p:txBody>
      </p:sp>
    </p:spTree>
    <p:extLst>
      <p:ext uri="{BB962C8B-B14F-4D97-AF65-F5344CB8AC3E}">
        <p14:creationId xmlns:p14="http://schemas.microsoft.com/office/powerpoint/2010/main" val="1003644564"/>
      </p:ext>
    </p:extLst>
  </p:cSld>
</p:sld>
</file>

<file path=ppt/theme/theme1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2026-08-13T03:46:44.9290000Z</dcterms:created>
  <dcterms:modified xsi:type="dcterms:W3CDTF">2026-08-13T03:46:44.9290000Z</dcterms:modified>
</coreProperties>
</file>