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f7a191c9f04a65" /><Relationship Type="http://schemas.openxmlformats.org/officeDocument/2006/relationships/extended-properties" Target="/docProps/app.xml" Id="R4f752d3da1e44829" /><Relationship Type="http://schemas.openxmlformats.org/officeDocument/2006/relationships/officeDocument" Target="/ppt/presentation.xml" Id="R3bf100123f9048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9cdf4dda5e47fe"/>
  </p:sldMasterIdLst>
  <p:notesMasterIdLst>
    <p:notesMasterId xmlns:r="http://schemas.openxmlformats.org/officeDocument/2006/relationships" r:id="R49871abaefc246c2"/>
  </p:notesMasterIdLst>
  <p:sldIdLst>
    <p:sldId xmlns:r="http://schemas.openxmlformats.org/officeDocument/2006/relationships" id="256" r:id="Rdb90f9b1db82498c"/>
    <p:sldId xmlns:r="http://schemas.openxmlformats.org/officeDocument/2006/relationships" id="257" r:id="R128fcee11fb14cc5"/>
    <p:sldId xmlns:r="http://schemas.openxmlformats.org/officeDocument/2006/relationships" id="258" r:id="Rb7a22da5eeea42af"/>
    <p:sldId xmlns:r="http://schemas.openxmlformats.org/officeDocument/2006/relationships" id="259" r:id="Reecce49b7fe24ab4"/>
    <p:sldId xmlns:r="http://schemas.openxmlformats.org/officeDocument/2006/relationships" id="260" r:id="R3735100f4fcd4462"/>
    <p:sldId xmlns:r="http://schemas.openxmlformats.org/officeDocument/2006/relationships" id="261" r:id="R98b58fc6e84b4451"/>
    <p:sldId xmlns:r="http://schemas.openxmlformats.org/officeDocument/2006/relationships" id="262" r:id="Rbdf3c882f5dd4208"/>
    <p:sldId xmlns:r="http://schemas.openxmlformats.org/officeDocument/2006/relationships" id="263" r:id="Rc6c6e4a39dc342a8"/>
    <p:sldId xmlns:r="http://schemas.openxmlformats.org/officeDocument/2006/relationships" id="264" r:id="R8dd95de20faa4b84"/>
    <p:sldId xmlns:r="http://schemas.openxmlformats.org/officeDocument/2006/relationships" id="265" r:id="Re0ba2819d57b4611"/>
    <p:sldId xmlns:r="http://schemas.openxmlformats.org/officeDocument/2006/relationships" id="266" r:id="R49025b512fa34c92"/>
    <p:sldId xmlns:r="http://schemas.openxmlformats.org/officeDocument/2006/relationships" id="267" r:id="R882be50b15f94c61"/>
    <p:sldId xmlns:r="http://schemas.openxmlformats.org/officeDocument/2006/relationships" id="268" r:id="R6aaeb2d841204633"/>
    <p:sldId xmlns:r="http://schemas.openxmlformats.org/officeDocument/2006/relationships" id="269" r:id="Ra47da606f5024ab6"/>
    <p:sldId xmlns:r="http://schemas.openxmlformats.org/officeDocument/2006/relationships" id="270" r:id="Rb9f2d8fa79434c32"/>
    <p:sldId xmlns:r="http://schemas.openxmlformats.org/officeDocument/2006/relationships" id="271" r:id="R11560b6a393949ae"/>
    <p:sldId xmlns:r="http://schemas.openxmlformats.org/officeDocument/2006/relationships" id="272" r:id="R831bdcd731914afd"/>
    <p:sldId xmlns:r="http://schemas.openxmlformats.org/officeDocument/2006/relationships" id="273" r:id="Re633b44a38d34de8"/>
    <p:sldId xmlns:r="http://schemas.openxmlformats.org/officeDocument/2006/relationships" id="274" r:id="R2e46318299914215"/>
    <p:sldId xmlns:r="http://schemas.openxmlformats.org/officeDocument/2006/relationships" id="275" r:id="R442e10d781b345a2"/>
    <p:sldId xmlns:r="http://schemas.openxmlformats.org/officeDocument/2006/relationships" id="276" r:id="R98484c81ebd2422e"/>
    <p:sldId xmlns:r="http://schemas.openxmlformats.org/officeDocument/2006/relationships" id="277" r:id="R2fe03c8bfe5548f1"/>
    <p:sldId xmlns:r="http://schemas.openxmlformats.org/officeDocument/2006/relationships" id="278" r:id="Rc9fc0428912a4f12"/>
    <p:sldId xmlns:r="http://schemas.openxmlformats.org/officeDocument/2006/relationships" id="279" r:id="Re0ee53f9cc59469c"/>
    <p:sldId xmlns:r="http://schemas.openxmlformats.org/officeDocument/2006/relationships" id="280" r:id="Rbd8f9256446f4776"/>
    <p:sldId xmlns:r="http://schemas.openxmlformats.org/officeDocument/2006/relationships" id="281" r:id="R8e6d743c507b456f"/>
    <p:sldId xmlns:r="http://schemas.openxmlformats.org/officeDocument/2006/relationships" id="282" r:id="R7c350f8306944903"/>
    <p:sldId xmlns:r="http://schemas.openxmlformats.org/officeDocument/2006/relationships" id="283" r:id="R41dc245ceaea4afb"/>
    <p:sldId xmlns:r="http://schemas.openxmlformats.org/officeDocument/2006/relationships" id="284" r:id="R704787439b2b4df4"/>
    <p:sldId xmlns:r="http://schemas.openxmlformats.org/officeDocument/2006/relationships" id="285" r:id="R689e55fef5504c64"/>
    <p:sldId xmlns:r="http://schemas.openxmlformats.org/officeDocument/2006/relationships" id="286" r:id="R4a7277d10b074ac7"/>
    <p:sldId xmlns:r="http://schemas.openxmlformats.org/officeDocument/2006/relationships" id="287" r:id="R50f2c61203224f0c"/>
    <p:sldId xmlns:r="http://schemas.openxmlformats.org/officeDocument/2006/relationships" id="288" r:id="R25c6f58ef5f04dea"/>
    <p:sldId xmlns:r="http://schemas.openxmlformats.org/officeDocument/2006/relationships" id="289" r:id="R4fa97c74411d426a"/>
    <p:sldId xmlns:r="http://schemas.openxmlformats.org/officeDocument/2006/relationships" id="290" r:id="R5289c82c60ee4d0c"/>
    <p:sldId xmlns:r="http://schemas.openxmlformats.org/officeDocument/2006/relationships" id="291" r:id="Rc0920bba69774c07"/>
    <p:sldId xmlns:r="http://schemas.openxmlformats.org/officeDocument/2006/relationships" id="292" r:id="R16912266e4fb4066"/>
    <p:sldId xmlns:r="http://schemas.openxmlformats.org/officeDocument/2006/relationships" id="293" r:id="Redfe01bc0c354908"/>
    <p:sldId xmlns:r="http://schemas.openxmlformats.org/officeDocument/2006/relationships" id="294" r:id="Re19b9f48b6b74e77"/>
    <p:sldId xmlns:r="http://schemas.openxmlformats.org/officeDocument/2006/relationships" id="295" r:id="R1bffe1bb30ee4750"/>
    <p:sldId xmlns:r="http://schemas.openxmlformats.org/officeDocument/2006/relationships" id="296" r:id="Rff303a9eed494e42"/>
    <p:sldId xmlns:r="http://schemas.openxmlformats.org/officeDocument/2006/relationships" id="297" r:id="R591af7f5860b4730"/>
    <p:sldId xmlns:r="http://schemas.openxmlformats.org/officeDocument/2006/relationships" id="298" r:id="R4c9a6411fcba40a3"/>
    <p:sldId xmlns:r="http://schemas.openxmlformats.org/officeDocument/2006/relationships" id="299" r:id="R2ce37c7486ca4ef2"/>
    <p:sldId xmlns:r="http://schemas.openxmlformats.org/officeDocument/2006/relationships" id="300" r:id="R84cfb5bd23b34407"/>
    <p:sldId xmlns:r="http://schemas.openxmlformats.org/officeDocument/2006/relationships" id="301" r:id="Rb4e661c04f814c49"/>
    <p:sldId xmlns:r="http://schemas.openxmlformats.org/officeDocument/2006/relationships" id="302" r:id="R0511c51ea35b4216"/>
    <p:sldId xmlns:r="http://schemas.openxmlformats.org/officeDocument/2006/relationships" id="303" r:id="Ref404a41f741466c"/>
    <p:sldId xmlns:r="http://schemas.openxmlformats.org/officeDocument/2006/relationships" id="304" r:id="R8b868cdfaa044030"/>
    <p:sldId xmlns:r="http://schemas.openxmlformats.org/officeDocument/2006/relationships" id="305" r:id="Re7d576c41bce42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aadb19c58f414e" /><Relationship Type="http://schemas.openxmlformats.org/officeDocument/2006/relationships/slideMaster" Target="/ppt/slideMasters/slideMaster1.xml" Id="Rdc9cdf4dda5e47fe" /><Relationship Type="http://schemas.openxmlformats.org/officeDocument/2006/relationships/notesMaster" Target="/ppt/notesMasters/notesMaster1.xml" Id="R49871abaefc246c2" /><Relationship Type="http://schemas.openxmlformats.org/officeDocument/2006/relationships/presProps" Target="/ppt/presProps.xml" Id="Ra8eb64704916486f" /><Relationship Type="http://schemas.openxmlformats.org/officeDocument/2006/relationships/tableStyles" Target="/ppt/tableStyles.xml" Id="R61a1a9a0df544fb9" /><Relationship Type="http://schemas.openxmlformats.org/officeDocument/2006/relationships/slide" Target="/ppt/slides/slide1.xml" Id="Rdb90f9b1db82498c" /><Relationship Type="http://schemas.openxmlformats.org/officeDocument/2006/relationships/slide" Target="/ppt/slides/slide2.xml" Id="R128fcee11fb14cc5" /><Relationship Type="http://schemas.openxmlformats.org/officeDocument/2006/relationships/slide" Target="/ppt/slides/slide3.xml" Id="Rb7a22da5eeea42af" /><Relationship Type="http://schemas.openxmlformats.org/officeDocument/2006/relationships/slide" Target="/ppt/slides/slide4.xml" Id="Reecce49b7fe24ab4" /><Relationship Type="http://schemas.openxmlformats.org/officeDocument/2006/relationships/slide" Target="/ppt/slides/slide5.xml" Id="R3735100f4fcd4462" /><Relationship Type="http://schemas.openxmlformats.org/officeDocument/2006/relationships/slide" Target="/ppt/slides/slide6.xml" Id="R98b58fc6e84b4451" /><Relationship Type="http://schemas.openxmlformats.org/officeDocument/2006/relationships/slide" Target="/ppt/slides/slide7.xml" Id="Rbdf3c882f5dd4208" /><Relationship Type="http://schemas.openxmlformats.org/officeDocument/2006/relationships/slide" Target="/ppt/slides/slide8.xml" Id="Rc6c6e4a39dc342a8" /><Relationship Type="http://schemas.openxmlformats.org/officeDocument/2006/relationships/slide" Target="/ppt/slides/slide9.xml" Id="R8dd95de20faa4b84" /><Relationship Type="http://schemas.openxmlformats.org/officeDocument/2006/relationships/slide" Target="/ppt/slides/slide10.xml" Id="Re0ba2819d57b4611" /><Relationship Type="http://schemas.openxmlformats.org/officeDocument/2006/relationships/slide" Target="/ppt/slides/slide11.xml" Id="R49025b512fa34c92" /><Relationship Type="http://schemas.openxmlformats.org/officeDocument/2006/relationships/slide" Target="/ppt/slides/slide12.xml" Id="R882be50b15f94c61" /><Relationship Type="http://schemas.openxmlformats.org/officeDocument/2006/relationships/slide" Target="/ppt/slides/slide13.xml" Id="R6aaeb2d841204633" /><Relationship Type="http://schemas.openxmlformats.org/officeDocument/2006/relationships/slide" Target="/ppt/slides/slide14.xml" Id="Ra47da606f5024ab6" /><Relationship Type="http://schemas.openxmlformats.org/officeDocument/2006/relationships/slide" Target="/ppt/slides/slide15.xml" Id="Rb9f2d8fa79434c32" /><Relationship Type="http://schemas.openxmlformats.org/officeDocument/2006/relationships/slide" Target="/ppt/slides/slide16.xml" Id="R11560b6a393949ae" /><Relationship Type="http://schemas.openxmlformats.org/officeDocument/2006/relationships/slide" Target="/ppt/slides/slide17.xml" Id="R831bdcd731914afd" /><Relationship Type="http://schemas.openxmlformats.org/officeDocument/2006/relationships/slide" Target="/ppt/slides/slide18.xml" Id="Re633b44a38d34de8" /><Relationship Type="http://schemas.openxmlformats.org/officeDocument/2006/relationships/slide" Target="/ppt/slides/slide19.xml" Id="R2e46318299914215" /><Relationship Type="http://schemas.openxmlformats.org/officeDocument/2006/relationships/slide" Target="/ppt/slides/slide20.xml" Id="R442e10d781b345a2" /><Relationship Type="http://schemas.openxmlformats.org/officeDocument/2006/relationships/slide" Target="/ppt/slides/slide21.xml" Id="R98484c81ebd2422e" /><Relationship Type="http://schemas.openxmlformats.org/officeDocument/2006/relationships/slide" Target="/ppt/slides/slide22.xml" Id="R2fe03c8bfe5548f1" /><Relationship Type="http://schemas.openxmlformats.org/officeDocument/2006/relationships/slide" Target="/ppt/slides/slide23.xml" Id="Rc9fc0428912a4f12" /><Relationship Type="http://schemas.openxmlformats.org/officeDocument/2006/relationships/slide" Target="/ppt/slides/slide24.xml" Id="Re0ee53f9cc59469c" /><Relationship Type="http://schemas.openxmlformats.org/officeDocument/2006/relationships/slide" Target="/ppt/slides/slide25.xml" Id="Rbd8f9256446f4776" /><Relationship Type="http://schemas.openxmlformats.org/officeDocument/2006/relationships/slide" Target="/ppt/slides/slide26.xml" Id="R8e6d743c507b456f" /><Relationship Type="http://schemas.openxmlformats.org/officeDocument/2006/relationships/slide" Target="/ppt/slides/slide27.xml" Id="R7c350f8306944903" /><Relationship Type="http://schemas.openxmlformats.org/officeDocument/2006/relationships/slide" Target="/ppt/slides/slide28.xml" Id="R41dc245ceaea4afb" /><Relationship Type="http://schemas.openxmlformats.org/officeDocument/2006/relationships/slide" Target="/ppt/slides/slide29.xml" Id="R704787439b2b4df4" /><Relationship Type="http://schemas.openxmlformats.org/officeDocument/2006/relationships/slide" Target="/ppt/slides/slide30.xml" Id="R689e55fef5504c64" /><Relationship Type="http://schemas.openxmlformats.org/officeDocument/2006/relationships/slide" Target="/ppt/slides/slide31.xml" Id="R4a7277d10b074ac7" /><Relationship Type="http://schemas.openxmlformats.org/officeDocument/2006/relationships/slide" Target="/ppt/slides/slide32.xml" Id="R50f2c61203224f0c" /><Relationship Type="http://schemas.openxmlformats.org/officeDocument/2006/relationships/slide" Target="/ppt/slides/slide33.xml" Id="R25c6f58ef5f04dea" /><Relationship Type="http://schemas.openxmlformats.org/officeDocument/2006/relationships/slide" Target="/ppt/slides/slide34.xml" Id="R4fa97c74411d426a" /><Relationship Type="http://schemas.openxmlformats.org/officeDocument/2006/relationships/slide" Target="/ppt/slides/slide35.xml" Id="R5289c82c60ee4d0c" /><Relationship Type="http://schemas.openxmlformats.org/officeDocument/2006/relationships/slide" Target="/ppt/slides/slide36.xml" Id="Rc0920bba69774c07" /><Relationship Type="http://schemas.openxmlformats.org/officeDocument/2006/relationships/slide" Target="/ppt/slides/slide37.xml" Id="R16912266e4fb4066" /><Relationship Type="http://schemas.openxmlformats.org/officeDocument/2006/relationships/slide" Target="/ppt/slides/slide38.xml" Id="Redfe01bc0c354908" /><Relationship Type="http://schemas.openxmlformats.org/officeDocument/2006/relationships/slide" Target="/ppt/slides/slide39.xml" Id="Re19b9f48b6b74e77" /><Relationship Type="http://schemas.openxmlformats.org/officeDocument/2006/relationships/slide" Target="/ppt/slides/slide40.xml" Id="R1bffe1bb30ee4750" /><Relationship Type="http://schemas.openxmlformats.org/officeDocument/2006/relationships/slide" Target="/ppt/slides/slide41.xml" Id="Rff303a9eed494e42" /><Relationship Type="http://schemas.openxmlformats.org/officeDocument/2006/relationships/slide" Target="/ppt/slides/slide42.xml" Id="R591af7f5860b4730" /><Relationship Type="http://schemas.openxmlformats.org/officeDocument/2006/relationships/slide" Target="/ppt/slides/slide43.xml" Id="R4c9a6411fcba40a3" /><Relationship Type="http://schemas.openxmlformats.org/officeDocument/2006/relationships/slide" Target="/ppt/slides/slide44.xml" Id="R2ce37c7486ca4ef2" /><Relationship Type="http://schemas.openxmlformats.org/officeDocument/2006/relationships/slide" Target="/ppt/slides/slide45.xml" Id="R84cfb5bd23b34407" /><Relationship Type="http://schemas.openxmlformats.org/officeDocument/2006/relationships/slide" Target="/ppt/slides/slide46.xml" Id="Rb4e661c04f814c49" /><Relationship Type="http://schemas.openxmlformats.org/officeDocument/2006/relationships/slide" Target="/ppt/slides/slide47.xml" Id="R0511c51ea35b4216" /><Relationship Type="http://schemas.openxmlformats.org/officeDocument/2006/relationships/slide" Target="/ppt/slides/slide48.xml" Id="Ref404a41f741466c" /><Relationship Type="http://schemas.openxmlformats.org/officeDocument/2006/relationships/slide" Target="/ppt/slides/slide49.xml" Id="R8b868cdfaa044030" /><Relationship Type="http://schemas.openxmlformats.org/officeDocument/2006/relationships/slide" Target="/ppt/slides/slide50.xml" Id="Re7d576c41bce42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4eee8b7f2f44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9550b20eae4f1f" /><Relationship Type="http://schemas.openxmlformats.org/officeDocument/2006/relationships/notesMaster" Target="/ppt/notesMasters/notesMaster1.xml" Id="R445cd34619064a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9e1c7e821d437c" /><Relationship Type="http://schemas.openxmlformats.org/officeDocument/2006/relationships/notesMaster" Target="/ppt/notesMasters/notesMaster1.xml" Id="R2fbe73bf8c144c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e6722c164f4d6c" /><Relationship Type="http://schemas.openxmlformats.org/officeDocument/2006/relationships/notesMaster" Target="/ppt/notesMasters/notesMaster1.xml" Id="Ra35d33c432f245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d09a2da4514cf1" /><Relationship Type="http://schemas.openxmlformats.org/officeDocument/2006/relationships/notesMaster" Target="/ppt/notesMasters/notesMaster1.xml" Id="R5d8147ee96a549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a4456867ac41c5" /><Relationship Type="http://schemas.openxmlformats.org/officeDocument/2006/relationships/notesMaster" Target="/ppt/notesMasters/notesMaster1.xml" Id="R614c6d1fbf2749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eb5b42abe54722" /><Relationship Type="http://schemas.openxmlformats.org/officeDocument/2006/relationships/notesMaster" Target="/ppt/notesMasters/notesMaster1.xml" Id="Rc7e2a3874a4b44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029753db7f4da3" /><Relationship Type="http://schemas.openxmlformats.org/officeDocument/2006/relationships/notesMaster" Target="/ppt/notesMasters/notesMaster1.xml" Id="R33a6082073ca46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a28e498d864009" /><Relationship Type="http://schemas.openxmlformats.org/officeDocument/2006/relationships/notesMaster" Target="/ppt/notesMasters/notesMaster1.xml" Id="R7a16cb56d4e84f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6d71784a3a403f" /><Relationship Type="http://schemas.openxmlformats.org/officeDocument/2006/relationships/notesMaster" Target="/ppt/notesMasters/notesMaster1.xml" Id="R01a9253792f64d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c9974841354286" /><Relationship Type="http://schemas.openxmlformats.org/officeDocument/2006/relationships/notesMaster" Target="/ppt/notesMasters/notesMaster1.xml" Id="R2189a83ac3d44d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13803cd52a4661" /><Relationship Type="http://schemas.openxmlformats.org/officeDocument/2006/relationships/notesMaster" Target="/ppt/notesMasters/notesMaster1.xml" Id="Rfb2fcf9474a94c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94a4a5dd304364" /><Relationship Type="http://schemas.openxmlformats.org/officeDocument/2006/relationships/notesMaster" Target="/ppt/notesMasters/notesMaster1.xml" Id="R14292416e15d46a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df30ce45d74ef3" /><Relationship Type="http://schemas.openxmlformats.org/officeDocument/2006/relationships/notesMaster" Target="/ppt/notesMasters/notesMaster1.xml" Id="R1737f8977de841d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0b7d6f26124426" /><Relationship Type="http://schemas.openxmlformats.org/officeDocument/2006/relationships/notesMaster" Target="/ppt/notesMasters/notesMaster1.xml" Id="R621fdbe5bc4e47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6ac314649284376" /><Relationship Type="http://schemas.openxmlformats.org/officeDocument/2006/relationships/notesMaster" Target="/ppt/notesMasters/notesMaster1.xml" Id="R0327400a2b70437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5f0fbca2df74f4a" /><Relationship Type="http://schemas.openxmlformats.org/officeDocument/2006/relationships/notesMaster" Target="/ppt/notesMasters/notesMaster1.xml" Id="R5c5bff6ce7bf4ea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28270076c1c4d43" /><Relationship Type="http://schemas.openxmlformats.org/officeDocument/2006/relationships/notesMaster" Target="/ppt/notesMasters/notesMaster1.xml" Id="Rc3c4d47316a3492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eebb61875fc48fc" /><Relationship Type="http://schemas.openxmlformats.org/officeDocument/2006/relationships/notesMaster" Target="/ppt/notesMasters/notesMaster1.xml" Id="R1483b413b5fb4a9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3c240928df04f49" /><Relationship Type="http://schemas.openxmlformats.org/officeDocument/2006/relationships/notesMaster" Target="/ppt/notesMasters/notesMaster1.xml" Id="R625fd987917643c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5256d8ab4f34c52" /><Relationship Type="http://schemas.openxmlformats.org/officeDocument/2006/relationships/notesMaster" Target="/ppt/notesMasters/notesMaster1.xml" Id="R2a39fde09e1542c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b63c340762f469f" /><Relationship Type="http://schemas.openxmlformats.org/officeDocument/2006/relationships/notesMaster" Target="/ppt/notesMasters/notesMaster1.xml" Id="R6cbe0ec34cd4491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dd124d7a0f24bc4" /><Relationship Type="http://schemas.openxmlformats.org/officeDocument/2006/relationships/notesMaster" Target="/ppt/notesMasters/notesMaster1.xml" Id="R99f5f5e9740e49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b7e688572854827" /><Relationship Type="http://schemas.openxmlformats.org/officeDocument/2006/relationships/notesMaster" Target="/ppt/notesMasters/notesMaster1.xml" Id="R21cc583781ed427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e62bb4f34ea44dc" /><Relationship Type="http://schemas.openxmlformats.org/officeDocument/2006/relationships/notesMaster" Target="/ppt/notesMasters/notesMaster1.xml" Id="R0f5b91ac4798470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49591c788b483a" /><Relationship Type="http://schemas.openxmlformats.org/officeDocument/2006/relationships/notesMaster" Target="/ppt/notesMasters/notesMaster1.xml" Id="Ra573f1fbac6144f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0b49e62f245470b" /><Relationship Type="http://schemas.openxmlformats.org/officeDocument/2006/relationships/notesMaster" Target="/ppt/notesMasters/notesMaster1.xml" Id="R3dadf739edf34d6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9b96e18f8294494" /><Relationship Type="http://schemas.openxmlformats.org/officeDocument/2006/relationships/notesMaster" Target="/ppt/notesMasters/notesMaster1.xml" Id="Rd35fceded5684ea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df5e226ed304cab" /><Relationship Type="http://schemas.openxmlformats.org/officeDocument/2006/relationships/notesMaster" Target="/ppt/notesMasters/notesMaster1.xml" Id="R135fc5d80a1a4b9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0ac298fd1314426" /><Relationship Type="http://schemas.openxmlformats.org/officeDocument/2006/relationships/notesMaster" Target="/ppt/notesMasters/notesMaster1.xml" Id="R10d32179d6c14ae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e3d7d6e1b894ffb" /><Relationship Type="http://schemas.openxmlformats.org/officeDocument/2006/relationships/notesMaster" Target="/ppt/notesMasters/notesMaster1.xml" Id="R25f6b1d6e4d94f1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6307a1907c14f72" /><Relationship Type="http://schemas.openxmlformats.org/officeDocument/2006/relationships/notesMaster" Target="/ppt/notesMasters/notesMaster1.xml" Id="R8221611d3654425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a9fa9deb300442f" /><Relationship Type="http://schemas.openxmlformats.org/officeDocument/2006/relationships/notesMaster" Target="/ppt/notesMasters/notesMaster1.xml" Id="R150cb60d122e4aa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34f29e146674601" /><Relationship Type="http://schemas.openxmlformats.org/officeDocument/2006/relationships/notesMaster" Target="/ppt/notesMasters/notesMaster1.xml" Id="Reb4bf8ed3828430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2bd8c2c02b34891" /><Relationship Type="http://schemas.openxmlformats.org/officeDocument/2006/relationships/notesMaster" Target="/ppt/notesMasters/notesMaster1.xml" Id="R8de5791bcb404fb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b09de5181a84220" /><Relationship Type="http://schemas.openxmlformats.org/officeDocument/2006/relationships/notesMaster" Target="/ppt/notesMasters/notesMaster1.xml" Id="R35170924d0014b1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175581e0507408a" /><Relationship Type="http://schemas.openxmlformats.org/officeDocument/2006/relationships/notesMaster" Target="/ppt/notesMasters/notesMaster1.xml" Id="R2fda60c3b0fb4d6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d7b3673e0394abb" /><Relationship Type="http://schemas.openxmlformats.org/officeDocument/2006/relationships/notesMaster" Target="/ppt/notesMasters/notesMaster1.xml" Id="Rdaedbb9f754d489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f8907496f5e491f" /><Relationship Type="http://schemas.openxmlformats.org/officeDocument/2006/relationships/notesMaster" Target="/ppt/notesMasters/notesMaster1.xml" Id="R0efaf81eeab54cf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0c84312a2094b60" /><Relationship Type="http://schemas.openxmlformats.org/officeDocument/2006/relationships/notesMaster" Target="/ppt/notesMasters/notesMaster1.xml" Id="Rda87a96ddf75445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574345495f648d0" /><Relationship Type="http://schemas.openxmlformats.org/officeDocument/2006/relationships/notesMaster" Target="/ppt/notesMasters/notesMaster1.xml" Id="R01a31ef708ff4c3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21101e706e84061" /><Relationship Type="http://schemas.openxmlformats.org/officeDocument/2006/relationships/notesMaster" Target="/ppt/notesMasters/notesMaster1.xml" Id="R464f1f2d5d06469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85af7e3bfde43b6" /><Relationship Type="http://schemas.openxmlformats.org/officeDocument/2006/relationships/notesMaster" Target="/ppt/notesMasters/notesMaster1.xml" Id="Ra132c95e4f3842e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0eac036564b43d6" /><Relationship Type="http://schemas.openxmlformats.org/officeDocument/2006/relationships/notesMaster" Target="/ppt/notesMasters/notesMaster1.xml" Id="Rdbd2a40bbdba40f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c5518a567bb416e" /><Relationship Type="http://schemas.openxmlformats.org/officeDocument/2006/relationships/notesMaster" Target="/ppt/notesMasters/notesMaster1.xml" Id="Rde522ef9a0514c9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6333705f20c456a" /><Relationship Type="http://schemas.openxmlformats.org/officeDocument/2006/relationships/notesMaster" Target="/ppt/notesMasters/notesMaster1.xml" Id="R5fb8c63f65b04a75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4ab07b0c2ab4892" /><Relationship Type="http://schemas.openxmlformats.org/officeDocument/2006/relationships/notesMaster" Target="/ppt/notesMasters/notesMaster1.xml" Id="R9201044093fe4f8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7f6044512fce4c5f" /><Relationship Type="http://schemas.openxmlformats.org/officeDocument/2006/relationships/notesMaster" Target="/ppt/notesMasters/notesMaster1.xml" Id="R9cba8eb1168040c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52b7968dfdb4bc7" /><Relationship Type="http://schemas.openxmlformats.org/officeDocument/2006/relationships/notesMaster" Target="/ppt/notesMasters/notesMaster1.xml" Id="Rbf016222c8b045e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071e3c3ca8874497" /><Relationship Type="http://schemas.openxmlformats.org/officeDocument/2006/relationships/notesMaster" Target="/ppt/notesMasters/notesMaster1.xml" Id="R812e813847254e8c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979315739354674" /><Relationship Type="http://schemas.openxmlformats.org/officeDocument/2006/relationships/notesMaster" Target="/ppt/notesMasters/notesMaster1.xml" Id="R072a42054dc54f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Andrej Karpathy 將這種『先跟著靈感走、用自然語言讓 AI 協助把想法做出來』的工作方式稱為 Vibe Coding。這裡把它轉成適合今天社群的學習入口：當你突然想到一個教學活動、研究工具或生活中的小作品，不必先被『我不會寫程式』擋住，可以先把想法說清楚，讓 AI／Agent 協助把它推成第一個可操作原型。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 Vibe Coding 不是把責任交給模型。要保留人工試用、資料權限、測試與品質判斷；靈感負責啟動，人的目的與驗證負責把作品帶到可用。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https://www.youtube.com/watch?v=LCEmiRjPEtQ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Vibe Working 是本工作坊把 Vibe Coding 延伸到日常工作的課程框架，不把它當成 Andrej Karpathy 的原始名詞。當我們在工作中發現『為什麼人生要一直浪費在這些重複事情上』，那個不滿與靈感就是自動化的入口。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請大家不要只追求做更多，而是把重複流程交給 AI／Agent 後，重新決定省下來的時間要回到哪裡：更好的課程、更扎實的研究、更深的人際互動，或是自己一直想做卻沒有時間做的事。效率的終點不是把行程塞滿，而是重新取得生活的主導權。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上午會帶大家從 Level 1 的對話式 AI，進階到 Level 2 的協作式 AI：用 Gemini Notebook、Gem 與 Canvas 一起完成作品。下午再進入 Level 3 的 Agentic AI，讓 Agent 從頭到尾推進任務並交付成果。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Level 3 不只是『模型比較強』，而是人、工作區、工具、規則與 Skills 組成一個可重複的工作流。你可以把自己的 AI Agent 想成一位長期協作的數位同仁：它會逐漸理解你的工作方式與痛點，但授權範圍、驗證標準與最後責任仍由人保留。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Agent 正在讓職位邊界變得更薄。過去 PM 常需要先把需求交給工程師，再等待程式與產品成形；現在 PM 可以先用自然語言指派 Agent，做出一個自己能用、能玩的程式網站或互動原型，快速確認想法與使用者反應。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這不代表工程師被取代，也不代表每個人都要變成全端工程師，而是每個角色都多了一步跨界能力：PM 能先驗證問題，教師／研究者能直接做出第一版，工程師則更需要理解客戶、學生、教師與跨部門夥伴的真實情境。未來的競爭力不只在職稱，而在能否理解問題、運用 Agent、與人協作並交付成果。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PM 不必再等到所有規格都完美，才第一次看見成果。可以先把目標、對象、限制與使用情境說清楚，請 AI Agent 做出可操作原型，邀請同事、學生或客戶試用，再把回饋帶回需求與設計。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這裡的重點是『先驗證』，不是『跳過工程』。正式產品仍需要工程師處理架構、資安、效能、可維護性、資料治理與長期交付；Agent 讓跨職位對話更早發生，讓工程師收到的是經過試用與澄清的問題，而不是只有一張等待猜測的需求單。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當 AI Agent 降低製作原型與程式碼的門檻，工程師的價值會更需要往『理解問題與對成果負責』延伸。過去有些人選擇工程工作，可能偏好專注技術、減少頻繁溝通；這不是對工程師人格的定性，而是提醒工作內容正在改變：如果只守著程式碼、遠離使用者與跨部門，就更難及早發現需求落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未來需要的是 T 型能力：保留深度技術，同時願意走進現場、理解人與脈絡、和其他職位共同定義問題。PM、工程師、教師與研究者都一樣，邊界變模糊不是失去專業，而是讓專業可以更直接地服務真正的需求。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這一頁要讓文組專業者先放下『我不會寫程式，所以做不到』的自我設限。AI 與 Agent 可以協助把語言、想法與需求轉成程式碼、介面、資料流程與可操作作品；就像多了一雙翅膀，像 Red Bull 一樣如虎添翼，讓我們飛得更高、更遠。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但翅膀不是方向。真正要帶進工作坊的，是大家對教學、研究、文本、人的理解，以及對問題的判斷。技術執行可以交給工具協作，目的與最後責任仍由人掌握。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這不是文理對立，而是能力重新組隊。文組長期累積的理解、脈絡、辨識、表達與教育／研究判斷，正是 AI 時代的導航能力；AI 與 Agent 則補上程式、介面、資料與自動化的執行能力。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對今天在場的教授與社群成員來說，大家不是要變成另一種人，而是帶著原本的專業，取得一雙能把專業帶到更遠地方的技術翅膀。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請大家把今天想做的事情想成一次出航：先帶上自己的真問題與專業脈絡，再讓 Agent 補上技術翅膀。不是先學會所有工具才開始，而是從一個真實需求開始，讓工具協助我們完成以前以為不可能的事；最後仍由人驗證，並把成果帶回教學、研究與生活。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這也是今天上午的學習弧線：先說清楚，再有根據、有角色、有作品、能分享。等一下請大家帶著這個問題進入實作：如果我真的多了一雙翅膀，想飛去哪裡？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這張是上午與下午之間的生活哲學橋接。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講者觀察：Agent 讓我能完成很多以前想不到自己能做到的事，能力變得非常強大，就像擁有超能力一樣。現在 Agent 時代到來，讓人感覺「沒有你做不到的事，只有你想不到的事」。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但省下時間不等於要把行程塞滿。以前自己做完一件事就結束；現在有 AI 與 Agent 幫忙，常常只要原本 1/10 甚至 1/20 的時間，效率提升至少 20 倍，就會立刻想再做更多優化與改良。這張先請大家停一下，問自己：省下來的時間，我要拿來做什麼？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請把答案帶到下午最後的反思：培養興趣與未來志向、陪伴孩子與家人、和同儕與同事深入溝通，讓科技能力最後回到人的生活與關係。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本頁資源皆為公開網站入口，請依卡片名稱點擊或掃描 QR Code 開啟。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公開資源：研習資源導航</a:t>
            </a:r>
          </a:p>
          <a:p xmlns:a="http://schemas.openxmlformats.org/drawingml/2006/main">
            <a:r>
              <a:t>- 公開資源：開啟 Gemini Notebook</a:t>
            </a:r>
          </a:p>
          <a:p xmlns:a="http://schemas.openxmlformats.org/drawingml/2006/main">
            <a:r>
              <a:t>- 公開資源：建立自訂 Gem</a:t>
            </a:r>
          </a:p>
          <a:p xmlns:a="http://schemas.openxmlformats.org/drawingml/2006/main">
            <a:r>
              <a:t>- 公開資源：開啟 Gemini Canvas</a:t>
            </a:r>
          </a:p>
          <a:p xmlns:a="http://schemas.openxmlformats.org/drawingml/2006/main">
            <a:r>
              <a:t>- 公開資源：教學駕駛艙 GitHub repo</a:t>
            </a:r>
          </a:p>
          <a:p xmlns:a="http://schemas.openxmlformats.org/drawingml/2006/main">
            <a:r>
              <a:t>- 公開資源：教學駕駛艙公開網站</a:t>
            </a:r>
          </a:p>
          <a:p xmlns:a="http://schemas.openxmlformats.org/drawingml/2006/main">
            <a:r>
              <a:t>- 公開資源：教師會議紀錄系統（#84）</a:t>
            </a:r>
          </a:p>
          <a:p xmlns:a="http://schemas.openxmlformats.org/drawingml/2006/main">
            <a:r>
              <a:t>- 公開資源：建立 Google Sites</a:t>
            </a:r>
          </a:p>
          <a:p xmlns:a="http://schemas.openxmlformats.org/drawingml/2006/main">
            <a:r>
              <a:t>- 公開資源：開啟 GitHub Pages</a:t>
            </a:r>
          </a:p>
          <a:p xmlns:a="http://schemas.openxmlformats.org/drawingml/2006/main">
            <a:r>
              <a:t>- 公開資源：EZPage 一鍵部署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52d874844b47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5042a9409d4fd8" /><Relationship Type="http://schemas.openxmlformats.org/officeDocument/2006/relationships/slideLayout" Target="/ppt/slideLayouts/slideLayout1.xml" Id="Rb0c450f2c6ef42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c450f2c6ef42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1e8c7936e402e" /><Relationship Type="http://schemas.openxmlformats.org/officeDocument/2006/relationships/image" Target="/ppt/media/image.png" Id="R587bcf5471144fd4" /><Relationship Type="http://schemas.openxmlformats.org/officeDocument/2006/relationships/notesSlide" Target="/ppt/notesSlides/notesSlide1.xml" Id="R26972055e9b140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36f1c414e4c7e" /><Relationship Type="http://schemas.openxmlformats.org/officeDocument/2006/relationships/hyperlink" Target="https://www.youtube.com/watch?v=LCEmiRjPEtQ" TargetMode="External" Id="R81293cbb9e3d4e2f" /><Relationship Type="http://schemas.openxmlformats.org/officeDocument/2006/relationships/image" Target="/ppt/media/image2.png" Id="R9eb317f4f4524502" /><Relationship Type="http://schemas.openxmlformats.org/officeDocument/2006/relationships/notesSlide" Target="/ppt/notesSlides/notesSlide2.xml" Id="R5ef178c4330e40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7af8335c046d8" /><Relationship Type="http://schemas.openxmlformats.org/officeDocument/2006/relationships/hyperlink" Target="https://notebook.google.com/" TargetMode="External" Id="R683bed8af2b2437b" /><Relationship Type="http://schemas.openxmlformats.org/officeDocument/2006/relationships/hyperlink" Target="https://gemini.google.com/app" TargetMode="External" Id="R1fd3bfbd2d7b43c8" /><Relationship Type="http://schemas.openxmlformats.org/officeDocument/2006/relationships/image" Target="/ppt/media/image3.png" Id="R97f38035849d43a1" /><Relationship Type="http://schemas.openxmlformats.org/officeDocument/2006/relationships/image" Target="/ppt/media/image4.png" Id="Rc34d517cfcbb40ba" /><Relationship Type="http://schemas.openxmlformats.org/officeDocument/2006/relationships/notesSlide" Target="/ppt/notesSlides/notesSlide3.xml" Id="R4de46e46450d49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e7fa4312642e6" /><Relationship Type="http://schemas.openxmlformats.org/officeDocument/2006/relationships/hyperlink" Target="https://notebook.google.com/" TargetMode="External" Id="Rc6321d6d7adc461a" /><Relationship Type="http://schemas.openxmlformats.org/officeDocument/2006/relationships/hyperlink" Target="https://gemini.google.com/app" TargetMode="External" Id="R56f0879668bb4638" /><Relationship Type="http://schemas.openxmlformats.org/officeDocument/2006/relationships/hyperlink" Target="https://antigravity.google/" TargetMode="External" Id="R9d44fb8f09114903" /><Relationship Type="http://schemas.openxmlformats.org/officeDocument/2006/relationships/image" Target="/ppt/media/image5.png" Id="Rbdba6086f2fc4903" /><Relationship Type="http://schemas.openxmlformats.org/officeDocument/2006/relationships/image" Target="/ppt/media/image6.png" Id="R9a443c8e22764a73" /><Relationship Type="http://schemas.openxmlformats.org/officeDocument/2006/relationships/image" Target="/ppt/media/image7.png" Id="R52b3e253455648ce" /><Relationship Type="http://schemas.openxmlformats.org/officeDocument/2006/relationships/notesSlide" Target="/ppt/notesSlides/notesSlide4.xml" Id="R41999004347d45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c62427ecf4fb4" /><Relationship Type="http://schemas.openxmlformats.org/officeDocument/2006/relationships/notesSlide" Target="/ppt/notesSlides/notesSlide5.xml" Id="R2f357068d2d04a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4323eca2d4ccd" /><Relationship Type="http://schemas.openxmlformats.org/officeDocument/2006/relationships/notesSlide" Target="/ppt/notesSlides/notesSlide6.xml" Id="Rc9334236753646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f7a9364c24101" /><Relationship Type="http://schemas.openxmlformats.org/officeDocument/2006/relationships/notesSlide" Target="/ppt/notesSlides/notesSlide7.xml" Id="Rb91478bd96f74a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7a18acfed494f" /><Relationship Type="http://schemas.openxmlformats.org/officeDocument/2006/relationships/notesSlide" Target="/ppt/notesSlides/notesSlide8.xml" Id="Rbdd65dd9885649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dd6ccd5634d37" /><Relationship Type="http://schemas.openxmlformats.org/officeDocument/2006/relationships/notesSlide" Target="/ppt/notesSlides/notesSlide9.xml" Id="R7d563608899c49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49a52085745d2" /><Relationship Type="http://schemas.openxmlformats.org/officeDocument/2006/relationships/notesSlide" Target="/ppt/notesSlides/notesSlide10.xml" Id="R4eeb2328930b40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a8d88b8af4bd8" /><Relationship Type="http://schemas.openxmlformats.org/officeDocument/2006/relationships/notesSlide" Target="/ppt/notesSlides/notesSlide11.xml" Id="R06339a55dc1f4b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b6ac621f64a15" /><Relationship Type="http://schemas.openxmlformats.org/officeDocument/2006/relationships/hyperlink" Target="https://www.typeless.com/" TargetMode="External" Id="R63ca8f815b7f4a62" /><Relationship Type="http://schemas.openxmlformats.org/officeDocument/2006/relationships/hyperlink" Target="https://notebook.google.com/" TargetMode="External" Id="R6d9eefc57b084539" /><Relationship Type="http://schemas.openxmlformats.org/officeDocument/2006/relationships/image" Target="/ppt/media/image8.png" Id="R20728451cdae458d" /><Relationship Type="http://schemas.openxmlformats.org/officeDocument/2006/relationships/image" Target="/ppt/media/image9.png" Id="Re7e9acaa31a84236" /><Relationship Type="http://schemas.openxmlformats.org/officeDocument/2006/relationships/notesSlide" Target="/ppt/notesSlides/notesSlide12.xml" Id="R325aa1c9b79a43e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1a94283584c87" /><Relationship Type="http://schemas.openxmlformats.org/officeDocument/2006/relationships/notesSlide" Target="/ppt/notesSlides/notesSlide13.xml" Id="R000ff33e6ffd4a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0758a6b7d440a" /><Relationship Type="http://schemas.openxmlformats.org/officeDocument/2006/relationships/notesSlide" Target="/ppt/notesSlides/notesSlide14.xml" Id="R3cfec6ea74524c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e7899af0144fc" /><Relationship Type="http://schemas.openxmlformats.org/officeDocument/2006/relationships/notesSlide" Target="/ppt/notesSlides/notesSlide15.xml" Id="R52b3e209201e4f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985dc8a38416c" /><Relationship Type="http://schemas.openxmlformats.org/officeDocument/2006/relationships/notesSlide" Target="/ppt/notesSlides/notesSlide16.xml" Id="R0a511258cd4340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2920d88c94d89" /><Relationship Type="http://schemas.openxmlformats.org/officeDocument/2006/relationships/image" Target="/ppt/media/image10.png" Id="Rd88021df769e4de3" /><Relationship Type="http://schemas.openxmlformats.org/officeDocument/2006/relationships/hyperlink" Target="https://cagoooo.github.io/Akai/" TargetMode="External" Id="Rb45616c701554888" /><Relationship Type="http://schemas.openxmlformats.org/officeDocument/2006/relationships/image" Target="/ppt/media/image11.png" Id="Rf3369ca8a29141d5" /><Relationship Type="http://schemas.openxmlformats.org/officeDocument/2006/relationships/notesSlide" Target="/ppt/notesSlides/notesSlide17.xml" Id="R5de27a41c4094dc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e95dc53ae45e7" /><Relationship Type="http://schemas.openxmlformats.org/officeDocument/2006/relationships/hyperlink" Target="https://cagoooo.github.io/Akai/tool/91/" TargetMode="External" Id="R133f96592cd84f10" /><Relationship Type="http://schemas.openxmlformats.org/officeDocument/2006/relationships/image" Target="/ppt/media/image12.png" Id="Ra3937eaf244f4b4a" /><Relationship Type="http://schemas.openxmlformats.org/officeDocument/2006/relationships/hyperlink" Target="https://cagoooo.github.io/PhotoPoet/" TargetMode="External" Id="Rdd72858370554c64" /><Relationship Type="http://schemas.openxmlformats.org/officeDocument/2006/relationships/image" Target="/ppt/media/image13.png" Id="Rafb8ac1357d14e7d" /><Relationship Type="http://schemas.openxmlformats.org/officeDocument/2006/relationships/hyperlink" Target="https://cagoooo.github.io/Akai/tool/58/" TargetMode="External" Id="Rbbcc86c7ce7849b6" /><Relationship Type="http://schemas.openxmlformats.org/officeDocument/2006/relationships/image" Target="/ppt/media/image14.png" Id="R60442a9e48024a09" /><Relationship Type="http://schemas.openxmlformats.org/officeDocument/2006/relationships/hyperlink" Target="https://cagoooo.github.io/prepare/" TargetMode="External" Id="Rfcc65a8bc6f046f5" /><Relationship Type="http://schemas.openxmlformats.org/officeDocument/2006/relationships/image" Target="/ppt/media/image15.png" Id="Rfdcfd571f5c74a65" /><Relationship Type="http://schemas.openxmlformats.org/officeDocument/2006/relationships/hyperlink" Target="https://cagoooo.github.io/Akai/tool/11/" TargetMode="External" Id="Rb4add3203de24f5d" /><Relationship Type="http://schemas.openxmlformats.org/officeDocument/2006/relationships/image" Target="/ppt/media/image16.png" Id="Raf418541018b4bfa" /><Relationship Type="http://schemas.openxmlformats.org/officeDocument/2006/relationships/hyperlink" Target="https://cagoooo.github.io/Akailao/" TargetMode="External" Id="R50c701f065374d7a" /><Relationship Type="http://schemas.openxmlformats.org/officeDocument/2006/relationships/image" Target="/ppt/media/image17.png" Id="R846eac44b79c4722" /><Relationship Type="http://schemas.openxmlformats.org/officeDocument/2006/relationships/notesSlide" Target="/ppt/notesSlides/notesSlide18.xml" Id="R16d1d9e005f146b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3544e4da44888" /><Relationship Type="http://schemas.openxmlformats.org/officeDocument/2006/relationships/hyperlink" Target="https://cagoooo.github.io/Akai/tool/3/" TargetMode="External" Id="Rf729d399a8f841c5" /><Relationship Type="http://schemas.openxmlformats.org/officeDocument/2006/relationships/image" Target="/ppt/media/image18.png" Id="R27972539b7394308" /><Relationship Type="http://schemas.openxmlformats.org/officeDocument/2006/relationships/hyperlink" Target="https://cagoooo.github.io/vote/" TargetMode="External" Id="Rc60d81face694ecc" /><Relationship Type="http://schemas.openxmlformats.org/officeDocument/2006/relationships/image" Target="/ppt/media/image19.png" Id="R4345fcbe07df4cbd" /><Relationship Type="http://schemas.openxmlformats.org/officeDocument/2006/relationships/hyperlink" Target="https://cagoooo.github.io/Akai/tool/24/" TargetMode="External" Id="Rd67571cfac9a44e1" /><Relationship Type="http://schemas.openxmlformats.org/officeDocument/2006/relationships/image" Target="/ppt/media/image20.png" Id="R7d3adabb0731477c" /><Relationship Type="http://schemas.openxmlformats.org/officeDocument/2006/relationships/hyperlink" Target="https://sites.google.com/mail2.smes.tyc.edu.tw/114teacher/" TargetMode="External" Id="Rb2caa98f67d245bb" /><Relationship Type="http://schemas.openxmlformats.org/officeDocument/2006/relationships/image" Target="/ppt/media/image21.png" Id="R595025bd57244ea3" /><Relationship Type="http://schemas.openxmlformats.org/officeDocument/2006/relationships/hyperlink" Target="https://cagoooo.github.io/Akai/tool/81/" TargetMode="External" Id="R629228fa42864904" /><Relationship Type="http://schemas.openxmlformats.org/officeDocument/2006/relationships/image" Target="/ppt/media/image22.png" Id="Rcdd0d5fa9baf4e8d" /><Relationship Type="http://schemas.openxmlformats.org/officeDocument/2006/relationships/hyperlink" Target="https://cagoooo.github.io/it-cockpit/" TargetMode="External" Id="R84cd854db437460d" /><Relationship Type="http://schemas.openxmlformats.org/officeDocument/2006/relationships/image" Target="/ppt/media/image23.png" Id="R937f63e6aedb4131" /><Relationship Type="http://schemas.openxmlformats.org/officeDocument/2006/relationships/notesSlide" Target="/ppt/notesSlides/notesSlide19.xml" Id="R7cc34b78bb434ff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a86ccbd584357" /><Relationship Type="http://schemas.openxmlformats.org/officeDocument/2006/relationships/hyperlink" Target="https://www.typeless.com/" TargetMode="External" Id="R24f8237d45534966" /><Relationship Type="http://schemas.openxmlformats.org/officeDocument/2006/relationships/hyperlink" Target="https://chatgpt.com/codex/" TargetMode="External" Id="Re2e452271fa342dd" /><Relationship Type="http://schemas.openxmlformats.org/officeDocument/2006/relationships/image" Target="/ppt/media/image24.png" Id="R4b079f33afc147e4" /><Relationship Type="http://schemas.openxmlformats.org/officeDocument/2006/relationships/image" Target="/ppt/media/image25.png" Id="R178246556372408a" /><Relationship Type="http://schemas.openxmlformats.org/officeDocument/2006/relationships/notesSlide" Target="/ppt/notesSlides/notesSlide20.xml" Id="R56fc261e5c2f42a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48afdea964dad" /><Relationship Type="http://schemas.openxmlformats.org/officeDocument/2006/relationships/hyperlink" Target="https://www.typeless.com/" TargetMode="External" Id="Rfcaf8b22940c4d78" /><Relationship Type="http://schemas.openxmlformats.org/officeDocument/2006/relationships/hyperlink" Target="https://chatgpt.com/codex/" TargetMode="External" Id="Rc1f92667a5e94424" /><Relationship Type="http://schemas.openxmlformats.org/officeDocument/2006/relationships/image" Target="/ppt/media/image26.png" Id="Rd9adc6a756264395" /><Relationship Type="http://schemas.openxmlformats.org/officeDocument/2006/relationships/image" Target="/ppt/media/image27.png" Id="Rd2c4f128f7174450" /><Relationship Type="http://schemas.openxmlformats.org/officeDocument/2006/relationships/notesSlide" Target="/ppt/notesSlides/notesSlide21.xml" Id="R33304d3fbf2f4f9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b0e9416f34d6c" /><Relationship Type="http://schemas.openxmlformats.org/officeDocument/2006/relationships/hyperlink" Target="https://www.typeless.com/downloads" TargetMode="External" Id="R61839906b1b6447e" /><Relationship Type="http://schemas.openxmlformats.org/officeDocument/2006/relationships/hyperlink" Target="https://chatgpt.com/codex/" TargetMode="External" Id="R7de6867bd1264f3c" /><Relationship Type="http://schemas.openxmlformats.org/officeDocument/2006/relationships/image" Target="/ppt/media/image28.png" Id="Rc6051dfe545c438d" /><Relationship Type="http://schemas.openxmlformats.org/officeDocument/2006/relationships/image" Target="/ppt/media/image29.png" Id="R0aee38eea6184a25" /><Relationship Type="http://schemas.openxmlformats.org/officeDocument/2006/relationships/notesSlide" Target="/ppt/notesSlides/notesSlide22.xml" Id="R793220aadc93428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76036810448c0" /><Relationship Type="http://schemas.openxmlformats.org/officeDocument/2006/relationships/hyperlink" Target="https://www.typeless.com/" TargetMode="External" Id="Rb8e5b716c2434cf7" /><Relationship Type="http://schemas.openxmlformats.org/officeDocument/2006/relationships/hyperlink" Target="https://chatgpt.com/codex/" TargetMode="External" Id="Raeeebe8df3c94479" /><Relationship Type="http://schemas.openxmlformats.org/officeDocument/2006/relationships/hyperlink" Target="https://notebook.google.com/" TargetMode="External" Id="R31929092fc584bbe" /><Relationship Type="http://schemas.openxmlformats.org/officeDocument/2006/relationships/image" Target="/ppt/media/image30.png" Id="Rbb2cd530ce314de8" /><Relationship Type="http://schemas.openxmlformats.org/officeDocument/2006/relationships/image" Target="/ppt/media/image31.png" Id="R0ed9ed0d5bd5498f" /><Relationship Type="http://schemas.openxmlformats.org/officeDocument/2006/relationships/notesSlide" Target="/ppt/notesSlides/notesSlide23.xml" Id="Reab52ffeb2f34a4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de3b90dfb45e5" /><Relationship Type="http://schemas.openxmlformats.org/officeDocument/2006/relationships/notesSlide" Target="/ppt/notesSlides/notesSlide24.xml" Id="Rd8e9cc7d57fe4f7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da431b24a4572" /><Relationship Type="http://schemas.openxmlformats.org/officeDocument/2006/relationships/hyperlink" Target="https://notebook.google.com/" TargetMode="External" Id="R1d6ce77bfd744797" /><Relationship Type="http://schemas.openxmlformats.org/officeDocument/2006/relationships/image" Target="/ppt/media/image32.png" Id="R7d914d4f5a7146b2" /><Relationship Type="http://schemas.openxmlformats.org/officeDocument/2006/relationships/notesSlide" Target="/ppt/notesSlides/notesSlide25.xml" Id="R4aa2f070128f4be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1ad14fba214327" /><Relationship Type="http://schemas.openxmlformats.org/officeDocument/2006/relationships/hyperlink" Target="https://notebook.google.com/" TargetMode="External" Id="R47583f1c7c2d4c79" /><Relationship Type="http://schemas.openxmlformats.org/officeDocument/2006/relationships/image" Target="/ppt/media/image33.png" Id="Rd5b7bb4e86974d7d" /><Relationship Type="http://schemas.openxmlformats.org/officeDocument/2006/relationships/notesSlide" Target="/ppt/notesSlides/notesSlide26.xml" Id="Rc085ee7f5fd84e1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c62b523f54c9f" /><Relationship Type="http://schemas.openxmlformats.org/officeDocument/2006/relationships/hyperlink" Target="https://notebook.google.com/" TargetMode="External" Id="R3f56313944484026" /><Relationship Type="http://schemas.openxmlformats.org/officeDocument/2006/relationships/image" Target="/ppt/media/image34.png" Id="Rb8c8f6da0af643c9" /><Relationship Type="http://schemas.openxmlformats.org/officeDocument/2006/relationships/notesSlide" Target="/ppt/notesSlides/notesSlide27.xml" Id="R8611e05a1b8649a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c25d7a0d14231" /><Relationship Type="http://schemas.openxmlformats.org/officeDocument/2006/relationships/hyperlink" Target="https://notebook.google.com/" TargetMode="External" Id="R02c6b670f455448c" /><Relationship Type="http://schemas.openxmlformats.org/officeDocument/2006/relationships/hyperlink" Target="https://github.com/cagoooo/it-cockpit" TargetMode="External" Id="Rdb1b71d59e3e42c2" /><Relationship Type="http://schemas.openxmlformats.org/officeDocument/2006/relationships/hyperlink" Target="https://cagoooo.github.io/it-cockpit/" TargetMode="External" Id="R7b6f6387e1d448a1" /><Relationship Type="http://schemas.openxmlformats.org/officeDocument/2006/relationships/image" Target="/ppt/media/image35.png" Id="R0d33bb92ace54352" /><Relationship Type="http://schemas.openxmlformats.org/officeDocument/2006/relationships/image" Target="/ppt/media/image36.png" Id="Rd5918d79612d4e6f" /><Relationship Type="http://schemas.openxmlformats.org/officeDocument/2006/relationships/image" Target="/ppt/media/image37.png" Id="Rb8e3e9fd1a5246b5" /><Relationship Type="http://schemas.openxmlformats.org/officeDocument/2006/relationships/notesSlide" Target="/ppt/notesSlides/notesSlide28.xml" Id="R4511e598130d47a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4035152d04357" /><Relationship Type="http://schemas.openxmlformats.org/officeDocument/2006/relationships/hyperlink" Target="https://notebook.google.com/" TargetMode="External" Id="Rbb7f7860478e45e1" /><Relationship Type="http://schemas.openxmlformats.org/officeDocument/2006/relationships/hyperlink" Target="https://cagoooo.github.io/it-cockpit/" TargetMode="External" Id="R8d225aba28bf4307" /><Relationship Type="http://schemas.openxmlformats.org/officeDocument/2006/relationships/image" Target="/ppt/media/image38.png" Id="R99b936f8e8e4456a" /><Relationship Type="http://schemas.openxmlformats.org/officeDocument/2006/relationships/image" Target="/ppt/media/image39.png" Id="R10b4f9b4d1e34230" /><Relationship Type="http://schemas.openxmlformats.org/officeDocument/2006/relationships/notesSlide" Target="/ppt/notesSlides/notesSlide29.xml" Id="R299817efb06142a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b814a3de54d97" /><Relationship Type="http://schemas.openxmlformats.org/officeDocument/2006/relationships/hyperlink" Target="https://notebook.google.com/" TargetMode="External" Id="R68c0bbf74a4440c8" /><Relationship Type="http://schemas.openxmlformats.org/officeDocument/2006/relationships/image" Target="/ppt/media/image40.png" Id="R080c17e1ab0f48b4" /><Relationship Type="http://schemas.openxmlformats.org/officeDocument/2006/relationships/notesSlide" Target="/ppt/notesSlides/notesSlide30.xml" Id="R5f8245e89bfb4f2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dbfddff9942cc" /><Relationship Type="http://schemas.openxmlformats.org/officeDocument/2006/relationships/hyperlink" Target="https://notebook.google.com/" TargetMode="External" Id="R4044c0f383db423d" /><Relationship Type="http://schemas.openxmlformats.org/officeDocument/2006/relationships/image" Target="/ppt/media/image41.png" Id="Rfbf0e1a908974a23" /><Relationship Type="http://schemas.openxmlformats.org/officeDocument/2006/relationships/notesSlide" Target="/ppt/notesSlides/notesSlide31.xml" Id="R475f9c01ae204f6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146db6c474aa4" /><Relationship Type="http://schemas.openxmlformats.org/officeDocument/2006/relationships/hyperlink" Target="https://notebook.google.com/" TargetMode="External" Id="R9b181420ddea4731" /><Relationship Type="http://schemas.openxmlformats.org/officeDocument/2006/relationships/image" Target="/ppt/media/image42.png" Id="R613719db997545d6" /><Relationship Type="http://schemas.openxmlformats.org/officeDocument/2006/relationships/notesSlide" Target="/ppt/notesSlides/notesSlide32.xml" Id="R7bc903be4465451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19b9068a847a6" /><Relationship Type="http://schemas.openxmlformats.org/officeDocument/2006/relationships/hyperlink" Target="https://gemini.google.com/gems/create" TargetMode="External" Id="Rf306b5f66a534c2b" /><Relationship Type="http://schemas.openxmlformats.org/officeDocument/2006/relationships/image" Target="/ppt/media/image43.png" Id="Rf5559127191348b2" /><Relationship Type="http://schemas.openxmlformats.org/officeDocument/2006/relationships/notesSlide" Target="/ppt/notesSlides/notesSlide33.xml" Id="R4cdc7be529d34d5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8c4ef10a84459" /><Relationship Type="http://schemas.openxmlformats.org/officeDocument/2006/relationships/hyperlink" Target="https://gemini.google.com/gems/create" TargetMode="External" Id="Rbed6282b4f2449d8" /><Relationship Type="http://schemas.openxmlformats.org/officeDocument/2006/relationships/image" Target="/ppt/media/image44.png" Id="R9a89795791e14b7f" /><Relationship Type="http://schemas.openxmlformats.org/officeDocument/2006/relationships/notesSlide" Target="/ppt/notesSlides/notesSlide34.xml" Id="R0661d1913ed5444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bbea62a643f4" /><Relationship Type="http://schemas.openxmlformats.org/officeDocument/2006/relationships/hyperlink" Target="https://gemini.google.com/gems/create" TargetMode="External" Id="Rdd809caa5e334aa0" /><Relationship Type="http://schemas.openxmlformats.org/officeDocument/2006/relationships/image" Target="/ppt/media/image45.png" Id="R10a3e36d056345d6" /><Relationship Type="http://schemas.openxmlformats.org/officeDocument/2006/relationships/notesSlide" Target="/ppt/notesSlides/notesSlide35.xml" Id="R17ff5a0bb2a7411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941b394ec496d" /><Relationship Type="http://schemas.openxmlformats.org/officeDocument/2006/relationships/hyperlink" Target="https://gemini.google.com/gems/create" TargetMode="External" Id="R5292b8bc834b4aed" /><Relationship Type="http://schemas.openxmlformats.org/officeDocument/2006/relationships/image" Target="/ppt/media/image46.png" Id="R7d82063267604dad" /><Relationship Type="http://schemas.openxmlformats.org/officeDocument/2006/relationships/notesSlide" Target="/ppt/notesSlides/notesSlide36.xml" Id="Rb440e64351af4dd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e1c0494eb4e61" /><Relationship Type="http://schemas.openxmlformats.org/officeDocument/2006/relationships/hyperlink" Target="https://gemini.google.com/gems/create" TargetMode="External" Id="Rce46a0814aaa4de7" /><Relationship Type="http://schemas.openxmlformats.org/officeDocument/2006/relationships/image" Target="/ppt/media/image47.png" Id="R7cfe30a841fd40d1" /><Relationship Type="http://schemas.openxmlformats.org/officeDocument/2006/relationships/notesSlide" Target="/ppt/notesSlides/notesSlide37.xml" Id="R5553c347876445b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3e9004df743a7" /><Relationship Type="http://schemas.openxmlformats.org/officeDocument/2006/relationships/hyperlink" Target="https://gemini.google.com/gems/create" TargetMode="External" Id="Rbdab999ba4ea41f5" /><Relationship Type="http://schemas.openxmlformats.org/officeDocument/2006/relationships/image" Target="/ppt/media/image48.png" Id="R50127f7c373c45cc" /><Relationship Type="http://schemas.openxmlformats.org/officeDocument/2006/relationships/notesSlide" Target="/ppt/notesSlides/notesSlide38.xml" Id="Raf7f2101f7954af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18ca4080b451c" /><Relationship Type="http://schemas.openxmlformats.org/officeDocument/2006/relationships/hyperlink" Target="https://gemini.google.com/app" TargetMode="External" Id="R26d631703e4645c3" /><Relationship Type="http://schemas.openxmlformats.org/officeDocument/2006/relationships/image" Target="/ppt/media/image49.png" Id="R01520bc259c347e2" /><Relationship Type="http://schemas.openxmlformats.org/officeDocument/2006/relationships/notesSlide" Target="/ppt/notesSlides/notesSlide39.xml" Id="Refe5d52f758c44f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579cb1ff142b0" /><Relationship Type="http://schemas.openxmlformats.org/officeDocument/2006/relationships/hyperlink" Target="https://gemini.google.com/app" TargetMode="External" Id="Rd7ef716f848d48b5" /><Relationship Type="http://schemas.openxmlformats.org/officeDocument/2006/relationships/image" Target="/ppt/media/image50.png" Id="R6676f9fabeed4aa6" /><Relationship Type="http://schemas.openxmlformats.org/officeDocument/2006/relationships/notesSlide" Target="/ppt/notesSlides/notesSlide40.xml" Id="R592baad90e7045a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c92587a9a48c8" /><Relationship Type="http://schemas.openxmlformats.org/officeDocument/2006/relationships/hyperlink" Target="https://gemini.google.com/app" TargetMode="External" Id="R090e6050b11d44d5" /><Relationship Type="http://schemas.openxmlformats.org/officeDocument/2006/relationships/hyperlink" Target="https://cagoooo.github.io/domain-meeting-go/" TargetMode="External" Id="R00bdde63b4a74656" /><Relationship Type="http://schemas.openxmlformats.org/officeDocument/2006/relationships/image" Target="/ppt/media/image51.png" Id="R887505df8c7048c7" /><Relationship Type="http://schemas.openxmlformats.org/officeDocument/2006/relationships/image" Target="/ppt/media/image52.png" Id="R4e9cc0f773df49ef" /><Relationship Type="http://schemas.openxmlformats.org/officeDocument/2006/relationships/notesSlide" Target="/ppt/notesSlides/notesSlide41.xml" Id="R573a094f4cd04ea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ea03781324f5b" /><Relationship Type="http://schemas.openxmlformats.org/officeDocument/2006/relationships/hyperlink" Target="https://gemini.google.com/app" TargetMode="External" Id="R387c464d56fa4644" /><Relationship Type="http://schemas.openxmlformats.org/officeDocument/2006/relationships/hyperlink" Target="https://cagoooo.github.io/domain-meeting-go/" TargetMode="External" Id="R83c004fb71cd4aff" /><Relationship Type="http://schemas.openxmlformats.org/officeDocument/2006/relationships/hyperlink" Target="https://sites.google.com/mail2.smes.tyc.edu.tw/114teacher/" TargetMode="External" Id="R0dec85d5928c4122" /><Relationship Type="http://schemas.openxmlformats.org/officeDocument/2006/relationships/image" Target="/ppt/media/image53.png" Id="R7837b049ad2c46d5" /><Relationship Type="http://schemas.openxmlformats.org/officeDocument/2006/relationships/image" Target="/ppt/media/image54.png" Id="R0e4f2787ee804ce7" /><Relationship Type="http://schemas.openxmlformats.org/officeDocument/2006/relationships/image" Target="/ppt/media/image55.png" Id="R785740250a814d4f" /><Relationship Type="http://schemas.openxmlformats.org/officeDocument/2006/relationships/notesSlide" Target="/ppt/notesSlides/notesSlide42.xml" Id="R83e65ea9c25b4ca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1c2df07ee4864" /><Relationship Type="http://schemas.openxmlformats.org/officeDocument/2006/relationships/hyperlink" Target="https://sites.google.com/new" TargetMode="External" Id="Ra79bf706e2744aef" /><Relationship Type="http://schemas.openxmlformats.org/officeDocument/2006/relationships/hyperlink" Target="https://cagoooo.github.io/domain-meeting-go/" TargetMode="External" Id="R9d5eab747b884850" /><Relationship Type="http://schemas.openxmlformats.org/officeDocument/2006/relationships/image" Target="/ppt/media/image56.png" Id="R6aa952d69a8e4399" /><Relationship Type="http://schemas.openxmlformats.org/officeDocument/2006/relationships/image" Target="/ppt/media/image57.png" Id="Rb99c36d9317347e6" /><Relationship Type="http://schemas.openxmlformats.org/officeDocument/2006/relationships/notesSlide" Target="/ppt/notesSlides/notesSlide43.xml" Id="Rf38f82bf29954c8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d361c5ffa4242" /><Relationship Type="http://schemas.openxmlformats.org/officeDocument/2006/relationships/hyperlink" Target="https://sites.google.com/new" TargetMode="External" Id="R3651205777924d69" /><Relationship Type="http://schemas.openxmlformats.org/officeDocument/2006/relationships/hyperlink" Target="https://pages.github.com/" TargetMode="External" Id="R3a4d0791fce24068" /><Relationship Type="http://schemas.openxmlformats.org/officeDocument/2006/relationships/hyperlink" Target="https://gg90052.github.io/ezpage/" TargetMode="External" Id="R6b235910a8ab4587" /><Relationship Type="http://schemas.openxmlformats.org/officeDocument/2006/relationships/image" Target="/ppt/media/image58.png" Id="Rf543150307c8489f" /><Relationship Type="http://schemas.openxmlformats.org/officeDocument/2006/relationships/image" Target="/ppt/media/image59.png" Id="Ra86eb8fdc1004682" /><Relationship Type="http://schemas.openxmlformats.org/officeDocument/2006/relationships/image" Target="/ppt/media/image60.png" Id="R912cd745a6004060" /><Relationship Type="http://schemas.openxmlformats.org/officeDocument/2006/relationships/notesSlide" Target="/ppt/notesSlides/notesSlide44.xml" Id="R1a1e8e3eff75475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34c4efc994748" /><Relationship Type="http://schemas.openxmlformats.org/officeDocument/2006/relationships/hyperlink" Target="https://sites.google.com/new" TargetMode="External" Id="R39f89583bcc14768" /><Relationship Type="http://schemas.openxmlformats.org/officeDocument/2006/relationships/hyperlink" Target="https://sites.google.com/mail2.smes.tyc.edu.tw/114teacher/" TargetMode="External" Id="R5c5471dd46df45ff" /><Relationship Type="http://schemas.openxmlformats.org/officeDocument/2006/relationships/image" Target="/ppt/media/image61.png" Id="R62cdb71e738346ca" /><Relationship Type="http://schemas.openxmlformats.org/officeDocument/2006/relationships/image" Target="/ppt/media/image62.png" Id="R1974886240df4864" /><Relationship Type="http://schemas.openxmlformats.org/officeDocument/2006/relationships/notesSlide" Target="/ppt/notesSlides/notesSlide45.xml" Id="R8ba8a2244f0e466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5c68dc7414993" /><Relationship Type="http://schemas.openxmlformats.org/officeDocument/2006/relationships/hyperlink" Target="https://pages.github.com/" TargetMode="External" Id="R371ca9344faa4922" /><Relationship Type="http://schemas.openxmlformats.org/officeDocument/2006/relationships/image" Target="/ppt/media/image63.png" Id="R1edf61a2068245c5" /><Relationship Type="http://schemas.openxmlformats.org/officeDocument/2006/relationships/notesSlide" Target="/ppt/notesSlides/notesSlide46.xml" Id="R44b791e0d3744e4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4d98901814ebc" /><Relationship Type="http://schemas.openxmlformats.org/officeDocument/2006/relationships/hyperlink" Target="https://gg90052.github.io/ezpage/" TargetMode="External" Id="Rf606a908e9ea4fe6" /><Relationship Type="http://schemas.openxmlformats.org/officeDocument/2006/relationships/image" Target="/ppt/media/image64.png" Id="Rd14a7153c4e34b11" /><Relationship Type="http://schemas.openxmlformats.org/officeDocument/2006/relationships/notesSlide" Target="/ppt/notesSlides/notesSlide47.xml" Id="R26a1a1f2a824408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cb99777ed4631" /><Relationship Type="http://schemas.openxmlformats.org/officeDocument/2006/relationships/hyperlink" Target="https://notebook.google.com/" TargetMode="External" Id="R0931d857be5a4c30" /><Relationship Type="http://schemas.openxmlformats.org/officeDocument/2006/relationships/hyperlink" Target="https://cagoooo.github.io/domain-meeting-go/" TargetMode="External" Id="Rea701079e0f745ea" /><Relationship Type="http://schemas.openxmlformats.org/officeDocument/2006/relationships/hyperlink" Target="https://sites.google.com/mail2.smes.tyc.edu.tw/114teacher/" TargetMode="External" Id="R8da272875561464a" /><Relationship Type="http://schemas.openxmlformats.org/officeDocument/2006/relationships/image" Target="/ppt/media/image65.png" Id="Rd95d6c93f1304fc8" /><Relationship Type="http://schemas.openxmlformats.org/officeDocument/2006/relationships/image" Target="/ppt/media/image66.png" Id="R56df734b0f674ca2" /><Relationship Type="http://schemas.openxmlformats.org/officeDocument/2006/relationships/image" Target="/ppt/media/image67.png" Id="R12385c480c7849b2" /><Relationship Type="http://schemas.openxmlformats.org/officeDocument/2006/relationships/notesSlide" Target="/ppt/notesSlides/notesSlide48.xml" Id="R1ba93fef0fe8434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2350cf29e4064" /><Relationship Type="http://schemas.openxmlformats.org/officeDocument/2006/relationships/notesSlide" Target="/ppt/notesSlides/notesSlide49.xml" Id="Ra36ff5b4c0c646f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97083c8184c06" /><Relationship Type="http://schemas.openxmlformats.org/officeDocument/2006/relationships/hyperlink" Target="https://cagoooo.github.io/ncu-ai-agent-workshop-20260826/START_HERE_%E7%A0%94%E7%BF%92%E8%B3%87%E6%BA%90%E5%B0%8E%E8%88%AA.html" TargetMode="External" Id="R9a540ead617d479c" /><Relationship Type="http://schemas.openxmlformats.org/officeDocument/2006/relationships/image" Target="/ppt/media/image68.png" Id="Re1bbb6b9062c42b0" /><Relationship Type="http://schemas.openxmlformats.org/officeDocument/2006/relationships/hyperlink" Target="https://notebook.google.com/" TargetMode="External" Id="R83f04e77a6324605" /><Relationship Type="http://schemas.openxmlformats.org/officeDocument/2006/relationships/image" Target="/ppt/media/image69.png" Id="R9b3f32eabf4c4d38" /><Relationship Type="http://schemas.openxmlformats.org/officeDocument/2006/relationships/hyperlink" Target="https://gemini.google.com/gems/create" TargetMode="External" Id="Rb1f41d8f14af49ee" /><Relationship Type="http://schemas.openxmlformats.org/officeDocument/2006/relationships/image" Target="/ppt/media/image70.png" Id="R94186ef0f63745f1" /><Relationship Type="http://schemas.openxmlformats.org/officeDocument/2006/relationships/hyperlink" Target="https://gemini.google.com/app" TargetMode="External" Id="Rdc4a707c7b3d45e9" /><Relationship Type="http://schemas.openxmlformats.org/officeDocument/2006/relationships/image" Target="/ppt/media/image71.png" Id="R2939acfd549f4b92" /><Relationship Type="http://schemas.openxmlformats.org/officeDocument/2006/relationships/hyperlink" Target="https://github.com/cagoooo/it-cockpit" TargetMode="External" Id="R75f1a1fdb1e1441c" /><Relationship Type="http://schemas.openxmlformats.org/officeDocument/2006/relationships/image" Target="/ppt/media/image72.png" Id="Rafb13193a86144e2" /><Relationship Type="http://schemas.openxmlformats.org/officeDocument/2006/relationships/hyperlink" Target="https://cagoooo.github.io/it-cockpit/" TargetMode="External" Id="R78c3018d754646e5" /><Relationship Type="http://schemas.openxmlformats.org/officeDocument/2006/relationships/image" Target="/ppt/media/image73.png" Id="R8d33903a50cb49b7" /><Relationship Type="http://schemas.openxmlformats.org/officeDocument/2006/relationships/hyperlink" Target="https://cagoooo.github.io/domain-meeting-go/" TargetMode="External" Id="R7374ee157ab042e7" /><Relationship Type="http://schemas.openxmlformats.org/officeDocument/2006/relationships/image" Target="/ppt/media/image74.png" Id="R59d50a2febbd48ae" /><Relationship Type="http://schemas.openxmlformats.org/officeDocument/2006/relationships/hyperlink" Target="https://sites.google.com/new" TargetMode="External" Id="R68bda7e596c748cd" /><Relationship Type="http://schemas.openxmlformats.org/officeDocument/2006/relationships/image" Target="/ppt/media/image75.png" Id="Ra19f522306414d4b" /><Relationship Type="http://schemas.openxmlformats.org/officeDocument/2006/relationships/hyperlink" Target="https://pages.github.com/" TargetMode="External" Id="Rd295295869cc4888" /><Relationship Type="http://schemas.openxmlformats.org/officeDocument/2006/relationships/image" Target="/ppt/media/image76.png" Id="R356f573bc97349f6" /><Relationship Type="http://schemas.openxmlformats.org/officeDocument/2006/relationships/hyperlink" Target="https://gg90052.github.io/ezpage/" TargetMode="External" Id="Rd6d3a8f736f34a1a" /><Relationship Type="http://schemas.openxmlformats.org/officeDocument/2006/relationships/image" Target="/ppt/media/image77.png" Id="R1b554be3ff294b2e" /><Relationship Type="http://schemas.openxmlformats.org/officeDocument/2006/relationships/notesSlide" Target="/ppt/notesSlides/notesSlide50.xml" Id="R653d8d283f824e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bcf5471144fd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278CE38D-B9C7-4F76-A64F-B1F42A2C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F717955-7BCA-45CB-98E5-4E5FF344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5259841-9BF8-49FC-9FB3-6CE4FA01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EFCEFBE-ADA9-4DA6-B321-AFE8F36D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FB17AF42-C122-485B-8C34-E403496C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9AF9C4B-BD6B-4544-B609-8B0ED4C4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Agent｜用 AI 降本增效，讓專業飛得更高更遠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10A6192C-AEAE-475B-B781-AE22F71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4594111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">
            <a:extLst xmlns:a="http://schemas.openxmlformats.org/drawingml/2006/main">
              <a:ext uri="{FF2B5EF4-FFF2-40B4-BE49-F238E27FC236}">
                <a16:creationId xmlns:a16="http://schemas.microsoft.com/office/drawing/2014/main" id="{71B11672-D88D-4FA6-9663-1FADBDDF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8FE071-6406-49F3-BF3E-51956141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Vibe Coding：靈感一來，就開始做</a:t>
            </a:r>
          </a:p>
        </p:txBody>
      </p:sp>
      <p:cxnSp>
        <p:nvCxnSpPr>
          <p:cNvPr id="28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A12CDBA2-B8BE-482A-A041-68721EC4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6EB623-9FF0-4BD0-A73B-A035B217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A8AC1EF5-1CBE-445F-A907-DF32D0C2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255D8173-5251-46FC-9552-2FE582CB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312B3FEA-BCFD-4CB8-B72D-C673D3A4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一個 vibe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DE5892C0-2FD7-4E2B-9EE4-27C8A925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早上醒來靈光一閃，突然知道想做什麼；先把念頭抓住，不必等自己會寫程式。</a:t>
            </a:r>
          </a:p>
        </p:txBody>
      </p:sp>
      <p:sp>
        <p:nvSpPr>
          <p:cNvPr id="10" name="shape-15">
            <a:extLst xmlns:a="http://schemas.openxmlformats.org/drawingml/2006/main">
              <a:ext uri="{FF2B5EF4-FFF2-40B4-BE49-F238E27FC236}">
                <a16:creationId xmlns:a16="http://schemas.microsoft.com/office/drawing/2014/main" id="{C2388B6E-561C-42FB-860E-0A0543ED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712D9023-A741-4DCF-A5F9-B56D9AAA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31B5EDBC-A523-4D53-A2BF-A6B0DA89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直接說出來</a:t>
            </a:r>
          </a:p>
        </p:txBody>
      </p:sp>
      <p:sp>
        <p:nvSpPr>
          <p:cNvPr id="13" name="text-18">
            <a:extLst xmlns:a="http://schemas.openxmlformats.org/drawingml/2006/main">
              <a:ext uri="{FF2B5EF4-FFF2-40B4-BE49-F238E27FC236}">
                <a16:creationId xmlns:a16="http://schemas.microsoft.com/office/drawing/2014/main" id="{F2F62C3D-2B8B-4315-88E9-532CA954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用自然語言告訴 AI／Agent 目標、對象、限制與期待的成果。</a:t>
            </a:r>
          </a:p>
        </p:txBody>
      </p:sp>
      <p:sp>
        <p:nvSpPr>
          <p:cNvPr id="14" name="shape-19">
            <a:extLst xmlns:a="http://schemas.openxmlformats.org/drawingml/2006/main">
              <a:ext uri="{FF2B5EF4-FFF2-40B4-BE49-F238E27FC236}">
                <a16:creationId xmlns:a16="http://schemas.microsoft.com/office/drawing/2014/main" id="{B48BA2EC-03D4-458C-990D-DFF1A05D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97FF5C48-E7E6-4762-9547-D9F9C53F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33C9108C-5C9D-4ACF-91B5-9FCF17CD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讓工具接手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510F9413-F437-4B51-930A-F110A366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可以協助寫程式、做介面、串資料與測試，把想法推成可操作的原型。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E00DE675-F1DE-4C93-BDA6-F5A658B7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4">
            <a:extLst xmlns:a="http://schemas.openxmlformats.org/drawingml/2006/main">
              <a:ext uri="{FF2B5EF4-FFF2-40B4-BE49-F238E27FC236}">
                <a16:creationId xmlns:a16="http://schemas.microsoft.com/office/drawing/2014/main" id="{72D59633-1ABB-4852-B6CA-C1BCDC12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C699EAA6-4512-4223-8EEE-827E4693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人來校準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469D40BE-C47F-494C-A680-F1A174F2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試用、提問、修正與驗證，保留目的、品質與責任；靈感不是免除判斷。</a:t>
            </a:r>
          </a:p>
        </p:txBody>
      </p:sp>
      <p:sp>
        <p:nvSpPr>
          <p:cNvPr id="22" name="text-938">
            <a:extLst xmlns:a="http://schemas.openxmlformats.org/drawingml/2006/main">
              <a:ext uri="{FF2B5EF4-FFF2-40B4-BE49-F238E27FC236}">
                <a16:creationId xmlns:a16="http://schemas.microsoft.com/office/drawing/2014/main" id="{B66367ED-8F27-49B3-97C4-758BDBF8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293cbb9e3d4e2f"/>
              </a:rPr>
              <a:t>Andrej Karpathy：Vibe Coding ↗</a:t>
            </a:r>
          </a:p>
        </p:txBody>
      </p:sp>
      <p:sp>
        <p:nvSpPr>
          <p:cNvPr id="23" name="shape-941">
            <a:extLst xmlns:a="http://schemas.openxmlformats.org/drawingml/2006/main">
              <a:ext uri="{FF2B5EF4-FFF2-40B4-BE49-F238E27FC236}">
                <a16:creationId xmlns:a16="http://schemas.microsoft.com/office/drawing/2014/main" id="{777E3D67-569E-4749-B3CB-6B27ADD1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317f4f452450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42">
            <a:extLst xmlns:a="http://schemas.openxmlformats.org/drawingml/2006/main">
              <a:ext uri="{FF2B5EF4-FFF2-40B4-BE49-F238E27FC236}">
                <a16:creationId xmlns:a16="http://schemas.microsoft.com/office/drawing/2014/main" id="{1437A2F8-8C87-4F1D-A87F-95AB928A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</p:spTree>
    <p:extLst>
      <p:ext uri="{BB962C8B-B14F-4D97-AF65-F5344CB8AC3E}">
        <p14:creationId xmlns:p14="http://schemas.microsoft.com/office/powerpoint/2010/main" val="18242911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7">
            <a:extLst xmlns:a="http://schemas.openxmlformats.org/drawingml/2006/main">
              <a:ext uri="{FF2B5EF4-FFF2-40B4-BE49-F238E27FC236}">
                <a16:creationId xmlns:a16="http://schemas.microsoft.com/office/drawing/2014/main" id="{B01C87B9-10DE-4D27-B5B5-FCDBADB9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WORKING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441469-9740-401F-884B-72C9AF87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從 Vibe Coding 進階到 Vibe Working</a:t>
            </a:r>
          </a:p>
        </p:txBody>
      </p:sp>
      <p:cxnSp>
        <p:nvCxnSpPr>
          <p:cNvPr id="44" name="shape-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">
            <a:extLst xmlns:a="http://schemas.openxmlformats.org/drawingml/2006/main">
              <a:ext uri="{FF2B5EF4-FFF2-40B4-BE49-F238E27FC236}">
                <a16:creationId xmlns:a16="http://schemas.microsoft.com/office/drawing/2014/main" id="{AD5765BB-A72F-49BE-BADF-2EB459E3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D0AB91-8BF3-47D0-A51C-FA364AB8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30">
            <a:extLst xmlns:a="http://schemas.openxmlformats.org/drawingml/2006/main">
              <a:ext uri="{FF2B5EF4-FFF2-40B4-BE49-F238E27FC236}">
                <a16:creationId xmlns:a16="http://schemas.microsoft.com/office/drawing/2014/main" id="{5A5F4922-7AE0-4383-BA83-0329F008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1">
            <a:extLst xmlns:a="http://schemas.openxmlformats.org/drawingml/2006/main">
              <a:ext uri="{FF2B5EF4-FFF2-40B4-BE49-F238E27FC236}">
                <a16:creationId xmlns:a16="http://schemas.microsoft.com/office/drawing/2014/main" id="{2F9963B2-59C2-4215-B297-FBA89C52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BF6BADC1-9DD6-4C2A-BFC4-BD01EBF9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FFBDF129-01A9-4507-9DE6-76B6C434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看見摩擦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7EE200BC-CCD7-4CC6-A779-7B3D1A81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發現工作中一再重複、繁瑣又消耗人的流程。</a:t>
            </a:r>
          </a:p>
        </p:txBody>
      </p:sp>
      <p:sp>
        <p:nvSpPr>
          <p:cNvPr id="11" name="text-35">
            <a:extLst xmlns:a="http://schemas.openxmlformats.org/drawingml/2006/main">
              <a:ext uri="{FF2B5EF4-FFF2-40B4-BE49-F238E27FC236}">
                <a16:creationId xmlns:a16="http://schemas.microsoft.com/office/drawing/2014/main" id="{2A9EED20-A0F4-481B-9FF8-29E1B78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">
            <a:extLst xmlns:a="http://schemas.openxmlformats.org/drawingml/2006/main">
              <a:ext uri="{FF2B5EF4-FFF2-40B4-BE49-F238E27FC236}">
                <a16:creationId xmlns:a16="http://schemas.microsoft.com/office/drawing/2014/main" id="{1E1EFD96-245E-49B9-98FB-58BB3E31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7">
            <a:extLst xmlns:a="http://schemas.openxmlformats.org/drawingml/2006/main">
              <a:ext uri="{FF2B5EF4-FFF2-40B4-BE49-F238E27FC236}">
                <a16:creationId xmlns:a16="http://schemas.microsoft.com/office/drawing/2014/main" id="{D5F398A8-A4C7-4158-B926-326C4CC4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8">
            <a:extLst xmlns:a="http://schemas.openxmlformats.org/drawingml/2006/main">
              <a:ext uri="{FF2B5EF4-FFF2-40B4-BE49-F238E27FC236}">
                <a16:creationId xmlns:a16="http://schemas.microsoft.com/office/drawing/2014/main" id="{2E3B652F-8337-4D33-8809-9C388CA9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9">
            <a:extLst xmlns:a="http://schemas.openxmlformats.org/drawingml/2006/main">
              <a:ext uri="{FF2B5EF4-FFF2-40B4-BE49-F238E27FC236}">
                <a16:creationId xmlns:a16="http://schemas.microsoft.com/office/drawing/2014/main" id="{3E171329-AC8B-4152-ACA0-599E2039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捕捉靈感</a:t>
            </a:r>
          </a:p>
        </p:txBody>
      </p:sp>
      <p:sp>
        <p:nvSpPr>
          <p:cNvPr id="16" name="text-40">
            <a:extLst xmlns:a="http://schemas.openxmlformats.org/drawingml/2006/main">
              <a:ext uri="{FF2B5EF4-FFF2-40B4-BE49-F238E27FC236}">
                <a16:creationId xmlns:a16="http://schemas.microsoft.com/office/drawing/2014/main" id="{628C74CB-5884-44C7-BD3D-AEC88C1F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想一想：這件事能不能交給 AI 協作或自動化？</a:t>
            </a:r>
          </a:p>
        </p:txBody>
      </p:sp>
      <p:sp>
        <p:nvSpPr>
          <p:cNvPr id="17" name="text-41">
            <a:extLst xmlns:a="http://schemas.openxmlformats.org/drawingml/2006/main">
              <a:ext uri="{FF2B5EF4-FFF2-40B4-BE49-F238E27FC236}">
                <a16:creationId xmlns:a16="http://schemas.microsoft.com/office/drawing/2014/main" id="{C8D74CCC-1865-4CED-A176-89B1B2DA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2">
            <a:extLst xmlns:a="http://schemas.openxmlformats.org/drawingml/2006/main">
              <a:ext uri="{FF2B5EF4-FFF2-40B4-BE49-F238E27FC236}">
                <a16:creationId xmlns:a16="http://schemas.microsoft.com/office/drawing/2014/main" id="{B100E557-B095-4158-B020-8F27F402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3">
            <a:extLst xmlns:a="http://schemas.openxmlformats.org/drawingml/2006/main">
              <a:ext uri="{FF2B5EF4-FFF2-40B4-BE49-F238E27FC236}">
                <a16:creationId xmlns:a16="http://schemas.microsoft.com/office/drawing/2014/main" id="{4B790C2B-DCCF-4310-BA64-7D0E6F51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4">
            <a:extLst xmlns:a="http://schemas.openxmlformats.org/drawingml/2006/main">
              <a:ext uri="{FF2B5EF4-FFF2-40B4-BE49-F238E27FC236}">
                <a16:creationId xmlns:a16="http://schemas.microsoft.com/office/drawing/2014/main" id="{5052FDAA-5835-4F33-A814-82C2B7EF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">
            <a:extLst xmlns:a="http://schemas.openxmlformats.org/drawingml/2006/main">
              <a:ext uri="{FF2B5EF4-FFF2-40B4-BE49-F238E27FC236}">
                <a16:creationId xmlns:a16="http://schemas.microsoft.com/office/drawing/2014/main" id="{38DA8976-6A42-4D4E-843F-6E689ABA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說明工作</a:t>
            </a:r>
          </a:p>
        </p:txBody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2419A5DB-CE46-479C-81D2-02B5007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交代對象、資料、規則、限制與完成標準。</a:t>
            </a:r>
          </a:p>
        </p:txBody>
      </p:sp>
      <p:sp>
        <p:nvSpPr>
          <p:cNvPr id="23" name="text-47">
            <a:extLst xmlns:a="http://schemas.openxmlformats.org/drawingml/2006/main">
              <a:ext uri="{FF2B5EF4-FFF2-40B4-BE49-F238E27FC236}">
                <a16:creationId xmlns:a16="http://schemas.microsoft.com/office/drawing/2014/main" id="{3C5F9DCC-EF9F-4B08-97F2-846FBEE6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8">
            <a:extLst xmlns:a="http://schemas.openxmlformats.org/drawingml/2006/main">
              <a:ext uri="{FF2B5EF4-FFF2-40B4-BE49-F238E27FC236}">
                <a16:creationId xmlns:a16="http://schemas.microsoft.com/office/drawing/2014/main" id="{D7D86EB7-11A0-436C-95BA-3A2447D1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9">
            <a:extLst xmlns:a="http://schemas.openxmlformats.org/drawingml/2006/main">
              <a:ext uri="{FF2B5EF4-FFF2-40B4-BE49-F238E27FC236}">
                <a16:creationId xmlns:a16="http://schemas.microsoft.com/office/drawing/2014/main" id="{E3DBAFB7-BC9E-49BD-B6F9-4E20E729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0">
            <a:extLst xmlns:a="http://schemas.openxmlformats.org/drawingml/2006/main">
              <a:ext uri="{FF2B5EF4-FFF2-40B4-BE49-F238E27FC236}">
                <a16:creationId xmlns:a16="http://schemas.microsoft.com/office/drawing/2014/main" id="{795B6D12-8FC4-41F8-9C54-CD1AE18F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1">
            <a:extLst xmlns:a="http://schemas.openxmlformats.org/drawingml/2006/main">
              <a:ext uri="{FF2B5EF4-FFF2-40B4-BE49-F238E27FC236}">
                <a16:creationId xmlns:a16="http://schemas.microsoft.com/office/drawing/2014/main" id="{87A94656-139A-4B08-838A-6F8C2AC4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推進</a:t>
            </a:r>
          </a:p>
        </p:txBody>
      </p:sp>
      <p:sp>
        <p:nvSpPr>
          <p:cNvPr id="28" name="text-52">
            <a:extLst xmlns:a="http://schemas.openxmlformats.org/drawingml/2006/main">
              <a:ext uri="{FF2B5EF4-FFF2-40B4-BE49-F238E27FC236}">
                <a16:creationId xmlns:a16="http://schemas.microsoft.com/office/drawing/2014/main" id="{ABA602C7-2170-4A70-BF06-22AD202E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從整理、產出到測試，讓工具持續把流程往前推。</a:t>
            </a:r>
          </a:p>
        </p:txBody>
      </p:sp>
      <p:sp>
        <p:nvSpPr>
          <p:cNvPr id="29" name="text-53">
            <a:extLst xmlns:a="http://schemas.openxmlformats.org/drawingml/2006/main">
              <a:ext uri="{FF2B5EF4-FFF2-40B4-BE49-F238E27FC236}">
                <a16:creationId xmlns:a16="http://schemas.microsoft.com/office/drawing/2014/main" id="{4D825F8D-897A-4454-966D-D30B1BA0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54">
            <a:extLst xmlns:a="http://schemas.openxmlformats.org/drawingml/2006/main">
              <a:ext uri="{FF2B5EF4-FFF2-40B4-BE49-F238E27FC236}">
                <a16:creationId xmlns:a16="http://schemas.microsoft.com/office/drawing/2014/main" id="{7DC163F5-9579-41B3-BAA2-FE7113FA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55">
            <a:extLst xmlns:a="http://schemas.openxmlformats.org/drawingml/2006/main">
              <a:ext uri="{FF2B5EF4-FFF2-40B4-BE49-F238E27FC236}">
                <a16:creationId xmlns:a16="http://schemas.microsoft.com/office/drawing/2014/main" id="{BFD7925F-822D-4309-A5E3-D030FA3E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56">
            <a:extLst xmlns:a="http://schemas.openxmlformats.org/drawingml/2006/main">
              <a:ext uri="{FF2B5EF4-FFF2-40B4-BE49-F238E27FC236}">
                <a16:creationId xmlns:a16="http://schemas.microsoft.com/office/drawing/2014/main" id="{C480D61D-180A-4412-8648-A26EE698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57">
            <a:extLst xmlns:a="http://schemas.openxmlformats.org/drawingml/2006/main">
              <a:ext uri="{FF2B5EF4-FFF2-40B4-BE49-F238E27FC236}">
                <a16:creationId xmlns:a16="http://schemas.microsoft.com/office/drawing/2014/main" id="{FBFC247D-5835-4521-8117-5C63E4AC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把時間還給人</a:t>
            </a:r>
          </a:p>
        </p:txBody>
      </p:sp>
      <p:sp>
        <p:nvSpPr>
          <p:cNvPr id="34" name="text-58">
            <a:extLst xmlns:a="http://schemas.openxmlformats.org/drawingml/2006/main">
              <a:ext uri="{FF2B5EF4-FFF2-40B4-BE49-F238E27FC236}">
                <a16:creationId xmlns:a16="http://schemas.microsoft.com/office/drawing/2014/main" id="{F55AFF01-0E12-4D28-BB68-7528534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省下的時間回到教學、研究、家人、興趣與真正重要的事。</a:t>
            </a:r>
          </a:p>
        </p:txBody>
      </p:sp>
      <p:sp>
        <p:nvSpPr>
          <p:cNvPr id="35" name="text-59">
            <a:extLst xmlns:a="http://schemas.openxmlformats.org/drawingml/2006/main">
              <a:ext uri="{FF2B5EF4-FFF2-40B4-BE49-F238E27FC236}">
                <a16:creationId xmlns:a16="http://schemas.microsoft.com/office/drawing/2014/main" id="{0543FDDA-69D4-4B48-99FB-D5122377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39">
            <a:extLst xmlns:a="http://schemas.openxmlformats.org/drawingml/2006/main">
              <a:ext uri="{FF2B5EF4-FFF2-40B4-BE49-F238E27FC236}">
                <a16:creationId xmlns:a16="http://schemas.microsoft.com/office/drawing/2014/main" id="{4C504A03-3AE8-4783-8FD1-E60FD66C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3bed8af2b2437b"/>
              </a:rPr>
              <a:t>Gemini 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d3bfbd2d7b43c8"/>
              </a:rPr>
              <a:t>Gemini Canvas ↗</a:t>
            </a:r>
          </a:p>
        </p:txBody>
      </p:sp>
      <p:sp>
        <p:nvSpPr>
          <p:cNvPr id="37" name="shape-943">
            <a:extLst xmlns:a="http://schemas.openxmlformats.org/drawingml/2006/main">
              <a:ext uri="{FF2B5EF4-FFF2-40B4-BE49-F238E27FC236}">
                <a16:creationId xmlns:a16="http://schemas.microsoft.com/office/drawing/2014/main" id="{8C26023B-4171-4F2D-A686-6B139F17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38035849d43a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44">
            <a:extLst xmlns:a="http://schemas.openxmlformats.org/drawingml/2006/main">
              <a:ext uri="{FF2B5EF4-FFF2-40B4-BE49-F238E27FC236}">
                <a16:creationId xmlns:a16="http://schemas.microsoft.com/office/drawing/2014/main" id="{F3587AC1-8E0F-4B42-89ED-2D93462E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d517cfcbb40b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45">
            <a:extLst xmlns:a="http://schemas.openxmlformats.org/drawingml/2006/main">
              <a:ext uri="{FF2B5EF4-FFF2-40B4-BE49-F238E27FC236}">
                <a16:creationId xmlns:a16="http://schemas.microsoft.com/office/drawing/2014/main" id="{D68BAAB8-023A-4B72-9492-6EFC5D2C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960288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60">
            <a:extLst xmlns:a="http://schemas.openxmlformats.org/drawingml/2006/main">
              <a:ext uri="{FF2B5EF4-FFF2-40B4-BE49-F238E27FC236}">
                <a16:creationId xmlns:a16="http://schemas.microsoft.com/office/drawing/2014/main" id="{9D237704-232C-4FCC-9C5E-ED2F7056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CAPABILITY LEVELS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C9CA4B-3B08-4218-A5E0-D371D6B8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AI 的三個 Level：從對話到代理</a:t>
            </a:r>
          </a:p>
        </p:txBody>
      </p:sp>
      <p:cxnSp>
        <p:nvCxnSpPr>
          <p:cNvPr id="31" name="shape-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CA056652-F15A-46A6-9956-582CF1F5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90CBA3-58FA-429F-AF2D-E40D3FF1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3">
            <a:extLst xmlns:a="http://schemas.openxmlformats.org/drawingml/2006/main">
              <a:ext uri="{FF2B5EF4-FFF2-40B4-BE49-F238E27FC236}">
                <a16:creationId xmlns:a16="http://schemas.microsoft.com/office/drawing/2014/main" id="{DC3DC6AF-7FB6-4DB5-8962-7A6A7C14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4">
            <a:extLst xmlns:a="http://schemas.openxmlformats.org/drawingml/2006/main">
              <a:ext uri="{FF2B5EF4-FFF2-40B4-BE49-F238E27FC236}">
                <a16:creationId xmlns:a16="http://schemas.microsoft.com/office/drawing/2014/main" id="{C8FA75A8-6283-476C-A6F2-A6AFFF82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">
            <a:extLst xmlns:a="http://schemas.openxmlformats.org/drawingml/2006/main">
              <a:ext uri="{FF2B5EF4-FFF2-40B4-BE49-F238E27FC236}">
                <a16:creationId xmlns:a16="http://schemas.microsoft.com/office/drawing/2014/main" id="{1F81852D-44D8-4C34-B108-3EF6B1CF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L1</a:t>
            </a:r>
          </a:p>
        </p:txBody>
      </p:sp>
      <p:sp>
        <p:nvSpPr>
          <p:cNvPr id="9" name="text-66">
            <a:extLst xmlns:a="http://schemas.openxmlformats.org/drawingml/2006/main">
              <a:ext uri="{FF2B5EF4-FFF2-40B4-BE49-F238E27FC236}">
                <a16:creationId xmlns:a16="http://schemas.microsoft.com/office/drawing/2014/main" id="{3D2B612F-47D2-44C8-9012-CEB04D77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對話式 AI</a:t>
            </a:r>
          </a:p>
        </p:txBody>
      </p:sp>
      <p:sp>
        <p:nvSpPr>
          <p:cNvPr id="10" name="text-67">
            <a:extLst xmlns:a="http://schemas.openxmlformats.org/drawingml/2006/main">
              <a:ext uri="{FF2B5EF4-FFF2-40B4-BE49-F238E27FC236}">
                <a16:creationId xmlns:a16="http://schemas.microsoft.com/office/drawing/2014/main" id="{6AC79147-C1AC-447C-B735-3FA828C2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問問題、要解釋、請它發想；人把答案帶回工作，通常仍由人逐步操作。現場平常使用的聊天機器人，多半在這一層。</a:t>
            </a:r>
          </a:p>
        </p:txBody>
      </p:sp>
      <p:sp>
        <p:nvSpPr>
          <p:cNvPr id="11" name="shape-68">
            <a:extLst xmlns:a="http://schemas.openxmlformats.org/drawingml/2006/main">
              <a:ext uri="{FF2B5EF4-FFF2-40B4-BE49-F238E27FC236}">
                <a16:creationId xmlns:a16="http://schemas.microsoft.com/office/drawing/2014/main" id="{006CB1DB-93C7-40E9-BCF1-04FEC5DC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2" name="shape-69">
            <a:extLst xmlns:a="http://schemas.openxmlformats.org/drawingml/2006/main">
              <a:ext uri="{FF2B5EF4-FFF2-40B4-BE49-F238E27FC236}">
                <a16:creationId xmlns:a16="http://schemas.microsoft.com/office/drawing/2014/main" id="{A59AA9B0-123B-40F9-8BEE-EC75675D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70">
            <a:extLst xmlns:a="http://schemas.openxmlformats.org/drawingml/2006/main">
              <a:ext uri="{FF2B5EF4-FFF2-40B4-BE49-F238E27FC236}">
                <a16:creationId xmlns:a16="http://schemas.microsoft.com/office/drawing/2014/main" id="{0BAC87F5-B54D-4D8D-98BF-3C9FA82A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L2</a:t>
            </a:r>
          </a:p>
        </p:txBody>
      </p:sp>
      <p:sp>
        <p:nvSpPr>
          <p:cNvPr id="14" name="text-71">
            <a:extLst xmlns:a="http://schemas.openxmlformats.org/drawingml/2006/main">
              <a:ext uri="{FF2B5EF4-FFF2-40B4-BE49-F238E27FC236}">
                <a16:creationId xmlns:a16="http://schemas.microsoft.com/office/drawing/2014/main" id="{A8202865-9A0D-4C4F-85BB-E68550FE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協作式 AI</a:t>
            </a:r>
          </a:p>
        </p:txBody>
      </p:sp>
      <p:sp>
        <p:nvSpPr>
          <p:cNvPr id="15" name="text-72">
            <a:extLst xmlns:a="http://schemas.openxmlformats.org/drawingml/2006/main">
              <a:ext uri="{FF2B5EF4-FFF2-40B4-BE49-F238E27FC236}">
                <a16:creationId xmlns:a16="http://schemas.microsoft.com/office/drawing/2014/main" id="{F8E8A4F9-CB5B-47FD-BC91-A13818A8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把來源、角色與工作區交給 AI，一起整理、比較、設計與修改。Gemini Notebook、Gem 與 Canvas 讓人和 AI 共同產出。</a:t>
            </a:r>
          </a:p>
        </p:txBody>
      </p:sp>
      <p:sp>
        <p:nvSpPr>
          <p:cNvPr id="16" name="shape-73">
            <a:extLst xmlns:a="http://schemas.openxmlformats.org/drawingml/2006/main">
              <a:ext uri="{FF2B5EF4-FFF2-40B4-BE49-F238E27FC236}">
                <a16:creationId xmlns:a16="http://schemas.microsoft.com/office/drawing/2014/main" id="{BA3092E0-6381-4F0B-B85E-FC11257F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shape-74">
            <a:extLst xmlns:a="http://schemas.openxmlformats.org/drawingml/2006/main">
              <a:ext uri="{FF2B5EF4-FFF2-40B4-BE49-F238E27FC236}">
                <a16:creationId xmlns:a16="http://schemas.microsoft.com/office/drawing/2014/main" id="{DCB9A629-89FB-40AA-8E82-F822868D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75">
            <a:extLst xmlns:a="http://schemas.openxmlformats.org/drawingml/2006/main">
              <a:ext uri="{FF2B5EF4-FFF2-40B4-BE49-F238E27FC236}">
                <a16:creationId xmlns:a16="http://schemas.microsoft.com/office/drawing/2014/main" id="{C034A222-A27A-4A86-BE5E-5F49FF39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L3</a:t>
            </a:r>
          </a:p>
        </p:txBody>
      </p:sp>
      <p:sp>
        <p:nvSpPr>
          <p:cNvPr id="19" name="text-76">
            <a:extLst xmlns:a="http://schemas.openxmlformats.org/drawingml/2006/main">
              <a:ext uri="{FF2B5EF4-FFF2-40B4-BE49-F238E27FC236}">
                <a16:creationId xmlns:a16="http://schemas.microsoft.com/office/drawing/2014/main" id="{7EABCF1C-7948-489D-BD1F-33E3A51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Agentic AI／AI 代理人</a:t>
            </a:r>
          </a:p>
        </p:txBody>
      </p:sp>
      <p:sp>
        <p:nvSpPr>
          <p:cNvPr id="20" name="text-77">
            <a:extLst xmlns:a="http://schemas.openxmlformats.org/drawingml/2006/main">
              <a:ext uri="{FF2B5EF4-FFF2-40B4-BE49-F238E27FC236}">
                <a16:creationId xmlns:a16="http://schemas.microsoft.com/office/drawing/2014/main" id="{94688FB4-7293-4165-9028-A3D8F6EE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交代目標與邊界，讓 Agent 長時間規劃、使用工具、執行與驗證，並透過 Skills 越來越懂你的工作流；人仍在關鍵節點做決策。</a:t>
            </a:r>
          </a:p>
        </p:txBody>
      </p:sp>
      <p:sp>
        <p:nvSpPr>
          <p:cNvPr id="21" name="text-940">
            <a:extLst xmlns:a="http://schemas.openxmlformats.org/drawingml/2006/main">
              <a:ext uri="{FF2B5EF4-FFF2-40B4-BE49-F238E27FC236}">
                <a16:creationId xmlns:a16="http://schemas.microsoft.com/office/drawing/2014/main" id="{79F46311-4724-40A4-A7F0-D4BDFC90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321d6d7adc461a"/>
              </a:rPr>
              <a:t>Gemini 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f0879668bb4638"/>
              </a:rPr>
              <a:t>Gemini 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44fb8f09114903"/>
              </a:rPr>
              <a:t>Antigravity ↗</a:t>
            </a:r>
          </a:p>
        </p:txBody>
      </p:sp>
      <p:sp>
        <p:nvSpPr>
          <p:cNvPr id="22" name="shape-946">
            <a:extLst xmlns:a="http://schemas.openxmlformats.org/drawingml/2006/main">
              <a:ext uri="{FF2B5EF4-FFF2-40B4-BE49-F238E27FC236}">
                <a16:creationId xmlns:a16="http://schemas.microsoft.com/office/drawing/2014/main" id="{B5F0EB5E-CA59-4085-AC20-BA4A8ABB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a6086f2fc490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47">
            <a:extLst xmlns:a="http://schemas.openxmlformats.org/drawingml/2006/main">
              <a:ext uri="{FF2B5EF4-FFF2-40B4-BE49-F238E27FC236}">
                <a16:creationId xmlns:a16="http://schemas.microsoft.com/office/drawing/2014/main" id="{C723ACA1-84E0-4C62-A92B-740655AF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43c8e22764a7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48">
            <a:extLst xmlns:a="http://schemas.openxmlformats.org/drawingml/2006/main">
              <a:ext uri="{FF2B5EF4-FFF2-40B4-BE49-F238E27FC236}">
                <a16:creationId xmlns:a16="http://schemas.microsoft.com/office/drawing/2014/main" id="{4C8BB252-16E9-4A98-A7F4-5FF5AC0E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3e253455648c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949">
            <a:extLst xmlns:a="http://schemas.openxmlformats.org/drawingml/2006/main">
              <a:ext uri="{FF2B5EF4-FFF2-40B4-BE49-F238E27FC236}">
                <a16:creationId xmlns:a16="http://schemas.microsoft.com/office/drawing/2014/main" id="{0BD258E2-8E75-4138-B47D-DB8E0FDA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945705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8">
            <a:extLst xmlns:a="http://schemas.openxmlformats.org/drawingml/2006/main">
              <a:ext uri="{FF2B5EF4-FFF2-40B4-BE49-F238E27FC236}">
                <a16:creationId xmlns:a16="http://schemas.microsoft.com/office/drawing/2014/main" id="{16242C6B-4127-4313-9230-BEE964CE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BLURRED ROLE BOUNDARIES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46BB3C-426A-446C-8679-14A8C94E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職位邊界正在變薄：每個人都能往前多走一步</a:t>
            </a:r>
          </a:p>
        </p:txBody>
      </p:sp>
      <p:cxnSp>
        <p:nvCxnSpPr>
          <p:cNvPr id="24" name="shape-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D1CE67D9-BDC1-49BA-B9B0-C06445FF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2A54E5-AA9D-4161-97FC-17954791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1">
            <a:extLst xmlns:a="http://schemas.openxmlformats.org/drawingml/2006/main">
              <a:ext uri="{FF2B5EF4-FFF2-40B4-BE49-F238E27FC236}">
                <a16:creationId xmlns:a16="http://schemas.microsoft.com/office/drawing/2014/main" id="{EAB47E4B-FABB-4043-8127-9CFEF297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2">
            <a:extLst xmlns:a="http://schemas.openxmlformats.org/drawingml/2006/main">
              <a:ext uri="{FF2B5EF4-FFF2-40B4-BE49-F238E27FC236}">
                <a16:creationId xmlns:a16="http://schemas.microsoft.com/office/drawing/2014/main" id="{3B7126B0-3810-4991-8143-FC4D4AEC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40223CF4-B139-4BC6-9726-398DF9E7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PM：從需求到原型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A1CB83E6-BB51-463C-B78A-DA3559DD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用自然語言交代目標，先和 AI Agent 做出能用、能玩的網站原型，再帶著驗證結果與工程師共作。</a:t>
            </a:r>
          </a:p>
        </p:txBody>
      </p:sp>
      <p:sp>
        <p:nvSpPr>
          <p:cNvPr id="10" name="shape-85">
            <a:extLst xmlns:a="http://schemas.openxmlformats.org/drawingml/2006/main">
              <a:ext uri="{FF2B5EF4-FFF2-40B4-BE49-F238E27FC236}">
                <a16:creationId xmlns:a16="http://schemas.microsoft.com/office/drawing/2014/main" id="{6ED8B0EE-6D0D-474F-B3C6-B251D5D3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6">
            <a:extLst xmlns:a="http://schemas.openxmlformats.org/drawingml/2006/main">
              <a:ext uri="{FF2B5EF4-FFF2-40B4-BE49-F238E27FC236}">
                <a16:creationId xmlns:a16="http://schemas.microsoft.com/office/drawing/2014/main" id="{9CF76C02-D61E-400D-B760-D5EB128F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7">
            <a:extLst xmlns:a="http://schemas.openxmlformats.org/drawingml/2006/main">
              <a:ext uri="{FF2B5EF4-FFF2-40B4-BE49-F238E27FC236}">
                <a16:creationId xmlns:a16="http://schemas.microsoft.com/office/drawing/2014/main" id="{E8763E0A-321C-473B-9359-F5BAB881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6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專業者：從使用者到建造者</a:t>
            </a:r>
          </a:p>
        </p:txBody>
      </p:sp>
      <p:sp>
        <p:nvSpPr>
          <p:cNvPr id="13" name="text-88">
            <a:extLst xmlns:a="http://schemas.openxmlformats.org/drawingml/2006/main">
              <a:ext uri="{FF2B5EF4-FFF2-40B4-BE49-F238E27FC236}">
                <a16:creationId xmlns:a16="http://schemas.microsoft.com/office/drawing/2014/main" id="{B1A31CF2-8E36-4217-A56F-FF77EC0F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不只提出需求，也能自己試做、測試與修正，讓教學與研究脈絡直接進入成品。</a:t>
            </a:r>
          </a:p>
        </p:txBody>
      </p:sp>
      <p:sp>
        <p:nvSpPr>
          <p:cNvPr id="14" name="shape-89">
            <a:extLst xmlns:a="http://schemas.openxmlformats.org/drawingml/2006/main">
              <a:ext uri="{FF2B5EF4-FFF2-40B4-BE49-F238E27FC236}">
                <a16:creationId xmlns:a16="http://schemas.microsoft.com/office/drawing/2014/main" id="{AC281FC4-75AD-4A54-8D1C-E8E778D1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0">
            <a:extLst xmlns:a="http://schemas.openxmlformats.org/drawingml/2006/main">
              <a:ext uri="{FF2B5EF4-FFF2-40B4-BE49-F238E27FC236}">
                <a16:creationId xmlns:a16="http://schemas.microsoft.com/office/drawing/2014/main" id="{33908133-53B4-460A-B558-8C14A4E3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1">
            <a:extLst xmlns:a="http://schemas.openxmlformats.org/drawingml/2006/main">
              <a:ext uri="{FF2B5EF4-FFF2-40B4-BE49-F238E27FC236}">
                <a16:creationId xmlns:a16="http://schemas.microsoft.com/office/drawing/2014/main" id="{4508A4CA-8851-4583-85FA-84544514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9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工程師：從程式到情境</a:t>
            </a:r>
          </a:p>
        </p:txBody>
      </p:sp>
      <p:sp>
        <p:nvSpPr>
          <p:cNvPr id="17" name="text-92">
            <a:extLst xmlns:a="http://schemas.openxmlformats.org/drawingml/2006/main">
              <a:ext uri="{FF2B5EF4-FFF2-40B4-BE49-F238E27FC236}">
                <a16:creationId xmlns:a16="http://schemas.microsoft.com/office/drawing/2014/main" id="{BBC4EE8B-0030-4D78-BC81-224C6486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除了寫程式，也要理解客戶、教師、學生與同事的痛點，讓技術更貼近真正需求。</a:t>
            </a:r>
          </a:p>
        </p:txBody>
      </p:sp>
      <p:sp>
        <p:nvSpPr>
          <p:cNvPr id="18" name="shape-93">
            <a:extLst xmlns:a="http://schemas.openxmlformats.org/drawingml/2006/main">
              <a:ext uri="{FF2B5EF4-FFF2-40B4-BE49-F238E27FC236}">
                <a16:creationId xmlns:a16="http://schemas.microsoft.com/office/drawing/2014/main" id="{7B4DF17C-6987-4E83-A7DD-A4E99C66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4">
            <a:extLst xmlns:a="http://schemas.openxmlformats.org/drawingml/2006/main">
              <a:ext uri="{FF2B5EF4-FFF2-40B4-BE49-F238E27FC236}">
                <a16:creationId xmlns:a16="http://schemas.microsoft.com/office/drawing/2014/main" id="{DC0C7A77-2A6C-448B-9781-758CC535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5">
            <a:extLst xmlns:a="http://schemas.openxmlformats.org/drawingml/2006/main">
              <a:ext uri="{FF2B5EF4-FFF2-40B4-BE49-F238E27FC236}">
                <a16:creationId xmlns:a16="http://schemas.microsoft.com/office/drawing/2014/main" id="{3A2F0757-1F63-43A7-BB08-ECDAA77F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3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未來協作：跨界完成事情</a:t>
            </a:r>
          </a:p>
        </p:txBody>
      </p:sp>
      <p:sp>
        <p:nvSpPr>
          <p:cNvPr id="21" name="text-96">
            <a:extLst xmlns:a="http://schemas.openxmlformats.org/drawingml/2006/main">
              <a:ext uri="{FF2B5EF4-FFF2-40B4-BE49-F238E27FC236}">
                <a16:creationId xmlns:a16="http://schemas.microsoft.com/office/drawing/2014/main" id="{CD58521A-1B87-4007-BE8C-57764094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不是誰取代誰，而是每個角色都能跨一步；人與 Agent 一起把問題推到可用成果。</a:t>
            </a:r>
          </a:p>
        </p:txBody>
      </p:sp>
    </p:spTree>
    <p:extLst>
      <p:ext uri="{BB962C8B-B14F-4D97-AF65-F5344CB8AC3E}">
        <p14:creationId xmlns:p14="http://schemas.microsoft.com/office/powerpoint/2010/main" val="2945156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08346664-DB59-4CD1-942A-8CA5D7CE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PM AS PROTOTYPER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B58DEA-63D1-41E3-99E5-337EB404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 × AI Agent：先驗證，再協作正式化</a:t>
            </a:r>
          </a:p>
        </p:txBody>
      </p:sp>
      <p:cxnSp>
        <p:nvCxnSpPr>
          <p:cNvPr id="14" name="shape-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8385DE41-A927-4288-B876-C755DA2B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05C5A2A-932A-4148-A3AA-96E12BF6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00">
            <a:extLst xmlns:a="http://schemas.openxmlformats.org/drawingml/2006/main">
              <a:ext uri="{FF2B5EF4-FFF2-40B4-BE49-F238E27FC236}">
                <a16:creationId xmlns:a16="http://schemas.microsoft.com/office/drawing/2014/main" id="{CD258081-3DBA-4392-A2B9-F78F7F85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01">
            <a:extLst xmlns:a="http://schemas.openxmlformats.org/drawingml/2006/main">
              <a:ext uri="{FF2B5EF4-FFF2-40B4-BE49-F238E27FC236}">
                <a16:creationId xmlns:a16="http://schemas.microsoft.com/office/drawing/2014/main" id="{770CB103-29C4-4D13-B02B-522B2C8A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02">
            <a:extLst xmlns:a="http://schemas.openxmlformats.org/drawingml/2006/main">
              <a:ext uri="{FF2B5EF4-FFF2-40B4-BE49-F238E27FC236}">
                <a16:creationId xmlns:a16="http://schemas.microsoft.com/office/drawing/2014/main" id="{10772295-7417-46C1-A06D-C531D615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過去的協作路徑</a:t>
            </a:r>
          </a:p>
        </p:txBody>
      </p:sp>
      <p:sp>
        <p:nvSpPr>
          <p:cNvPr id="9" name="text-103">
            <a:extLst xmlns:a="http://schemas.openxmlformats.org/drawingml/2006/main">
              <a:ext uri="{FF2B5EF4-FFF2-40B4-BE49-F238E27FC236}">
                <a16:creationId xmlns:a16="http://schemas.microsoft.com/office/drawing/2014/main" id="{5C72447B-1695-4BD1-97E1-05E8E640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PM 定義需求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與工程師溝通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等待實作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驗收成品</a:t>
            </a:r>
          </a:p>
        </p:txBody>
      </p:sp>
      <p:sp>
        <p:nvSpPr>
          <p:cNvPr id="10" name="text-104">
            <a:extLst xmlns:a="http://schemas.openxmlformats.org/drawingml/2006/main">
              <a:ext uri="{FF2B5EF4-FFF2-40B4-BE49-F238E27FC236}">
                <a16:creationId xmlns:a16="http://schemas.microsoft.com/office/drawing/2014/main" id="{CF4B8DDE-047D-4693-A630-39A0C246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現在的快速迭代</a:t>
            </a:r>
          </a:p>
        </p:txBody>
      </p:sp>
      <p:sp>
        <p:nvSpPr>
          <p:cNvPr id="11" name="text-105">
            <a:extLst xmlns:a="http://schemas.openxmlformats.org/drawingml/2006/main">
              <a:ext uri="{FF2B5EF4-FFF2-40B4-BE49-F238E27FC236}">
                <a16:creationId xmlns:a16="http://schemas.microsoft.com/office/drawing/2014/main" id="{A104299D-451F-4E6D-99EE-24F9257D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 + AI Agent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先做可操作原型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找使用者試玩與修正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再和工程師共作正式產品</a:t>
            </a:r>
          </a:p>
        </p:txBody>
      </p:sp>
    </p:spTree>
    <p:extLst>
      <p:ext uri="{BB962C8B-B14F-4D97-AF65-F5344CB8AC3E}">
        <p14:creationId xmlns:p14="http://schemas.microsoft.com/office/powerpoint/2010/main" val="9102349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6">
            <a:extLst xmlns:a="http://schemas.openxmlformats.org/drawingml/2006/main">
              <a:ext uri="{FF2B5EF4-FFF2-40B4-BE49-F238E27FC236}">
                <a16:creationId xmlns:a16="http://schemas.microsoft.com/office/drawing/2014/main" id="{FB4B271E-6202-4E58-92A9-82CA9D08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T-SHAPED COLLABORATION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D78A55-64D4-4589-8145-B99D781F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工程師也要走進現場：深度技術 × 橫向理解</a:t>
            </a:r>
          </a:p>
        </p:txBody>
      </p:sp>
      <p:cxnSp>
        <p:nvCxnSpPr>
          <p:cNvPr id="24" name="shape-1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8">
            <a:extLst xmlns:a="http://schemas.openxmlformats.org/drawingml/2006/main">
              <a:ext uri="{FF2B5EF4-FFF2-40B4-BE49-F238E27FC236}">
                <a16:creationId xmlns:a16="http://schemas.microsoft.com/office/drawing/2014/main" id="{FD18B57F-9C7D-4406-8066-15DDF6BC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23E25E-25D5-47DD-B7C8-7028D8DD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09">
            <a:extLst xmlns:a="http://schemas.openxmlformats.org/drawingml/2006/main">
              <a:ext uri="{FF2B5EF4-FFF2-40B4-BE49-F238E27FC236}">
                <a16:creationId xmlns:a16="http://schemas.microsoft.com/office/drawing/2014/main" id="{8FFD7EB1-3152-4A1A-92AE-F7EC7531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10">
            <a:extLst xmlns:a="http://schemas.openxmlformats.org/drawingml/2006/main">
              <a:ext uri="{FF2B5EF4-FFF2-40B4-BE49-F238E27FC236}">
                <a16:creationId xmlns:a16="http://schemas.microsoft.com/office/drawing/2014/main" id="{9E36E601-5A2A-4433-B216-362F4205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1">
            <a:extLst xmlns:a="http://schemas.openxmlformats.org/drawingml/2006/main">
              <a:ext uri="{FF2B5EF4-FFF2-40B4-BE49-F238E27FC236}">
                <a16:creationId xmlns:a16="http://schemas.microsoft.com/office/drawing/2014/main" id="{CD2B4077-1FD2-43B9-BB84-A1A81BBB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和人對話</a:t>
            </a:r>
          </a:p>
        </p:txBody>
      </p:sp>
      <p:sp>
        <p:nvSpPr>
          <p:cNvPr id="9" name="text-112">
            <a:extLst xmlns:a="http://schemas.openxmlformats.org/drawingml/2006/main">
              <a:ext uri="{FF2B5EF4-FFF2-40B4-BE49-F238E27FC236}">
                <a16:creationId xmlns:a16="http://schemas.microsoft.com/office/drawing/2014/main" id="{40660EA2-D664-47BA-95F1-CFA0706C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主動接觸客戶、教師、學生與跨職位夥伴，聽見沒有寫在規格裡的需求。</a:t>
            </a:r>
          </a:p>
        </p:txBody>
      </p:sp>
      <p:sp>
        <p:nvSpPr>
          <p:cNvPr id="10" name="shape-113">
            <a:extLst xmlns:a="http://schemas.openxmlformats.org/drawingml/2006/main">
              <a:ext uri="{FF2B5EF4-FFF2-40B4-BE49-F238E27FC236}">
                <a16:creationId xmlns:a16="http://schemas.microsoft.com/office/drawing/2014/main" id="{24A43AEA-3B20-4E00-99F4-F26A7FE1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14">
            <a:extLst xmlns:a="http://schemas.openxmlformats.org/drawingml/2006/main">
              <a:ext uri="{FF2B5EF4-FFF2-40B4-BE49-F238E27FC236}">
                <a16:creationId xmlns:a16="http://schemas.microsoft.com/office/drawing/2014/main" id="{6DF4B201-9DCE-4292-98FB-E21C45E3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5">
            <a:extLst xmlns:a="http://schemas.openxmlformats.org/drawingml/2006/main">
              <a:ext uri="{FF2B5EF4-FFF2-40B4-BE49-F238E27FC236}">
                <a16:creationId xmlns:a16="http://schemas.microsoft.com/office/drawing/2014/main" id="{CC5D6209-B405-4AB4-9B0D-24A290F3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看懂工作脈絡</a:t>
            </a:r>
          </a:p>
        </p:txBody>
      </p:sp>
      <p:sp>
        <p:nvSpPr>
          <p:cNvPr id="13" name="text-116">
            <a:extLst xmlns:a="http://schemas.openxmlformats.org/drawingml/2006/main">
              <a:ext uri="{FF2B5EF4-FFF2-40B4-BE49-F238E27FC236}">
                <a16:creationId xmlns:a16="http://schemas.microsoft.com/office/drawing/2014/main" id="{BD5CB1B2-FD22-4154-AC6F-9C16BCE4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理解流程、限制、情緒與使用情境，不只接收需求單或處理程式碼。</a:t>
            </a:r>
          </a:p>
        </p:txBody>
      </p:sp>
      <p:sp>
        <p:nvSpPr>
          <p:cNvPr id="14" name="shape-117">
            <a:extLst xmlns:a="http://schemas.openxmlformats.org/drawingml/2006/main">
              <a:ext uri="{FF2B5EF4-FFF2-40B4-BE49-F238E27FC236}">
                <a16:creationId xmlns:a16="http://schemas.microsoft.com/office/drawing/2014/main" id="{0B5D8E96-0FC4-4AAD-BC44-314F4BF0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18">
            <a:extLst xmlns:a="http://schemas.openxmlformats.org/drawingml/2006/main">
              <a:ext uri="{FF2B5EF4-FFF2-40B4-BE49-F238E27FC236}">
                <a16:creationId xmlns:a16="http://schemas.microsoft.com/office/drawing/2014/main" id="{7CD79ADA-0F59-46E2-9DCD-A114D01F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9">
            <a:extLst xmlns:a="http://schemas.openxmlformats.org/drawingml/2006/main">
              <a:ext uri="{FF2B5EF4-FFF2-40B4-BE49-F238E27FC236}">
                <a16:creationId xmlns:a16="http://schemas.microsoft.com/office/drawing/2014/main" id="{ED4276ED-800D-437B-8F65-54940875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Agent 加速驗證</a:t>
            </a:r>
          </a:p>
        </p:txBody>
      </p:sp>
      <p:sp>
        <p:nvSpPr>
          <p:cNvPr id="17" name="text-120">
            <a:extLst xmlns:a="http://schemas.openxmlformats.org/drawingml/2006/main">
              <a:ext uri="{FF2B5EF4-FFF2-40B4-BE49-F238E27FC236}">
                <a16:creationId xmlns:a16="http://schemas.microsoft.com/office/drawing/2014/main" id="{2765350C-EC01-4C31-B875-E7CAACA7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把探索、原型、測試與回饋拉近，快速比較方案並修正方向。</a:t>
            </a:r>
          </a:p>
        </p:txBody>
      </p:sp>
      <p:sp>
        <p:nvSpPr>
          <p:cNvPr id="18" name="shape-121">
            <a:extLst xmlns:a="http://schemas.openxmlformats.org/drawingml/2006/main">
              <a:ext uri="{FF2B5EF4-FFF2-40B4-BE49-F238E27FC236}">
                <a16:creationId xmlns:a16="http://schemas.microsoft.com/office/drawing/2014/main" id="{C9074B27-1808-4328-90E1-679EAC85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22">
            <a:extLst xmlns:a="http://schemas.openxmlformats.org/drawingml/2006/main">
              <a:ext uri="{FF2B5EF4-FFF2-40B4-BE49-F238E27FC236}">
                <a16:creationId xmlns:a16="http://schemas.microsoft.com/office/drawing/2014/main" id="{5617AF40-47D4-480A-B417-DAC2660E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3">
            <a:extLst xmlns:a="http://schemas.openxmlformats.org/drawingml/2006/main">
              <a:ext uri="{FF2B5EF4-FFF2-40B4-BE49-F238E27FC236}">
                <a16:creationId xmlns:a16="http://schemas.microsoft.com/office/drawing/2014/main" id="{754E5FCB-E944-438E-AB93-987EE10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保留工程品質</a:t>
            </a:r>
          </a:p>
        </p:txBody>
      </p:sp>
      <p:sp>
        <p:nvSpPr>
          <p:cNvPr id="21" name="text-124">
            <a:extLst xmlns:a="http://schemas.openxmlformats.org/drawingml/2006/main">
              <a:ext uri="{FF2B5EF4-FFF2-40B4-BE49-F238E27FC236}">
                <a16:creationId xmlns:a16="http://schemas.microsoft.com/office/drawing/2014/main" id="{82998E9B-B57F-435A-84B0-B14D31E0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架構、資安、效能、可維護性與風險，仍需要工程專業把關。</a:t>
            </a:r>
          </a:p>
        </p:txBody>
      </p:sp>
    </p:spTree>
    <p:extLst>
      <p:ext uri="{BB962C8B-B14F-4D97-AF65-F5344CB8AC3E}">
        <p14:creationId xmlns:p14="http://schemas.microsoft.com/office/powerpoint/2010/main" val="11683460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70BF403D-2857-4D36-B309-9307FD97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26">
            <a:extLst xmlns:a="http://schemas.openxmlformats.org/drawingml/2006/main">
              <a:ext uri="{FF2B5EF4-FFF2-40B4-BE49-F238E27FC236}">
                <a16:creationId xmlns:a16="http://schemas.microsoft.com/office/drawing/2014/main" id="{D7CEE375-DB49-4FBE-BDFA-B9DB880E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 AI 大航海時代</a:t>
            </a:r>
          </a:p>
        </p:txBody>
      </p:sp>
      <p:sp>
        <p:nvSpPr>
          <p:cNvPr id="3" name="text-127">
            <a:extLst xmlns:a="http://schemas.openxmlformats.org/drawingml/2006/main">
              <a:ext uri="{FF2B5EF4-FFF2-40B4-BE49-F238E27FC236}">
                <a16:creationId xmlns:a16="http://schemas.microsoft.com/office/drawing/2014/main" id="{CBED9F42-DA52-4283-90E8-AD373936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AI 與 Agent 讓文組帶著理解、脈絡與判斷，航向創作藍海。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多一雙技術翅膀，讓專業飛得更高、更遠，也讓教學研究降本增效。</a:t>
            </a:r>
          </a:p>
        </p:txBody>
      </p:sp>
      <p:sp>
        <p:nvSpPr>
          <p:cNvPr id="4" name="shape-128">
            <a:extLst xmlns:a="http://schemas.openxmlformats.org/drawingml/2006/main">
              <a:ext uri="{FF2B5EF4-FFF2-40B4-BE49-F238E27FC236}">
                <a16:creationId xmlns:a16="http://schemas.microsoft.com/office/drawing/2014/main" id="{98B593DF-AF42-40D9-BDC6-5DFBCA7C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">
            <a:extLst xmlns:a="http://schemas.openxmlformats.org/drawingml/2006/main">
              <a:ext uri="{FF2B5EF4-FFF2-40B4-BE49-F238E27FC236}">
                <a16:creationId xmlns:a16="http://schemas.microsoft.com/office/drawing/2014/main" id="{64CDA8E2-5B88-4F26-BAF5-812AE124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4" name="shape-1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31">
            <a:extLst xmlns:a="http://schemas.openxmlformats.org/drawingml/2006/main">
              <a:ext uri="{FF2B5EF4-FFF2-40B4-BE49-F238E27FC236}">
                <a16:creationId xmlns:a16="http://schemas.microsoft.com/office/drawing/2014/main" id="{DDDFF3E0-AB07-4FA5-85B8-CF50262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DD8D5C-E725-4903-AD42-9778F6DE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659696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32">
            <a:extLst xmlns:a="http://schemas.openxmlformats.org/drawingml/2006/main">
              <a:ext uri="{FF2B5EF4-FFF2-40B4-BE49-F238E27FC236}">
                <a16:creationId xmlns:a16="http://schemas.microsoft.com/office/drawing/2014/main" id="{6BBE8505-9E19-46A3-8F29-DD5E05FD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AS WINGS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6CDA9F-5DB8-4EDC-B50D-9D499100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多一雙翅膀：不會寫程式，也能做出作品</a:t>
            </a:r>
          </a:p>
        </p:txBody>
      </p:sp>
      <p:cxnSp>
        <p:nvCxnSpPr>
          <p:cNvPr id="14" name="shape-1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34">
            <a:extLst xmlns:a="http://schemas.openxmlformats.org/drawingml/2006/main">
              <a:ext uri="{FF2B5EF4-FFF2-40B4-BE49-F238E27FC236}">
                <a16:creationId xmlns:a16="http://schemas.microsoft.com/office/drawing/2014/main" id="{EAC13E4B-C23B-4889-8068-2FE54DA7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98CAEB-AA03-46B2-AABA-6EC264F6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35">
            <a:extLst xmlns:a="http://schemas.openxmlformats.org/drawingml/2006/main">
              <a:ext uri="{FF2B5EF4-FFF2-40B4-BE49-F238E27FC236}">
                <a16:creationId xmlns:a16="http://schemas.microsoft.com/office/drawing/2014/main" id="{8123F088-8212-48DA-8261-3367C9B6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36">
            <a:extLst xmlns:a="http://schemas.openxmlformats.org/drawingml/2006/main">
              <a:ext uri="{FF2B5EF4-FFF2-40B4-BE49-F238E27FC236}">
                <a16:creationId xmlns:a16="http://schemas.microsoft.com/office/drawing/2014/main" id="{94A71EAA-2E7F-42EF-80F6-156A5BAC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37">
            <a:extLst xmlns:a="http://schemas.openxmlformats.org/drawingml/2006/main">
              <a:ext uri="{FF2B5EF4-FFF2-40B4-BE49-F238E27FC236}">
                <a16:creationId xmlns:a16="http://schemas.microsoft.com/office/drawing/2014/main" id="{76F02F9E-9369-47CC-A1E7-B27E0CE3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你帶來的專業</a:t>
            </a:r>
          </a:p>
        </p:txBody>
      </p:sp>
      <p:sp>
        <p:nvSpPr>
          <p:cNvPr id="9" name="text-138">
            <a:extLst xmlns:a="http://schemas.openxmlformats.org/drawingml/2006/main">
              <a:ext uri="{FF2B5EF4-FFF2-40B4-BE49-F238E27FC236}">
                <a16:creationId xmlns:a16="http://schemas.microsoft.com/office/drawing/2014/main" id="{9EDBF40B-F4EA-4C62-B75D-A57DD596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問題意識與語言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教學／研究脈絡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對人的理解與判斷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目的、責任與界線</a:t>
            </a:r>
          </a:p>
        </p:txBody>
      </p:sp>
      <p:sp>
        <p:nvSpPr>
          <p:cNvPr id="10" name="text-139">
            <a:extLst xmlns:a="http://schemas.openxmlformats.org/drawingml/2006/main">
              <a:ext uri="{FF2B5EF4-FFF2-40B4-BE49-F238E27FC236}">
                <a16:creationId xmlns:a16="http://schemas.microsoft.com/office/drawing/2014/main" id="{C22AEB30-4639-4452-8DC7-6852F7CA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補上的能力</a:t>
            </a:r>
          </a:p>
        </p:txBody>
      </p:sp>
      <p:sp>
        <p:nvSpPr>
          <p:cNvPr id="11" name="text-140">
            <a:extLst xmlns:a="http://schemas.openxmlformats.org/drawingml/2006/main">
              <a:ext uri="{FF2B5EF4-FFF2-40B4-BE49-F238E27FC236}">
                <a16:creationId xmlns:a16="http://schemas.microsoft.com/office/drawing/2014/main" id="{14A01CA8-CDC6-4374-BDBE-21CFE6CA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把想法拆成程式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建立介面、資料與流程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測試、修正、部署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長時間不中斷地推進</a:t>
            </a:r>
          </a:p>
        </p:txBody>
      </p:sp>
    </p:spTree>
    <p:extLst>
      <p:ext uri="{BB962C8B-B14F-4D97-AF65-F5344CB8AC3E}">
        <p14:creationId xmlns:p14="http://schemas.microsoft.com/office/powerpoint/2010/main" val="3288702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41">
            <a:extLst xmlns:a="http://schemas.openxmlformats.org/drawingml/2006/main">
              <a:ext uri="{FF2B5EF4-FFF2-40B4-BE49-F238E27FC236}">
                <a16:creationId xmlns:a16="http://schemas.microsoft.com/office/drawing/2014/main" id="{E4FBFE1F-9134-44DA-ABF3-E72EE494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HUMANITIES AS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917587-8072-4B4B-ABD2-AFFAE19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文組的底子，就是 AI 時代的導航能力</a:t>
            </a:r>
          </a:p>
        </p:txBody>
      </p:sp>
      <p:cxnSp>
        <p:nvCxnSpPr>
          <p:cNvPr id="24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CDA9DBE4-DDB4-499C-9164-E52C691C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D2F3DB-B601-4A7B-991A-57F5D6F6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44">
            <a:extLst xmlns:a="http://schemas.openxmlformats.org/drawingml/2006/main">
              <a:ext uri="{FF2B5EF4-FFF2-40B4-BE49-F238E27FC236}">
                <a16:creationId xmlns:a16="http://schemas.microsoft.com/office/drawing/2014/main" id="{35C6EB37-6AAF-4FFD-A60B-39F919FA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45">
            <a:extLst xmlns:a="http://schemas.openxmlformats.org/drawingml/2006/main">
              <a:ext uri="{FF2B5EF4-FFF2-40B4-BE49-F238E27FC236}">
                <a16:creationId xmlns:a16="http://schemas.microsoft.com/office/drawing/2014/main" id="{899CB412-2BE5-4E4C-943C-4843B361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494DED46-376B-4D8B-855A-E1933CCF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理解人與情境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1845A72B-9425-4DEA-BC16-F3C69579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讀懂需求、角色、文化與脈絡，知道問題真正發生在哪裡。</a:t>
            </a:r>
          </a:p>
        </p:txBody>
      </p:sp>
      <p:sp>
        <p:nvSpPr>
          <p:cNvPr id="10" name="shape-148">
            <a:extLst xmlns:a="http://schemas.openxmlformats.org/drawingml/2006/main">
              <a:ext uri="{FF2B5EF4-FFF2-40B4-BE49-F238E27FC236}">
                <a16:creationId xmlns:a16="http://schemas.microsoft.com/office/drawing/2014/main" id="{BCABDD49-272B-4CEF-B1C4-3524BF9A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EF691D5B-5B63-49DA-95D9-7F89BCB2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AF0A25F5-193D-4E72-B73A-D8BC3331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辨識與判斷</a:t>
            </a:r>
          </a:p>
        </p:txBody>
      </p:sp>
      <p:sp>
        <p:nvSpPr>
          <p:cNvPr id="13" name="text-151">
            <a:extLst xmlns:a="http://schemas.openxmlformats.org/drawingml/2006/main">
              <a:ext uri="{FF2B5EF4-FFF2-40B4-BE49-F238E27FC236}">
                <a16:creationId xmlns:a16="http://schemas.microsoft.com/office/drawing/2014/main" id="{14D904B7-F99A-47D7-9CC3-82F6F015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分辨證據、觀點、偏誤與限制，不把工具產出的文字直接當成真理。</a:t>
            </a:r>
          </a:p>
        </p:txBody>
      </p:sp>
      <p:sp>
        <p:nvSpPr>
          <p:cNvPr id="14" name="shape-152">
            <a:extLst xmlns:a="http://schemas.openxmlformats.org/drawingml/2006/main">
              <a:ext uri="{FF2B5EF4-FFF2-40B4-BE49-F238E27FC236}">
                <a16:creationId xmlns:a16="http://schemas.microsoft.com/office/drawing/2014/main" id="{282854BF-CEA3-469B-B0D1-46BE082C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8783080B-5457-402C-97C3-2DB62EA2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EC62BF24-7A28-4321-8099-21083B85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語言與敘事</a:t>
            </a:r>
          </a:p>
        </p:txBody>
      </p:sp>
      <p:sp>
        <p:nvSpPr>
          <p:cNvPr id="17" name="text-155">
            <a:extLst xmlns:a="http://schemas.openxmlformats.org/drawingml/2006/main">
              <a:ext uri="{FF2B5EF4-FFF2-40B4-BE49-F238E27FC236}">
                <a16:creationId xmlns:a16="http://schemas.microsoft.com/office/drawing/2014/main" id="{428F0D82-EBF4-42F7-9987-25C113F8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把複雜想法說清楚、寫清楚，讓人與 Agent 都能理解下一步。</a:t>
            </a:r>
          </a:p>
        </p:txBody>
      </p:sp>
      <p:sp>
        <p:nvSpPr>
          <p:cNvPr id="18" name="shape-156">
            <a:extLst xmlns:a="http://schemas.openxmlformats.org/drawingml/2006/main">
              <a:ext uri="{FF2B5EF4-FFF2-40B4-BE49-F238E27FC236}">
                <a16:creationId xmlns:a16="http://schemas.microsoft.com/office/drawing/2014/main" id="{01F60BD3-7A11-484D-BCC3-673CC251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57">
            <a:extLst xmlns:a="http://schemas.openxmlformats.org/drawingml/2006/main">
              <a:ext uri="{FF2B5EF4-FFF2-40B4-BE49-F238E27FC236}">
                <a16:creationId xmlns:a16="http://schemas.microsoft.com/office/drawing/2014/main" id="{B8DF72E0-9E70-405F-A2C8-74E16DE5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6EA37953-403C-4A80-8F1F-79516965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教育／研究倫理</a:t>
            </a:r>
          </a:p>
        </p:txBody>
      </p:sp>
      <p:sp>
        <p:nvSpPr>
          <p:cNvPr id="21" name="text-159">
            <a:extLst xmlns:a="http://schemas.openxmlformats.org/drawingml/2006/main">
              <a:ext uri="{FF2B5EF4-FFF2-40B4-BE49-F238E27FC236}">
                <a16:creationId xmlns:a16="http://schemas.microsoft.com/office/drawing/2014/main" id="{E8EABF36-130D-4BCF-A992-A9A08F2C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守住目的、關係、隱私與責任，讓作品真的對人有幫助。</a:t>
            </a:r>
          </a:p>
        </p:txBody>
      </p:sp>
    </p:spTree>
    <p:extLst>
      <p:ext uri="{BB962C8B-B14F-4D97-AF65-F5344CB8AC3E}">
        <p14:creationId xmlns:p14="http://schemas.microsoft.com/office/powerpoint/2010/main" val="167333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0">
            <a:extLst xmlns:a="http://schemas.openxmlformats.org/drawingml/2006/main">
              <a:ext uri="{FF2B5EF4-FFF2-40B4-BE49-F238E27FC236}">
                <a16:creationId xmlns:a16="http://schemas.microsoft.com/office/drawing/2014/main" id="{2A9DE19D-44A2-447F-9F46-B65FD932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SET SAIL WITH YOUR EXPERTISE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B99769-BB85-4072-9B8C-3F7A6E88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大藍海的邀請：帶著你的專業出航</a:t>
            </a:r>
          </a:p>
        </p:txBody>
      </p:sp>
      <p:cxnSp>
        <p:nvCxnSpPr>
          <p:cNvPr id="38" name="shape-1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2">
            <a:extLst xmlns:a="http://schemas.openxmlformats.org/drawingml/2006/main">
              <a:ext uri="{FF2B5EF4-FFF2-40B4-BE49-F238E27FC236}">
                <a16:creationId xmlns:a16="http://schemas.microsoft.com/office/drawing/2014/main" id="{B073D123-7678-4B31-B3F1-D6066F03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42AA641-62F6-4E10-818E-CAB62285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63">
            <a:extLst xmlns:a="http://schemas.openxmlformats.org/drawingml/2006/main">
              <a:ext uri="{FF2B5EF4-FFF2-40B4-BE49-F238E27FC236}">
                <a16:creationId xmlns:a16="http://schemas.microsoft.com/office/drawing/2014/main" id="{1F3496E4-7AB7-4A48-9D47-1B63C605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64">
            <a:extLst xmlns:a="http://schemas.openxmlformats.org/drawingml/2006/main">
              <a:ext uri="{FF2B5EF4-FFF2-40B4-BE49-F238E27FC236}">
                <a16:creationId xmlns:a16="http://schemas.microsoft.com/office/drawing/2014/main" id="{5CE06DC1-D115-4F92-852C-827FC02E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5">
            <a:extLst xmlns:a="http://schemas.openxmlformats.org/drawingml/2006/main">
              <a:ext uri="{FF2B5EF4-FFF2-40B4-BE49-F238E27FC236}">
                <a16:creationId xmlns:a16="http://schemas.microsoft.com/office/drawing/2014/main" id="{29A54425-017F-4254-8F56-63EE6343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6">
            <a:extLst xmlns:a="http://schemas.openxmlformats.org/drawingml/2006/main">
              <a:ext uri="{FF2B5EF4-FFF2-40B4-BE49-F238E27FC236}">
                <a16:creationId xmlns:a16="http://schemas.microsoft.com/office/drawing/2014/main" id="{99ED347E-6EE0-4C64-9A1C-0D58CA36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帶上真問題</a:t>
            </a:r>
          </a:p>
        </p:txBody>
      </p:sp>
      <p:sp>
        <p:nvSpPr>
          <p:cNvPr id="10" name="text-167">
            <a:extLst xmlns:a="http://schemas.openxmlformats.org/drawingml/2006/main">
              <a:ext uri="{FF2B5EF4-FFF2-40B4-BE49-F238E27FC236}">
                <a16:creationId xmlns:a16="http://schemas.microsoft.com/office/drawing/2014/main" id="{98329BBB-315D-43CC-A507-DCFC988C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從課堂、研究或生活中的一個痛點出發</a:t>
            </a:r>
          </a:p>
        </p:txBody>
      </p:sp>
      <p:sp>
        <p:nvSpPr>
          <p:cNvPr id="11" name="text-168">
            <a:extLst xmlns:a="http://schemas.openxmlformats.org/drawingml/2006/main">
              <a:ext uri="{FF2B5EF4-FFF2-40B4-BE49-F238E27FC236}">
                <a16:creationId xmlns:a16="http://schemas.microsoft.com/office/drawing/2014/main" id="{51BBE610-1882-4E85-BE0F-E9A5DB67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9">
            <a:extLst xmlns:a="http://schemas.openxmlformats.org/drawingml/2006/main">
              <a:ext uri="{FF2B5EF4-FFF2-40B4-BE49-F238E27FC236}">
                <a16:creationId xmlns:a16="http://schemas.microsoft.com/office/drawing/2014/main" id="{5C89B228-A1E9-4375-A477-3B506860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70">
            <a:extLst xmlns:a="http://schemas.openxmlformats.org/drawingml/2006/main">
              <a:ext uri="{FF2B5EF4-FFF2-40B4-BE49-F238E27FC236}">
                <a16:creationId xmlns:a16="http://schemas.microsoft.com/office/drawing/2014/main" id="{23040BBA-386F-4927-BBA0-3A14340B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1">
            <a:extLst xmlns:a="http://schemas.openxmlformats.org/drawingml/2006/main">
              <a:ext uri="{FF2B5EF4-FFF2-40B4-BE49-F238E27FC236}">
                <a16:creationId xmlns:a16="http://schemas.microsoft.com/office/drawing/2014/main" id="{CC2E3857-37A3-46A2-AB8B-DCB42C91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2">
            <a:extLst xmlns:a="http://schemas.openxmlformats.org/drawingml/2006/main">
              <a:ext uri="{FF2B5EF4-FFF2-40B4-BE49-F238E27FC236}">
                <a16:creationId xmlns:a16="http://schemas.microsoft.com/office/drawing/2014/main" id="{71FBFA80-FC88-4872-B334-80116390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說清楚脈絡</a:t>
            </a:r>
          </a:p>
        </p:txBody>
      </p:sp>
      <p:sp>
        <p:nvSpPr>
          <p:cNvPr id="16" name="text-173">
            <a:extLst xmlns:a="http://schemas.openxmlformats.org/drawingml/2006/main">
              <a:ext uri="{FF2B5EF4-FFF2-40B4-BE49-F238E27FC236}">
                <a16:creationId xmlns:a16="http://schemas.microsoft.com/office/drawing/2014/main" id="{A95C8EE2-F037-4D86-BB50-434EED4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交代對象、情境、限制與想完成的改變</a:t>
            </a:r>
          </a:p>
        </p:txBody>
      </p:sp>
      <p:sp>
        <p:nvSpPr>
          <p:cNvPr id="17" name="text-174">
            <a:extLst xmlns:a="http://schemas.openxmlformats.org/drawingml/2006/main">
              <a:ext uri="{FF2B5EF4-FFF2-40B4-BE49-F238E27FC236}">
                <a16:creationId xmlns:a16="http://schemas.microsoft.com/office/drawing/2014/main" id="{9DFED83D-E67F-4A3E-B8FB-105A3BAA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5">
            <a:extLst xmlns:a="http://schemas.openxmlformats.org/drawingml/2006/main">
              <a:ext uri="{FF2B5EF4-FFF2-40B4-BE49-F238E27FC236}">
                <a16:creationId xmlns:a16="http://schemas.microsoft.com/office/drawing/2014/main" id="{77A2D4FA-F80D-4953-9155-0A724FF7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76">
            <a:extLst xmlns:a="http://schemas.openxmlformats.org/drawingml/2006/main">
              <a:ext uri="{FF2B5EF4-FFF2-40B4-BE49-F238E27FC236}">
                <a16:creationId xmlns:a16="http://schemas.microsoft.com/office/drawing/2014/main" id="{125DD0CD-0244-43EC-9F0F-34F9A779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7">
            <a:extLst xmlns:a="http://schemas.openxmlformats.org/drawingml/2006/main">
              <a:ext uri="{FF2B5EF4-FFF2-40B4-BE49-F238E27FC236}">
                <a16:creationId xmlns:a16="http://schemas.microsoft.com/office/drawing/2014/main" id="{518301A7-62C7-4F74-8982-B70743FF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78">
            <a:extLst xmlns:a="http://schemas.openxmlformats.org/drawingml/2006/main">
              <a:ext uri="{FF2B5EF4-FFF2-40B4-BE49-F238E27FC236}">
                <a16:creationId xmlns:a16="http://schemas.microsoft.com/office/drawing/2014/main" id="{C7F6C6BB-780F-4842-9A33-588A3A60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執行</a:t>
            </a:r>
          </a:p>
        </p:txBody>
      </p:sp>
      <p:sp>
        <p:nvSpPr>
          <p:cNvPr id="22" name="text-179">
            <a:extLst xmlns:a="http://schemas.openxmlformats.org/drawingml/2006/main">
              <a:ext uri="{FF2B5EF4-FFF2-40B4-BE49-F238E27FC236}">
                <a16:creationId xmlns:a16="http://schemas.microsoft.com/office/drawing/2014/main" id="{3AC8F5C7-15DB-4287-B405-CB8C2C72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把想法轉成程式、流程、介面與可操作作品</a:t>
            </a:r>
          </a:p>
        </p:txBody>
      </p:sp>
      <p:sp>
        <p:nvSpPr>
          <p:cNvPr id="23" name="text-180">
            <a:extLst xmlns:a="http://schemas.openxmlformats.org/drawingml/2006/main">
              <a:ext uri="{FF2B5EF4-FFF2-40B4-BE49-F238E27FC236}">
                <a16:creationId xmlns:a16="http://schemas.microsoft.com/office/drawing/2014/main" id="{0C5E4FA4-508C-420A-88B2-E614CCC82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1">
            <a:extLst xmlns:a="http://schemas.openxmlformats.org/drawingml/2006/main">
              <a:ext uri="{FF2B5EF4-FFF2-40B4-BE49-F238E27FC236}">
                <a16:creationId xmlns:a16="http://schemas.microsoft.com/office/drawing/2014/main" id="{3F492D90-C915-49DF-82E5-96643B0D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82">
            <a:extLst xmlns:a="http://schemas.openxmlformats.org/drawingml/2006/main">
              <a:ext uri="{FF2B5EF4-FFF2-40B4-BE49-F238E27FC236}">
                <a16:creationId xmlns:a16="http://schemas.microsoft.com/office/drawing/2014/main" id="{7729D0E4-F3E4-48AC-BF4F-B759237C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3">
            <a:extLst xmlns:a="http://schemas.openxmlformats.org/drawingml/2006/main">
              <a:ext uri="{FF2B5EF4-FFF2-40B4-BE49-F238E27FC236}">
                <a16:creationId xmlns:a16="http://schemas.microsoft.com/office/drawing/2014/main" id="{9C600CE5-9733-47B6-B785-D23CA878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4">
            <a:extLst xmlns:a="http://schemas.openxmlformats.org/drawingml/2006/main">
              <a:ext uri="{FF2B5EF4-FFF2-40B4-BE49-F238E27FC236}">
                <a16:creationId xmlns:a16="http://schemas.microsoft.com/office/drawing/2014/main" id="{900DB2DE-A0A3-46A1-8C26-6F5ACA65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人來驗證</a:t>
            </a:r>
          </a:p>
        </p:txBody>
      </p:sp>
      <p:sp>
        <p:nvSpPr>
          <p:cNvPr id="28" name="text-185">
            <a:extLst xmlns:a="http://schemas.openxmlformats.org/drawingml/2006/main">
              <a:ext uri="{FF2B5EF4-FFF2-40B4-BE49-F238E27FC236}">
                <a16:creationId xmlns:a16="http://schemas.microsoft.com/office/drawing/2014/main" id="{125A7EBF-5DE8-452B-BA9E-EAF6B180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檢查內容、證據、權限、倫理與實際使用感受</a:t>
            </a:r>
          </a:p>
        </p:txBody>
      </p:sp>
      <p:sp>
        <p:nvSpPr>
          <p:cNvPr id="29" name="text-186">
            <a:extLst xmlns:a="http://schemas.openxmlformats.org/drawingml/2006/main">
              <a:ext uri="{FF2B5EF4-FFF2-40B4-BE49-F238E27FC236}">
                <a16:creationId xmlns:a16="http://schemas.microsoft.com/office/drawing/2014/main" id="{BE62E7E8-5CAD-48E4-9D3E-57AC2E84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87">
            <a:extLst xmlns:a="http://schemas.openxmlformats.org/drawingml/2006/main">
              <a:ext uri="{FF2B5EF4-FFF2-40B4-BE49-F238E27FC236}">
                <a16:creationId xmlns:a16="http://schemas.microsoft.com/office/drawing/2014/main" id="{C914901D-36FF-45CB-A4FB-D8EDC30B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88">
            <a:extLst xmlns:a="http://schemas.openxmlformats.org/drawingml/2006/main">
              <a:ext uri="{FF2B5EF4-FFF2-40B4-BE49-F238E27FC236}">
                <a16:creationId xmlns:a16="http://schemas.microsoft.com/office/drawing/2014/main" id="{63FC4CC5-7A60-4AEA-AB49-BA712A8D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89">
            <a:extLst xmlns:a="http://schemas.openxmlformats.org/drawingml/2006/main">
              <a:ext uri="{FF2B5EF4-FFF2-40B4-BE49-F238E27FC236}">
                <a16:creationId xmlns:a16="http://schemas.microsoft.com/office/drawing/2014/main" id="{3911768D-4C2C-419A-8A17-EA6EEE61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0">
            <a:extLst xmlns:a="http://schemas.openxmlformats.org/drawingml/2006/main">
              <a:ext uri="{FF2B5EF4-FFF2-40B4-BE49-F238E27FC236}">
                <a16:creationId xmlns:a16="http://schemas.microsoft.com/office/drawing/2014/main" id="{AA37C0E0-4351-4A60-B8BC-AAD3FF66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把成果帶回生活</a:t>
            </a:r>
          </a:p>
        </p:txBody>
      </p:sp>
      <p:sp>
        <p:nvSpPr>
          <p:cNvPr id="34" name="text-191">
            <a:extLst xmlns:a="http://schemas.openxmlformats.org/drawingml/2006/main">
              <a:ext uri="{FF2B5EF4-FFF2-40B4-BE49-F238E27FC236}">
                <a16:creationId xmlns:a16="http://schemas.microsoft.com/office/drawing/2014/main" id="{AF707A84-621C-4880-8746-2B204A11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讓省下的時間回到教學、研究、關係與志向</a:t>
            </a:r>
          </a:p>
        </p:txBody>
      </p:sp>
      <p:sp>
        <p:nvSpPr>
          <p:cNvPr id="35" name="text-192">
            <a:extLst xmlns:a="http://schemas.openxmlformats.org/drawingml/2006/main">
              <a:ext uri="{FF2B5EF4-FFF2-40B4-BE49-F238E27FC236}">
                <a16:creationId xmlns:a16="http://schemas.microsoft.com/office/drawing/2014/main" id="{17CB751C-D0A1-4994-8707-F480CE04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2863909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193">
            <a:extLst xmlns:a="http://schemas.openxmlformats.org/drawingml/2006/main">
              <a:ext uri="{FF2B5EF4-FFF2-40B4-BE49-F238E27FC236}">
                <a16:creationId xmlns:a16="http://schemas.microsoft.com/office/drawing/2014/main" id="{B787BF71-28F5-4009-B732-8238711A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32A4B7-44AF-45D0-A380-61938330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5">
            <a:extLst xmlns:a="http://schemas.openxmlformats.org/drawingml/2006/main">
              <a:ext uri="{FF2B5EF4-FFF2-40B4-BE49-F238E27FC236}">
                <a16:creationId xmlns:a16="http://schemas.microsoft.com/office/drawing/2014/main" id="{2D8BF9FF-C954-4158-995F-8E2F8BF6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51B480-E8AD-42F8-A733-F6720FBC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96">
            <a:extLst xmlns:a="http://schemas.openxmlformats.org/drawingml/2006/main">
              <a:ext uri="{FF2B5EF4-FFF2-40B4-BE49-F238E27FC236}">
                <a16:creationId xmlns:a16="http://schemas.microsoft.com/office/drawing/2014/main" id="{4C96BA39-6171-4BAC-9580-C62C7823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7">
            <a:extLst xmlns:a="http://schemas.openxmlformats.org/drawingml/2006/main">
              <a:ext uri="{FF2B5EF4-FFF2-40B4-BE49-F238E27FC236}">
                <a16:creationId xmlns:a16="http://schemas.microsoft.com/office/drawing/2014/main" id="{D8FFE71B-6AF6-48D6-88C9-3E596416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98">
            <a:extLst xmlns:a="http://schemas.openxmlformats.org/drawingml/2006/main">
              <a:ext uri="{FF2B5EF4-FFF2-40B4-BE49-F238E27FC236}">
                <a16:creationId xmlns:a16="http://schemas.microsoft.com/office/drawing/2014/main" id="{C48FFAE3-A6ED-4860-8FB5-F6EC2490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99">
            <a:extLst xmlns:a="http://schemas.openxmlformats.org/drawingml/2006/main">
              <a:ext uri="{FF2B5EF4-FFF2-40B4-BE49-F238E27FC236}">
                <a16:creationId xmlns:a16="http://schemas.microsoft.com/office/drawing/2014/main" id="{0CCE1AF0-178E-441B-9A7E-CFAFE4A3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200">
            <a:extLst xmlns:a="http://schemas.openxmlformats.org/drawingml/2006/main">
              <a:ext uri="{FF2B5EF4-FFF2-40B4-BE49-F238E27FC236}">
                <a16:creationId xmlns:a16="http://schemas.microsoft.com/office/drawing/2014/main" id="{0C02A64C-5E3E-43DE-A9EA-785FBC27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201">
            <a:extLst xmlns:a="http://schemas.openxmlformats.org/drawingml/2006/main">
              <a:ext uri="{FF2B5EF4-FFF2-40B4-BE49-F238E27FC236}">
                <a16:creationId xmlns:a16="http://schemas.microsoft.com/office/drawing/2014/main" id="{1CFAADC7-2B49-4CE8-BE97-F77192A1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02">
            <a:extLst xmlns:a="http://schemas.openxmlformats.org/drawingml/2006/main">
              <a:ext uri="{FF2B5EF4-FFF2-40B4-BE49-F238E27FC236}">
                <a16:creationId xmlns:a16="http://schemas.microsoft.com/office/drawing/2014/main" id="{E27E4632-4339-4FD9-90C7-695EDA53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203">
            <a:extLst xmlns:a="http://schemas.openxmlformats.org/drawingml/2006/main">
              <a:ext uri="{FF2B5EF4-FFF2-40B4-BE49-F238E27FC236}">
                <a16:creationId xmlns:a16="http://schemas.microsoft.com/office/drawing/2014/main" id="{27714099-945C-4CE7-9C36-BB096EA8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04">
            <a:extLst xmlns:a="http://schemas.openxmlformats.org/drawingml/2006/main">
              <a:ext uri="{FF2B5EF4-FFF2-40B4-BE49-F238E27FC236}">
                <a16:creationId xmlns:a16="http://schemas.microsoft.com/office/drawing/2014/main" id="{1A424B18-118A-41D4-AD8B-5304E177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5">
            <a:extLst xmlns:a="http://schemas.openxmlformats.org/drawingml/2006/main">
              <a:ext uri="{FF2B5EF4-FFF2-40B4-BE49-F238E27FC236}">
                <a16:creationId xmlns:a16="http://schemas.microsoft.com/office/drawing/2014/main" id="{3DC70073-DD54-4634-B046-A0A2654B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206">
            <a:extLst xmlns:a="http://schemas.openxmlformats.org/drawingml/2006/main">
              <a:ext uri="{FF2B5EF4-FFF2-40B4-BE49-F238E27FC236}">
                <a16:creationId xmlns:a16="http://schemas.microsoft.com/office/drawing/2014/main" id="{8CF482D7-FB31-4A39-8712-33C1FAEB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207">
            <a:extLst xmlns:a="http://schemas.openxmlformats.org/drawingml/2006/main">
              <a:ext uri="{FF2B5EF4-FFF2-40B4-BE49-F238E27FC236}">
                <a16:creationId xmlns:a16="http://schemas.microsoft.com/office/drawing/2014/main" id="{AC627BB3-9452-4BC3-9FCE-13215DED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08">
            <a:extLst xmlns:a="http://schemas.openxmlformats.org/drawingml/2006/main">
              <a:ext uri="{FF2B5EF4-FFF2-40B4-BE49-F238E27FC236}">
                <a16:creationId xmlns:a16="http://schemas.microsoft.com/office/drawing/2014/main" id="{BD50931A-9B96-496E-ACEF-5652B419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209">
            <a:extLst xmlns:a="http://schemas.openxmlformats.org/drawingml/2006/main">
              <a:ext uri="{FF2B5EF4-FFF2-40B4-BE49-F238E27FC236}">
                <a16:creationId xmlns:a16="http://schemas.microsoft.com/office/drawing/2014/main" id="{5D54F31E-BA9D-43BA-894F-84FD263B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10">
            <a:extLst xmlns:a="http://schemas.openxmlformats.org/drawingml/2006/main">
              <a:ext uri="{FF2B5EF4-FFF2-40B4-BE49-F238E27FC236}">
                <a16:creationId xmlns:a16="http://schemas.microsoft.com/office/drawing/2014/main" id="{9FCB15C5-EEFA-42E1-9F2A-B191395A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11">
            <a:extLst xmlns:a="http://schemas.openxmlformats.org/drawingml/2006/main">
              <a:ext uri="{FF2B5EF4-FFF2-40B4-BE49-F238E27FC236}">
                <a16:creationId xmlns:a16="http://schemas.microsoft.com/office/drawing/2014/main" id="{8F2A1EBC-48DC-4CE8-B057-7DA6B44F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212">
            <a:extLst xmlns:a="http://schemas.openxmlformats.org/drawingml/2006/main">
              <a:ext uri="{FF2B5EF4-FFF2-40B4-BE49-F238E27FC236}">
                <a16:creationId xmlns:a16="http://schemas.microsoft.com/office/drawing/2014/main" id="{11974C2B-D122-403D-A993-48C931E1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213">
            <a:extLst xmlns:a="http://schemas.openxmlformats.org/drawingml/2006/main">
              <a:ext uri="{FF2B5EF4-FFF2-40B4-BE49-F238E27FC236}">
                <a16:creationId xmlns:a16="http://schemas.microsoft.com/office/drawing/2014/main" id="{75FBCDA8-3679-4F33-864C-A6BBA5FD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14">
            <a:extLst xmlns:a="http://schemas.openxmlformats.org/drawingml/2006/main">
              <a:ext uri="{FF2B5EF4-FFF2-40B4-BE49-F238E27FC236}">
                <a16:creationId xmlns:a16="http://schemas.microsoft.com/office/drawing/2014/main" id="{A8E263B8-5B4F-4E75-92A2-3BDB0072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215">
            <a:extLst xmlns:a="http://schemas.openxmlformats.org/drawingml/2006/main">
              <a:ext uri="{FF2B5EF4-FFF2-40B4-BE49-F238E27FC236}">
                <a16:creationId xmlns:a16="http://schemas.microsoft.com/office/drawing/2014/main" id="{D9368A1D-E9BB-4E59-BB0A-FE81FEAB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16">
            <a:extLst xmlns:a="http://schemas.openxmlformats.org/drawingml/2006/main">
              <a:ext uri="{FF2B5EF4-FFF2-40B4-BE49-F238E27FC236}">
                <a16:creationId xmlns:a16="http://schemas.microsoft.com/office/drawing/2014/main" id="{63BB1313-074A-4642-BFE5-E966C12F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17">
            <a:extLst xmlns:a="http://schemas.openxmlformats.org/drawingml/2006/main">
              <a:ext uri="{FF2B5EF4-FFF2-40B4-BE49-F238E27FC236}">
                <a16:creationId xmlns:a16="http://schemas.microsoft.com/office/drawing/2014/main" id="{3A850796-3D37-47F1-843F-8032FE59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218">
            <a:extLst xmlns:a="http://schemas.openxmlformats.org/drawingml/2006/main">
              <a:ext uri="{FF2B5EF4-FFF2-40B4-BE49-F238E27FC236}">
                <a16:creationId xmlns:a16="http://schemas.microsoft.com/office/drawing/2014/main" id="{F4539117-5735-4FED-9B60-8CD4E98A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219">
            <a:extLst xmlns:a="http://schemas.openxmlformats.org/drawingml/2006/main">
              <a:ext uri="{FF2B5EF4-FFF2-40B4-BE49-F238E27FC236}">
                <a16:creationId xmlns:a16="http://schemas.microsoft.com/office/drawing/2014/main" id="{E066FB90-A0A0-4CFB-BD9F-F445BFE3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20">
            <a:extLst xmlns:a="http://schemas.openxmlformats.org/drawingml/2006/main">
              <a:ext uri="{FF2B5EF4-FFF2-40B4-BE49-F238E27FC236}">
                <a16:creationId xmlns:a16="http://schemas.microsoft.com/office/drawing/2014/main" id="{45066EC6-99EA-440B-B602-DD2CC00C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221">
            <a:extLst xmlns:a="http://schemas.openxmlformats.org/drawingml/2006/main">
              <a:ext uri="{FF2B5EF4-FFF2-40B4-BE49-F238E27FC236}">
                <a16:creationId xmlns:a16="http://schemas.microsoft.com/office/drawing/2014/main" id="{361084E4-4B80-4539-B590-4793F621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22">
            <a:extLst xmlns:a="http://schemas.openxmlformats.org/drawingml/2006/main">
              <a:ext uri="{FF2B5EF4-FFF2-40B4-BE49-F238E27FC236}">
                <a16:creationId xmlns:a16="http://schemas.microsoft.com/office/drawing/2014/main" id="{01E1B64E-CCBF-435C-8E24-BF0B6995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23">
            <a:extLst xmlns:a="http://schemas.openxmlformats.org/drawingml/2006/main">
              <a:ext uri="{FF2B5EF4-FFF2-40B4-BE49-F238E27FC236}">
                <a16:creationId xmlns:a16="http://schemas.microsoft.com/office/drawing/2014/main" id="{30782F7C-21E4-4E72-B53F-3411A98D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224">
            <a:extLst xmlns:a="http://schemas.openxmlformats.org/drawingml/2006/main">
              <a:ext uri="{FF2B5EF4-FFF2-40B4-BE49-F238E27FC236}">
                <a16:creationId xmlns:a16="http://schemas.microsoft.com/office/drawing/2014/main" id="{7990D1F7-E333-4CF7-BE77-91B6A783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225">
            <a:extLst xmlns:a="http://schemas.openxmlformats.org/drawingml/2006/main">
              <a:ext uri="{FF2B5EF4-FFF2-40B4-BE49-F238E27FC236}">
                <a16:creationId xmlns:a16="http://schemas.microsoft.com/office/drawing/2014/main" id="{084D4BDF-2057-4654-BCB5-670FC1F4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50">
            <a:extLst xmlns:a="http://schemas.openxmlformats.org/drawingml/2006/main">
              <a:ext uri="{FF2B5EF4-FFF2-40B4-BE49-F238E27FC236}">
                <a16:creationId xmlns:a16="http://schemas.microsoft.com/office/drawing/2014/main" id="{F4F50349-8D8F-4A8B-8836-73C0C56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ca8f815b7f4a62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9eefc57b084539"/>
              </a:rPr>
              <a:t>Gemini Notebook ↗</a:t>
            </a:r>
          </a:p>
        </p:txBody>
      </p:sp>
      <p:sp>
        <p:nvSpPr>
          <p:cNvPr id="37" name="shape-980">
            <a:extLst xmlns:a="http://schemas.openxmlformats.org/drawingml/2006/main">
              <a:ext uri="{FF2B5EF4-FFF2-40B4-BE49-F238E27FC236}">
                <a16:creationId xmlns:a16="http://schemas.microsoft.com/office/drawing/2014/main" id="{23973A44-0532-4A38-8DC7-131B2E4F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28451cdae458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81">
            <a:extLst xmlns:a="http://schemas.openxmlformats.org/drawingml/2006/main">
              <a:ext uri="{FF2B5EF4-FFF2-40B4-BE49-F238E27FC236}">
                <a16:creationId xmlns:a16="http://schemas.microsoft.com/office/drawing/2014/main" id="{C65A6DAA-8AE2-404E-88FD-E5802E9D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e9acaa31a8423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82">
            <a:extLst xmlns:a="http://schemas.openxmlformats.org/drawingml/2006/main">
              <a:ext uri="{FF2B5EF4-FFF2-40B4-BE49-F238E27FC236}">
                <a16:creationId xmlns:a16="http://schemas.microsoft.com/office/drawing/2014/main" id="{D56064D0-0322-415C-AB6B-901A52F7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534551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26">
            <a:extLst xmlns:a="http://schemas.openxmlformats.org/drawingml/2006/main">
              <a:ext uri="{FF2B5EF4-FFF2-40B4-BE49-F238E27FC236}">
                <a16:creationId xmlns:a16="http://schemas.microsoft.com/office/drawing/2014/main" id="{DB27C1C0-168F-4AA6-B9C9-C2246963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FB2C8D-D88B-4D4C-A5CD-58A5C98B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28">
            <a:extLst xmlns:a="http://schemas.openxmlformats.org/drawingml/2006/main">
              <a:ext uri="{FF2B5EF4-FFF2-40B4-BE49-F238E27FC236}">
                <a16:creationId xmlns:a16="http://schemas.microsoft.com/office/drawing/2014/main" id="{451E1D65-CF03-43CB-B467-C29FBA48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F12D1C-A5C5-4D08-BADC-5F4CA9B2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29">
            <a:extLst xmlns:a="http://schemas.openxmlformats.org/drawingml/2006/main">
              <a:ext uri="{FF2B5EF4-FFF2-40B4-BE49-F238E27FC236}">
                <a16:creationId xmlns:a16="http://schemas.microsoft.com/office/drawing/2014/main" id="{FF77A92C-6164-4F3B-9CF0-308AA798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3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230">
            <a:extLst xmlns:a="http://schemas.openxmlformats.org/drawingml/2006/main">
              <a:ext uri="{FF2B5EF4-FFF2-40B4-BE49-F238E27FC236}">
                <a16:creationId xmlns:a16="http://schemas.microsoft.com/office/drawing/2014/main" id="{15F4FB38-275B-4E65-A30E-C282252F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1">
            <a:extLst xmlns:a="http://schemas.openxmlformats.org/drawingml/2006/main">
              <a:ext uri="{FF2B5EF4-FFF2-40B4-BE49-F238E27FC236}">
                <a16:creationId xmlns:a16="http://schemas.microsoft.com/office/drawing/2014/main" id="{AFA221AA-E9A7-4328-BE17-D6CBE268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232">
            <a:extLst xmlns:a="http://schemas.openxmlformats.org/drawingml/2006/main">
              <a:ext uri="{FF2B5EF4-FFF2-40B4-BE49-F238E27FC236}">
                <a16:creationId xmlns:a16="http://schemas.microsoft.com/office/drawing/2014/main" id="{D44F40A5-F349-45DF-928E-3C13306E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233">
            <a:extLst xmlns:a="http://schemas.openxmlformats.org/drawingml/2006/main">
              <a:ext uri="{FF2B5EF4-FFF2-40B4-BE49-F238E27FC236}">
                <a16:creationId xmlns:a16="http://schemas.microsoft.com/office/drawing/2014/main" id="{136A8AA5-B4B6-4D52-8DC5-0D380C86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234">
            <a:extLst xmlns:a="http://schemas.openxmlformats.org/drawingml/2006/main">
              <a:ext uri="{FF2B5EF4-FFF2-40B4-BE49-F238E27FC236}">
                <a16:creationId xmlns:a16="http://schemas.microsoft.com/office/drawing/2014/main" id="{9E63614A-22BE-4CFF-9DEA-C5ABD478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235">
            <a:extLst xmlns:a="http://schemas.openxmlformats.org/drawingml/2006/main">
              <a:ext uri="{FF2B5EF4-FFF2-40B4-BE49-F238E27FC236}">
                <a16:creationId xmlns:a16="http://schemas.microsoft.com/office/drawing/2014/main" id="{12D796DE-002A-48A5-A6D3-11F8123A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236">
            <a:extLst xmlns:a="http://schemas.openxmlformats.org/drawingml/2006/main">
              <a:ext uri="{FF2B5EF4-FFF2-40B4-BE49-F238E27FC236}">
                <a16:creationId xmlns:a16="http://schemas.microsoft.com/office/drawing/2014/main" id="{71F33CEB-B8AF-4628-81BC-F2F014E8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237">
            <a:extLst xmlns:a="http://schemas.openxmlformats.org/drawingml/2006/main">
              <a:ext uri="{FF2B5EF4-FFF2-40B4-BE49-F238E27FC236}">
                <a16:creationId xmlns:a16="http://schemas.microsoft.com/office/drawing/2014/main" id="{BFA56A8E-B4B1-43E2-B4D3-957C3BC9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238">
            <a:extLst xmlns:a="http://schemas.openxmlformats.org/drawingml/2006/main">
              <a:ext uri="{FF2B5EF4-FFF2-40B4-BE49-F238E27FC236}">
                <a16:creationId xmlns:a16="http://schemas.microsoft.com/office/drawing/2014/main" id="{E005A26E-D299-4C76-B700-B77BB104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39">
            <a:extLst xmlns:a="http://schemas.openxmlformats.org/drawingml/2006/main">
              <a:ext uri="{FF2B5EF4-FFF2-40B4-BE49-F238E27FC236}">
                <a16:creationId xmlns:a16="http://schemas.microsoft.com/office/drawing/2014/main" id="{B47C7B71-9105-4A7B-9AC7-13EB2732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240">
            <a:extLst xmlns:a="http://schemas.openxmlformats.org/drawingml/2006/main">
              <a:ext uri="{FF2B5EF4-FFF2-40B4-BE49-F238E27FC236}">
                <a16:creationId xmlns:a16="http://schemas.microsoft.com/office/drawing/2014/main" id="{F4A887C5-E6A8-4B58-8B84-85084060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241">
            <a:extLst xmlns:a="http://schemas.openxmlformats.org/drawingml/2006/main">
              <a:ext uri="{FF2B5EF4-FFF2-40B4-BE49-F238E27FC236}">
                <a16:creationId xmlns:a16="http://schemas.microsoft.com/office/drawing/2014/main" id="{9E4F6C7C-4547-44FB-AB01-DAB6F416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242">
            <a:extLst xmlns:a="http://schemas.openxmlformats.org/drawingml/2006/main">
              <a:ext uri="{FF2B5EF4-FFF2-40B4-BE49-F238E27FC236}">
                <a16:creationId xmlns:a16="http://schemas.microsoft.com/office/drawing/2014/main" id="{5E9A8E00-ACB3-4E0D-A6BC-3F80C8C3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3">
            <a:extLst xmlns:a="http://schemas.openxmlformats.org/drawingml/2006/main">
              <a:ext uri="{FF2B5EF4-FFF2-40B4-BE49-F238E27FC236}">
                <a16:creationId xmlns:a16="http://schemas.microsoft.com/office/drawing/2014/main" id="{0113EE03-0574-48E8-956B-A8A6B41F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244">
            <a:extLst xmlns:a="http://schemas.openxmlformats.org/drawingml/2006/main">
              <a:ext uri="{FF2B5EF4-FFF2-40B4-BE49-F238E27FC236}">
                <a16:creationId xmlns:a16="http://schemas.microsoft.com/office/drawing/2014/main" id="{C95090AF-0307-41A6-89E6-2F8C7AD3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245">
            <a:extLst xmlns:a="http://schemas.openxmlformats.org/drawingml/2006/main">
              <a:ext uri="{FF2B5EF4-FFF2-40B4-BE49-F238E27FC236}">
                <a16:creationId xmlns:a16="http://schemas.microsoft.com/office/drawing/2014/main" id="{14296864-B4BC-4C53-8E77-4397151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246">
            <a:extLst xmlns:a="http://schemas.openxmlformats.org/drawingml/2006/main">
              <a:ext uri="{FF2B5EF4-FFF2-40B4-BE49-F238E27FC236}">
                <a16:creationId xmlns:a16="http://schemas.microsoft.com/office/drawing/2014/main" id="{01A60B6C-3571-4D8D-A942-D970ACB5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47">
            <a:extLst xmlns:a="http://schemas.openxmlformats.org/drawingml/2006/main">
              <a:ext uri="{FF2B5EF4-FFF2-40B4-BE49-F238E27FC236}">
                <a16:creationId xmlns:a16="http://schemas.microsoft.com/office/drawing/2014/main" id="{7504FE9B-3454-4032-BA77-A67D2BF7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248">
            <a:extLst xmlns:a="http://schemas.openxmlformats.org/drawingml/2006/main">
              <a:ext uri="{FF2B5EF4-FFF2-40B4-BE49-F238E27FC236}">
                <a16:creationId xmlns:a16="http://schemas.microsoft.com/office/drawing/2014/main" id="{1588B31E-D5AB-460E-A618-CFC89C83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249">
            <a:extLst xmlns:a="http://schemas.openxmlformats.org/drawingml/2006/main">
              <a:ext uri="{FF2B5EF4-FFF2-40B4-BE49-F238E27FC236}">
                <a16:creationId xmlns:a16="http://schemas.microsoft.com/office/drawing/2014/main" id="{4F53F75E-7603-46B2-8D23-A1AC7BCB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250">
            <a:extLst xmlns:a="http://schemas.openxmlformats.org/drawingml/2006/main">
              <a:ext uri="{FF2B5EF4-FFF2-40B4-BE49-F238E27FC236}">
                <a16:creationId xmlns:a16="http://schemas.microsoft.com/office/drawing/2014/main" id="{CA04CB0E-720C-41B9-8B60-110D494A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51">
            <a:extLst xmlns:a="http://schemas.openxmlformats.org/drawingml/2006/main">
              <a:ext uri="{FF2B5EF4-FFF2-40B4-BE49-F238E27FC236}">
                <a16:creationId xmlns:a16="http://schemas.microsoft.com/office/drawing/2014/main" id="{87D28741-FDA3-4476-BCA4-3D1C5E92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252">
            <a:extLst xmlns:a="http://schemas.openxmlformats.org/drawingml/2006/main">
              <a:ext uri="{FF2B5EF4-FFF2-40B4-BE49-F238E27FC236}">
                <a16:creationId xmlns:a16="http://schemas.microsoft.com/office/drawing/2014/main" id="{877C4DF1-CA01-4E1B-A943-48269331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253">
            <a:extLst xmlns:a="http://schemas.openxmlformats.org/drawingml/2006/main">
              <a:ext uri="{FF2B5EF4-FFF2-40B4-BE49-F238E27FC236}">
                <a16:creationId xmlns:a16="http://schemas.microsoft.com/office/drawing/2014/main" id="{0E4AD75A-0ADC-4DCF-83AB-0E033E0B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254">
            <a:extLst xmlns:a="http://schemas.openxmlformats.org/drawingml/2006/main">
              <a:ext uri="{FF2B5EF4-FFF2-40B4-BE49-F238E27FC236}">
                <a16:creationId xmlns:a16="http://schemas.microsoft.com/office/drawing/2014/main" id="{60C58B47-EEA6-4F45-934E-C5337A27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55">
            <a:extLst xmlns:a="http://schemas.openxmlformats.org/drawingml/2006/main">
              <a:ext uri="{FF2B5EF4-FFF2-40B4-BE49-F238E27FC236}">
                <a16:creationId xmlns:a16="http://schemas.microsoft.com/office/drawing/2014/main" id="{227FC22E-4D3B-446D-BE88-BE197818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256">
            <a:extLst xmlns:a="http://schemas.openxmlformats.org/drawingml/2006/main">
              <a:ext uri="{FF2B5EF4-FFF2-40B4-BE49-F238E27FC236}">
                <a16:creationId xmlns:a16="http://schemas.microsoft.com/office/drawing/2014/main" id="{C73773CC-80CD-4278-BE16-837C2EC1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257">
            <a:extLst xmlns:a="http://schemas.openxmlformats.org/drawingml/2006/main">
              <a:ext uri="{FF2B5EF4-FFF2-40B4-BE49-F238E27FC236}">
                <a16:creationId xmlns:a16="http://schemas.microsoft.com/office/drawing/2014/main" id="{D935C142-5579-4A67-AC60-433D830F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0556104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58">
            <a:extLst xmlns:a="http://schemas.openxmlformats.org/drawingml/2006/main">
              <a:ext uri="{FF2B5EF4-FFF2-40B4-BE49-F238E27FC236}">
                <a16:creationId xmlns:a16="http://schemas.microsoft.com/office/drawing/2014/main" id="{241D78AA-AF66-4E54-BB8C-D701A480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74F018-F4E8-45E5-8A05-DA9A8EC0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2CB73FF4-7AA4-4C71-96DE-01F2CAD4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2B45AF-CA8B-4E29-9070-31946AD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61">
            <a:extLst xmlns:a="http://schemas.openxmlformats.org/drawingml/2006/main">
              <a:ext uri="{FF2B5EF4-FFF2-40B4-BE49-F238E27FC236}">
                <a16:creationId xmlns:a16="http://schemas.microsoft.com/office/drawing/2014/main" id="{7B3902DF-88CB-4503-B771-A5BF2FDF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B06E2F6A-1302-4C93-B88E-765040B9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B29810BF-5CF6-41FF-9786-FEC64AC7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551025A8-B856-4EA9-A3D9-3200464E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265">
            <a:extLst xmlns:a="http://schemas.openxmlformats.org/drawingml/2006/main">
              <a:ext uri="{FF2B5EF4-FFF2-40B4-BE49-F238E27FC236}">
                <a16:creationId xmlns:a16="http://schemas.microsoft.com/office/drawing/2014/main" id="{B742B92D-87BD-4EED-A921-AABD9F79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0DA9AE65-E1A2-4552-B1AF-775C59C6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38F0907C-F270-4DB9-BF21-CC7B2828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B639CEEE-0B07-4F8A-AD92-E3734654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269">
            <a:extLst xmlns:a="http://schemas.openxmlformats.org/drawingml/2006/main">
              <a:ext uri="{FF2B5EF4-FFF2-40B4-BE49-F238E27FC236}">
                <a16:creationId xmlns:a16="http://schemas.microsoft.com/office/drawing/2014/main" id="{EDE795CE-8BEF-48CA-9D9D-2B616C12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BBE137B2-5CA7-4B16-9BC6-5FC66605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71">
            <a:extLst xmlns:a="http://schemas.openxmlformats.org/drawingml/2006/main">
              <a:ext uri="{FF2B5EF4-FFF2-40B4-BE49-F238E27FC236}">
                <a16:creationId xmlns:a16="http://schemas.microsoft.com/office/drawing/2014/main" id="{8B909FD1-FA4A-4A37-AF67-1F8AD181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BBE68644-9F9B-4E76-852D-1976EDA3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273">
            <a:extLst xmlns:a="http://schemas.openxmlformats.org/drawingml/2006/main">
              <a:ext uri="{FF2B5EF4-FFF2-40B4-BE49-F238E27FC236}">
                <a16:creationId xmlns:a16="http://schemas.microsoft.com/office/drawing/2014/main" id="{085B69D8-8CB9-4A7C-91F9-5CDB274A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74">
            <a:extLst xmlns:a="http://schemas.openxmlformats.org/drawingml/2006/main">
              <a:ext uri="{FF2B5EF4-FFF2-40B4-BE49-F238E27FC236}">
                <a16:creationId xmlns:a16="http://schemas.microsoft.com/office/drawing/2014/main" id="{D508E1A9-20D7-47F3-8CB5-254F95C4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75">
            <a:extLst xmlns:a="http://schemas.openxmlformats.org/drawingml/2006/main">
              <a:ext uri="{FF2B5EF4-FFF2-40B4-BE49-F238E27FC236}">
                <a16:creationId xmlns:a16="http://schemas.microsoft.com/office/drawing/2014/main" id="{F6C45DE6-3F1A-4AB4-A09B-38B5D55A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276">
            <a:extLst xmlns:a="http://schemas.openxmlformats.org/drawingml/2006/main">
              <a:ext uri="{FF2B5EF4-FFF2-40B4-BE49-F238E27FC236}">
                <a16:creationId xmlns:a16="http://schemas.microsoft.com/office/drawing/2014/main" id="{5740F9D2-BB12-43D4-938A-3F9E4AAB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40326803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77">
            <a:extLst xmlns:a="http://schemas.openxmlformats.org/drawingml/2006/main">
              <a:ext uri="{FF2B5EF4-FFF2-40B4-BE49-F238E27FC236}">
                <a16:creationId xmlns:a16="http://schemas.microsoft.com/office/drawing/2014/main" id="{A6E77BFD-9831-468E-A91B-77DB5820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462AA3-2945-4B90-8633-0E682D11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2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9">
            <a:extLst xmlns:a="http://schemas.openxmlformats.org/drawingml/2006/main">
              <a:ext uri="{FF2B5EF4-FFF2-40B4-BE49-F238E27FC236}">
                <a16:creationId xmlns:a16="http://schemas.microsoft.com/office/drawing/2014/main" id="{5AAB62D8-1FBA-4AD5-A6FC-259F8E15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E5BA65-080D-4C4C-94F6-2893DE2F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280">
            <a:extLst xmlns:a="http://schemas.openxmlformats.org/drawingml/2006/main">
              <a:ext uri="{FF2B5EF4-FFF2-40B4-BE49-F238E27FC236}">
                <a16:creationId xmlns:a16="http://schemas.microsoft.com/office/drawing/2014/main" id="{9EDACEC2-D518-4ACF-AAB7-A8DE83ED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81">
            <a:extLst xmlns:a="http://schemas.openxmlformats.org/drawingml/2006/main">
              <a:ext uri="{FF2B5EF4-FFF2-40B4-BE49-F238E27FC236}">
                <a16:creationId xmlns:a16="http://schemas.microsoft.com/office/drawing/2014/main" id="{0506840D-BC9A-4973-8317-57013C13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82">
            <a:extLst xmlns:a="http://schemas.openxmlformats.org/drawingml/2006/main">
              <a:ext uri="{FF2B5EF4-FFF2-40B4-BE49-F238E27FC236}">
                <a16:creationId xmlns:a16="http://schemas.microsoft.com/office/drawing/2014/main" id="{E52E93E8-8D49-4E38-B22C-63273309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283">
            <a:extLst xmlns:a="http://schemas.openxmlformats.org/drawingml/2006/main">
              <a:ext uri="{FF2B5EF4-FFF2-40B4-BE49-F238E27FC236}">
                <a16:creationId xmlns:a16="http://schemas.microsoft.com/office/drawing/2014/main" id="{ECBD9E91-89D9-42F6-8814-56B3D7C0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284">
            <a:extLst xmlns:a="http://schemas.openxmlformats.org/drawingml/2006/main">
              <a:ext uri="{FF2B5EF4-FFF2-40B4-BE49-F238E27FC236}">
                <a16:creationId xmlns:a16="http://schemas.microsoft.com/office/drawing/2014/main" id="{8E0CBA4F-5099-4646-9912-7AF05AFB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285">
            <a:extLst xmlns:a="http://schemas.openxmlformats.org/drawingml/2006/main">
              <a:ext uri="{FF2B5EF4-FFF2-40B4-BE49-F238E27FC236}">
                <a16:creationId xmlns:a16="http://schemas.microsoft.com/office/drawing/2014/main" id="{A714A0A2-B9A7-44D6-8F24-F759935F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286">
            <a:extLst xmlns:a="http://schemas.openxmlformats.org/drawingml/2006/main">
              <a:ext uri="{FF2B5EF4-FFF2-40B4-BE49-F238E27FC236}">
                <a16:creationId xmlns:a16="http://schemas.microsoft.com/office/drawing/2014/main" id="{48201CC4-8567-4395-A148-8E047F77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287">
            <a:extLst xmlns:a="http://schemas.openxmlformats.org/drawingml/2006/main">
              <a:ext uri="{FF2B5EF4-FFF2-40B4-BE49-F238E27FC236}">
                <a16:creationId xmlns:a16="http://schemas.microsoft.com/office/drawing/2014/main" id="{6E68782F-73F5-4ECA-A375-FBD42E29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288">
            <a:extLst xmlns:a="http://schemas.openxmlformats.org/drawingml/2006/main">
              <a:ext uri="{FF2B5EF4-FFF2-40B4-BE49-F238E27FC236}">
                <a16:creationId xmlns:a16="http://schemas.microsoft.com/office/drawing/2014/main" id="{A6FC2B5F-B726-43C0-960D-D04765E0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289">
            <a:extLst xmlns:a="http://schemas.openxmlformats.org/drawingml/2006/main">
              <a:ext uri="{FF2B5EF4-FFF2-40B4-BE49-F238E27FC236}">
                <a16:creationId xmlns:a16="http://schemas.microsoft.com/office/drawing/2014/main" id="{ECC4A6C9-99F7-4738-A68B-581AA4A3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7305859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90">
            <a:extLst xmlns:a="http://schemas.openxmlformats.org/drawingml/2006/main">
              <a:ext uri="{FF2B5EF4-FFF2-40B4-BE49-F238E27FC236}">
                <a16:creationId xmlns:a16="http://schemas.microsoft.com/office/drawing/2014/main" id="{AD1B5FD7-7253-4571-945B-D5ECEB88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F0BAC1-1E29-4571-B65A-A5253233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2">
            <a:extLst xmlns:a="http://schemas.openxmlformats.org/drawingml/2006/main">
              <a:ext uri="{FF2B5EF4-FFF2-40B4-BE49-F238E27FC236}">
                <a16:creationId xmlns:a16="http://schemas.microsoft.com/office/drawing/2014/main" id="{D2F1FD46-95E4-4CF5-94BA-BE3861F8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F07CAE-B34B-4513-AB6D-6B46DBB5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93">
            <a:extLst xmlns:a="http://schemas.openxmlformats.org/drawingml/2006/main">
              <a:ext uri="{FF2B5EF4-FFF2-40B4-BE49-F238E27FC236}">
                <a16:creationId xmlns:a16="http://schemas.microsoft.com/office/drawing/2014/main" id="{9756329F-177C-427B-946C-E369F585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4">
            <a:extLst xmlns:a="http://schemas.openxmlformats.org/drawingml/2006/main">
              <a:ext uri="{FF2B5EF4-FFF2-40B4-BE49-F238E27FC236}">
                <a16:creationId xmlns:a16="http://schemas.microsoft.com/office/drawing/2014/main" id="{F9E54F55-AABB-4BB7-8720-8CE642BE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295">
            <a:extLst xmlns:a="http://schemas.openxmlformats.org/drawingml/2006/main">
              <a:ext uri="{FF2B5EF4-FFF2-40B4-BE49-F238E27FC236}">
                <a16:creationId xmlns:a16="http://schemas.microsoft.com/office/drawing/2014/main" id="{B96E3BC0-734D-4874-AE40-900F36FB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296">
            <a:extLst xmlns:a="http://schemas.openxmlformats.org/drawingml/2006/main">
              <a:ext uri="{FF2B5EF4-FFF2-40B4-BE49-F238E27FC236}">
                <a16:creationId xmlns:a16="http://schemas.microsoft.com/office/drawing/2014/main" id="{9B9CC786-B2AA-4ECB-996E-C188BE01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297">
            <a:extLst xmlns:a="http://schemas.openxmlformats.org/drawingml/2006/main">
              <a:ext uri="{FF2B5EF4-FFF2-40B4-BE49-F238E27FC236}">
                <a16:creationId xmlns:a16="http://schemas.microsoft.com/office/drawing/2014/main" id="{DAD8222F-B63A-43E3-9B3D-B29F91F5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8">
            <a:extLst xmlns:a="http://schemas.openxmlformats.org/drawingml/2006/main">
              <a:ext uri="{FF2B5EF4-FFF2-40B4-BE49-F238E27FC236}">
                <a16:creationId xmlns:a16="http://schemas.microsoft.com/office/drawing/2014/main" id="{CC43DF31-5067-4C6B-847A-4D8E44E7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299">
            <a:extLst xmlns:a="http://schemas.openxmlformats.org/drawingml/2006/main">
              <a:ext uri="{FF2B5EF4-FFF2-40B4-BE49-F238E27FC236}">
                <a16:creationId xmlns:a16="http://schemas.microsoft.com/office/drawing/2014/main" id="{5F4C2982-3657-4A49-8D87-A4A41FE9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300">
            <a:extLst xmlns:a="http://schemas.openxmlformats.org/drawingml/2006/main">
              <a:ext uri="{FF2B5EF4-FFF2-40B4-BE49-F238E27FC236}">
                <a16:creationId xmlns:a16="http://schemas.microsoft.com/office/drawing/2014/main" id="{E830CD98-1A36-4D31-BEB8-77B5512F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301">
            <a:extLst xmlns:a="http://schemas.openxmlformats.org/drawingml/2006/main">
              <a:ext uri="{FF2B5EF4-FFF2-40B4-BE49-F238E27FC236}">
                <a16:creationId xmlns:a16="http://schemas.microsoft.com/office/drawing/2014/main" id="{33DC0EE2-B373-4CD2-8459-AD60F95D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2">
            <a:extLst xmlns:a="http://schemas.openxmlformats.org/drawingml/2006/main">
              <a:ext uri="{FF2B5EF4-FFF2-40B4-BE49-F238E27FC236}">
                <a16:creationId xmlns:a16="http://schemas.microsoft.com/office/drawing/2014/main" id="{C5E28E3C-C1CD-4BB7-8297-718FD2C2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03">
            <a:extLst xmlns:a="http://schemas.openxmlformats.org/drawingml/2006/main">
              <a:ext uri="{FF2B5EF4-FFF2-40B4-BE49-F238E27FC236}">
                <a16:creationId xmlns:a16="http://schemas.microsoft.com/office/drawing/2014/main" id="{3E5D92D9-F853-4BD3-BA03-610D5A0E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304">
            <a:extLst xmlns:a="http://schemas.openxmlformats.org/drawingml/2006/main">
              <a:ext uri="{FF2B5EF4-FFF2-40B4-BE49-F238E27FC236}">
                <a16:creationId xmlns:a16="http://schemas.microsoft.com/office/drawing/2014/main" id="{A3C3EB5C-3348-4C13-9A3B-928463B4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305">
            <a:extLst xmlns:a="http://schemas.openxmlformats.org/drawingml/2006/main">
              <a:ext uri="{FF2B5EF4-FFF2-40B4-BE49-F238E27FC236}">
                <a16:creationId xmlns:a16="http://schemas.microsoft.com/office/drawing/2014/main" id="{DF42A23A-83A9-484A-8297-9BC1938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6">
            <a:extLst xmlns:a="http://schemas.openxmlformats.org/drawingml/2006/main">
              <a:ext uri="{FF2B5EF4-FFF2-40B4-BE49-F238E27FC236}">
                <a16:creationId xmlns:a16="http://schemas.microsoft.com/office/drawing/2014/main" id="{75455A51-A0E5-40FE-89F5-04D0B2E8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307">
            <a:extLst xmlns:a="http://schemas.openxmlformats.org/drawingml/2006/main">
              <a:ext uri="{FF2B5EF4-FFF2-40B4-BE49-F238E27FC236}">
                <a16:creationId xmlns:a16="http://schemas.microsoft.com/office/drawing/2014/main" id="{1E2D51BF-8C05-489D-B7F0-A48F04DF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308">
            <a:extLst xmlns:a="http://schemas.openxmlformats.org/drawingml/2006/main">
              <a:ext uri="{FF2B5EF4-FFF2-40B4-BE49-F238E27FC236}">
                <a16:creationId xmlns:a16="http://schemas.microsoft.com/office/drawing/2014/main" id="{E8622248-9186-46BF-8BDB-275DA2D7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4265842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09">
            <a:extLst xmlns:a="http://schemas.openxmlformats.org/drawingml/2006/main">
              <a:ext uri="{FF2B5EF4-FFF2-40B4-BE49-F238E27FC236}">
                <a16:creationId xmlns:a16="http://schemas.microsoft.com/office/drawing/2014/main" id="{C2C0858D-ACF8-4737-B19E-C36A3C4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0D37FD5-0485-476C-99AC-232293BA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3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1">
            <a:extLst xmlns:a="http://schemas.openxmlformats.org/drawingml/2006/main">
              <a:ext uri="{FF2B5EF4-FFF2-40B4-BE49-F238E27FC236}">
                <a16:creationId xmlns:a16="http://schemas.microsoft.com/office/drawing/2014/main" id="{07A6BF2D-2F75-4AB6-89AA-AF679C99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A56B21-724E-4640-B569-E0F8B71F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021df769e4de3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540D310D-ED1B-4B9E-9856-7FAE6477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733F6888-565E-4F92-9A0C-8CCD5096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951">
            <a:extLst xmlns:a="http://schemas.openxmlformats.org/drawingml/2006/main">
              <a:ext uri="{FF2B5EF4-FFF2-40B4-BE49-F238E27FC236}">
                <a16:creationId xmlns:a16="http://schemas.microsoft.com/office/drawing/2014/main" id="{CACB9F18-71EC-485D-8A8E-DE716801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45616c701554888"/>
              </a:rPr>
              <a:t>開啟教育科技創新專區 ↗</a:t>
            </a:r>
          </a:p>
        </p:txBody>
      </p:sp>
      <p:sp>
        <p:nvSpPr>
          <p:cNvPr id="10" name="shape-983">
            <a:extLst xmlns:a="http://schemas.openxmlformats.org/drawingml/2006/main">
              <a:ext uri="{FF2B5EF4-FFF2-40B4-BE49-F238E27FC236}">
                <a16:creationId xmlns:a16="http://schemas.microsoft.com/office/drawing/2014/main" id="{31734D03-00B7-492B-8021-5948083D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69ca8a29141d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84">
            <a:extLst xmlns:a="http://schemas.openxmlformats.org/drawingml/2006/main">
              <a:ext uri="{FF2B5EF4-FFF2-40B4-BE49-F238E27FC236}">
                <a16:creationId xmlns:a16="http://schemas.microsoft.com/office/drawing/2014/main" id="{4CE2DB9D-2D01-4CAC-A12E-C8672E13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32567104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14">
            <a:extLst xmlns:a="http://schemas.openxmlformats.org/drawingml/2006/main">
              <a:ext uri="{FF2B5EF4-FFF2-40B4-BE49-F238E27FC236}">
                <a16:creationId xmlns:a16="http://schemas.microsoft.com/office/drawing/2014/main" id="{CD83097E-1B76-40FF-97C3-829AE3FB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A3BC1B-E2DE-4D0C-B809-46920D50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3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6">
            <a:extLst xmlns:a="http://schemas.openxmlformats.org/drawingml/2006/main">
              <a:ext uri="{FF2B5EF4-FFF2-40B4-BE49-F238E27FC236}">
                <a16:creationId xmlns:a16="http://schemas.microsoft.com/office/drawing/2014/main" id="{6EABC4B2-9A51-442B-BC8D-12F06DCD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8D46DC5-F915-4D9F-9232-A1F34E3B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text-317">
            <a:extLst xmlns:a="http://schemas.openxmlformats.org/drawingml/2006/main">
              <a:ext uri="{FF2B5EF4-FFF2-40B4-BE49-F238E27FC236}">
                <a16:creationId xmlns:a16="http://schemas.microsoft.com/office/drawing/2014/main" id="{58916195-E597-4583-B98B-5ABBEEEE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318">
            <a:extLst xmlns:a="http://schemas.openxmlformats.org/drawingml/2006/main">
              <a:ext uri="{FF2B5EF4-FFF2-40B4-BE49-F238E27FC236}">
                <a16:creationId xmlns:a16="http://schemas.microsoft.com/office/drawing/2014/main" id="{4BB01F41-ACB6-47CD-AFD9-E0BD872E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19">
            <a:extLst xmlns:a="http://schemas.openxmlformats.org/drawingml/2006/main">
              <a:ext uri="{FF2B5EF4-FFF2-40B4-BE49-F238E27FC236}">
                <a16:creationId xmlns:a16="http://schemas.microsoft.com/office/drawing/2014/main" id="{E239EDCC-D62A-494E-AC59-B73DAA44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320">
            <a:extLst xmlns:a="http://schemas.openxmlformats.org/drawingml/2006/main">
              <a:ext uri="{FF2B5EF4-FFF2-40B4-BE49-F238E27FC236}">
                <a16:creationId xmlns:a16="http://schemas.microsoft.com/office/drawing/2014/main" id="{10F30141-2B8A-4CA9-8F73-72E552E2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321">
            <a:extLst xmlns:a="http://schemas.openxmlformats.org/drawingml/2006/main">
              <a:ext uri="{FF2B5EF4-FFF2-40B4-BE49-F238E27FC236}">
                <a16:creationId xmlns:a16="http://schemas.microsoft.com/office/drawing/2014/main" id="{7A559134-0412-48EE-9B55-6C5C0454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322">
            <a:extLst xmlns:a="http://schemas.openxmlformats.org/drawingml/2006/main">
              <a:ext uri="{FF2B5EF4-FFF2-40B4-BE49-F238E27FC236}">
                <a16:creationId xmlns:a16="http://schemas.microsoft.com/office/drawing/2014/main" id="{9AA563AF-C4C6-48B6-855E-46B14DCC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33f96592cd84f10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937eaf244f4b4a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323">
            <a:extLst xmlns:a="http://schemas.openxmlformats.org/drawingml/2006/main">
              <a:ext uri="{FF2B5EF4-FFF2-40B4-BE49-F238E27FC236}">
                <a16:creationId xmlns:a16="http://schemas.microsoft.com/office/drawing/2014/main" id="{D170B40E-43BB-4CE7-8E32-4E0975E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72858370554c64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8ac1357d14e7d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324">
            <a:extLst xmlns:a="http://schemas.openxmlformats.org/drawingml/2006/main">
              <a:ext uri="{FF2B5EF4-FFF2-40B4-BE49-F238E27FC236}">
                <a16:creationId xmlns:a16="http://schemas.microsoft.com/office/drawing/2014/main" id="{D81DE1F6-1C8A-42C3-AB06-D1C854A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25">
            <a:extLst xmlns:a="http://schemas.openxmlformats.org/drawingml/2006/main">
              <a:ext uri="{FF2B5EF4-FFF2-40B4-BE49-F238E27FC236}">
                <a16:creationId xmlns:a16="http://schemas.microsoft.com/office/drawing/2014/main" id="{FFC6FD24-5F7D-4C29-A307-9E5687C6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326">
            <a:extLst xmlns:a="http://schemas.openxmlformats.org/drawingml/2006/main">
              <a:ext uri="{FF2B5EF4-FFF2-40B4-BE49-F238E27FC236}">
                <a16:creationId xmlns:a16="http://schemas.microsoft.com/office/drawing/2014/main" id="{FA0B6991-FD52-44F2-8693-3060398D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327">
            <a:extLst xmlns:a="http://schemas.openxmlformats.org/drawingml/2006/main">
              <a:ext uri="{FF2B5EF4-FFF2-40B4-BE49-F238E27FC236}">
                <a16:creationId xmlns:a16="http://schemas.microsoft.com/office/drawing/2014/main" id="{06B51B81-C898-459F-A3A7-6AD1BAB2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328">
            <a:extLst xmlns:a="http://schemas.openxmlformats.org/drawingml/2006/main">
              <a:ext uri="{FF2B5EF4-FFF2-40B4-BE49-F238E27FC236}">
                <a16:creationId xmlns:a16="http://schemas.microsoft.com/office/drawing/2014/main" id="{D152A843-6191-4D0B-9742-9BFA8FF0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cc86c7ce7849b6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42a9e48024a09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29">
            <a:extLst xmlns:a="http://schemas.openxmlformats.org/drawingml/2006/main">
              <a:ext uri="{FF2B5EF4-FFF2-40B4-BE49-F238E27FC236}">
                <a16:creationId xmlns:a16="http://schemas.microsoft.com/office/drawing/2014/main" id="{5A271087-439E-4A96-830B-D338CDC8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c65a8bc6f046f5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fd571f5c74a65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30">
            <a:extLst xmlns:a="http://schemas.openxmlformats.org/drawingml/2006/main">
              <a:ext uri="{FF2B5EF4-FFF2-40B4-BE49-F238E27FC236}">
                <a16:creationId xmlns:a16="http://schemas.microsoft.com/office/drawing/2014/main" id="{348DBB80-9745-4A82-A28B-E9747162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31">
            <a:extLst xmlns:a="http://schemas.openxmlformats.org/drawingml/2006/main">
              <a:ext uri="{FF2B5EF4-FFF2-40B4-BE49-F238E27FC236}">
                <a16:creationId xmlns:a16="http://schemas.microsoft.com/office/drawing/2014/main" id="{A9B76398-FDC2-4CBC-9002-21DFDDBD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332">
            <a:extLst xmlns:a="http://schemas.openxmlformats.org/drawingml/2006/main">
              <a:ext uri="{FF2B5EF4-FFF2-40B4-BE49-F238E27FC236}">
                <a16:creationId xmlns:a16="http://schemas.microsoft.com/office/drawing/2014/main" id="{2E00591C-0A7C-40D8-B799-0122F9D3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333">
            <a:extLst xmlns:a="http://schemas.openxmlformats.org/drawingml/2006/main">
              <a:ext uri="{FF2B5EF4-FFF2-40B4-BE49-F238E27FC236}">
                <a16:creationId xmlns:a16="http://schemas.microsoft.com/office/drawing/2014/main" id="{A5C7A518-724C-4717-86A2-1741AF4A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334">
            <a:extLst xmlns:a="http://schemas.openxmlformats.org/drawingml/2006/main">
              <a:ext uri="{FF2B5EF4-FFF2-40B4-BE49-F238E27FC236}">
                <a16:creationId xmlns:a16="http://schemas.microsoft.com/office/drawing/2014/main" id="{94AF6243-6129-4BE5-821C-70E144B8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4add3203de24f5d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18541018b4bfa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35">
            <a:extLst xmlns:a="http://schemas.openxmlformats.org/drawingml/2006/main">
              <a:ext uri="{FF2B5EF4-FFF2-40B4-BE49-F238E27FC236}">
                <a16:creationId xmlns:a16="http://schemas.microsoft.com/office/drawing/2014/main" id="{01387804-4B30-4D52-A894-D3F766B5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c701f065374d7a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eac44b79c472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2202740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36">
            <a:extLst xmlns:a="http://schemas.openxmlformats.org/drawingml/2006/main">
              <a:ext uri="{FF2B5EF4-FFF2-40B4-BE49-F238E27FC236}">
                <a16:creationId xmlns:a16="http://schemas.microsoft.com/office/drawing/2014/main" id="{35DE46D5-2288-46F3-99C5-1DC33037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F558BF-F810-4042-AE0A-BD9BA25B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3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8">
            <a:extLst xmlns:a="http://schemas.openxmlformats.org/drawingml/2006/main">
              <a:ext uri="{FF2B5EF4-FFF2-40B4-BE49-F238E27FC236}">
                <a16:creationId xmlns:a16="http://schemas.microsoft.com/office/drawing/2014/main" id="{B0636593-88C1-4688-8ECE-A84D3F04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6D532B-62E9-40FB-95ED-20A961C8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39">
            <a:extLst xmlns:a="http://schemas.openxmlformats.org/drawingml/2006/main">
              <a:ext uri="{FF2B5EF4-FFF2-40B4-BE49-F238E27FC236}">
                <a16:creationId xmlns:a16="http://schemas.microsoft.com/office/drawing/2014/main" id="{F4E11FA7-2991-446F-9210-0D616621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340">
            <a:extLst xmlns:a="http://schemas.openxmlformats.org/drawingml/2006/main">
              <a:ext uri="{FF2B5EF4-FFF2-40B4-BE49-F238E27FC236}">
                <a16:creationId xmlns:a16="http://schemas.microsoft.com/office/drawing/2014/main" id="{AA028024-D848-493F-9E0E-0BB1C555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41">
            <a:extLst xmlns:a="http://schemas.openxmlformats.org/drawingml/2006/main">
              <a:ext uri="{FF2B5EF4-FFF2-40B4-BE49-F238E27FC236}">
                <a16:creationId xmlns:a16="http://schemas.microsoft.com/office/drawing/2014/main" id="{85F71EDB-DB50-4210-8E89-67EB4EB2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342">
            <a:extLst xmlns:a="http://schemas.openxmlformats.org/drawingml/2006/main">
              <a:ext uri="{FF2B5EF4-FFF2-40B4-BE49-F238E27FC236}">
                <a16:creationId xmlns:a16="http://schemas.microsoft.com/office/drawing/2014/main" id="{9D761F3C-16CC-44B2-9E6B-EC132E08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343">
            <a:extLst xmlns:a="http://schemas.openxmlformats.org/drawingml/2006/main">
              <a:ext uri="{FF2B5EF4-FFF2-40B4-BE49-F238E27FC236}">
                <a16:creationId xmlns:a16="http://schemas.microsoft.com/office/drawing/2014/main" id="{BC071BC0-F185-4D2E-8A79-A3B4A475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344">
            <a:extLst xmlns:a="http://schemas.openxmlformats.org/drawingml/2006/main">
              <a:ext uri="{FF2B5EF4-FFF2-40B4-BE49-F238E27FC236}">
                <a16:creationId xmlns:a16="http://schemas.microsoft.com/office/drawing/2014/main" id="{2CA4171F-C320-49A3-BB62-01B10990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729d399a8f841c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72539b7394308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345">
            <a:extLst xmlns:a="http://schemas.openxmlformats.org/drawingml/2006/main">
              <a:ext uri="{FF2B5EF4-FFF2-40B4-BE49-F238E27FC236}">
                <a16:creationId xmlns:a16="http://schemas.microsoft.com/office/drawing/2014/main" id="{8DAAE46F-D1E5-4ECE-B420-5ED62F56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0d81face694ecc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45fcbe07df4cbd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346">
            <a:extLst xmlns:a="http://schemas.openxmlformats.org/drawingml/2006/main">
              <a:ext uri="{FF2B5EF4-FFF2-40B4-BE49-F238E27FC236}">
                <a16:creationId xmlns:a16="http://schemas.microsoft.com/office/drawing/2014/main" id="{5D8A8C67-FD72-4708-871E-6D81633A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47">
            <a:extLst xmlns:a="http://schemas.openxmlformats.org/drawingml/2006/main">
              <a:ext uri="{FF2B5EF4-FFF2-40B4-BE49-F238E27FC236}">
                <a16:creationId xmlns:a16="http://schemas.microsoft.com/office/drawing/2014/main" id="{8EA483C7-B990-4688-A91D-E022C784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348">
            <a:extLst xmlns:a="http://schemas.openxmlformats.org/drawingml/2006/main">
              <a:ext uri="{FF2B5EF4-FFF2-40B4-BE49-F238E27FC236}">
                <a16:creationId xmlns:a16="http://schemas.microsoft.com/office/drawing/2014/main" id="{5FBA685D-7048-4DC5-9FE2-A5D50016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349">
            <a:extLst xmlns:a="http://schemas.openxmlformats.org/drawingml/2006/main">
              <a:ext uri="{FF2B5EF4-FFF2-40B4-BE49-F238E27FC236}">
                <a16:creationId xmlns:a16="http://schemas.microsoft.com/office/drawing/2014/main" id="{CFBB88B3-752C-43AA-9428-3A24A037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350">
            <a:extLst xmlns:a="http://schemas.openxmlformats.org/drawingml/2006/main">
              <a:ext uri="{FF2B5EF4-FFF2-40B4-BE49-F238E27FC236}">
                <a16:creationId xmlns:a16="http://schemas.microsoft.com/office/drawing/2014/main" id="{EDC271BC-BAD8-404B-AD1C-418BF6AF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7571cfac9a44e1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adabb0731477c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51">
            <a:extLst xmlns:a="http://schemas.openxmlformats.org/drawingml/2006/main">
              <a:ext uri="{FF2B5EF4-FFF2-40B4-BE49-F238E27FC236}">
                <a16:creationId xmlns:a16="http://schemas.microsoft.com/office/drawing/2014/main" id="{A5EDE43F-3C72-4BDB-9CD3-8F39936B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caa98f67d245bb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025bd57244ea3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52">
            <a:extLst xmlns:a="http://schemas.openxmlformats.org/drawingml/2006/main">
              <a:ext uri="{FF2B5EF4-FFF2-40B4-BE49-F238E27FC236}">
                <a16:creationId xmlns:a16="http://schemas.microsoft.com/office/drawing/2014/main" id="{5926ADEB-B5C0-41CC-85AF-9729EF09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53">
            <a:extLst xmlns:a="http://schemas.openxmlformats.org/drawingml/2006/main">
              <a:ext uri="{FF2B5EF4-FFF2-40B4-BE49-F238E27FC236}">
                <a16:creationId xmlns:a16="http://schemas.microsoft.com/office/drawing/2014/main" id="{CC7D8FDD-2447-4D8E-9230-FAC9EB48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354">
            <a:extLst xmlns:a="http://schemas.openxmlformats.org/drawingml/2006/main">
              <a:ext uri="{FF2B5EF4-FFF2-40B4-BE49-F238E27FC236}">
                <a16:creationId xmlns:a16="http://schemas.microsoft.com/office/drawing/2014/main" id="{6E0ECF99-317D-446D-9AE8-0796E937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355">
            <a:extLst xmlns:a="http://schemas.openxmlformats.org/drawingml/2006/main">
              <a:ext uri="{FF2B5EF4-FFF2-40B4-BE49-F238E27FC236}">
                <a16:creationId xmlns:a16="http://schemas.microsoft.com/office/drawing/2014/main" id="{2937BC0E-8270-400E-8DAA-4AE72D4B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356">
            <a:extLst xmlns:a="http://schemas.openxmlformats.org/drawingml/2006/main">
              <a:ext uri="{FF2B5EF4-FFF2-40B4-BE49-F238E27FC236}">
                <a16:creationId xmlns:a16="http://schemas.microsoft.com/office/drawing/2014/main" id="{8CEBC244-ADE0-4A68-98B1-0FC7A7B7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9228fa4286490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0d5fa9baf4e8d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57">
            <a:extLst xmlns:a="http://schemas.openxmlformats.org/drawingml/2006/main">
              <a:ext uri="{FF2B5EF4-FFF2-40B4-BE49-F238E27FC236}">
                <a16:creationId xmlns:a16="http://schemas.microsoft.com/office/drawing/2014/main" id="{4D0F25E0-088B-4DEC-B22A-92E603A8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cd854db437460d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f63e6aedb4131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5644853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358">
            <a:extLst xmlns:a="http://schemas.openxmlformats.org/drawingml/2006/main">
              <a:ext uri="{FF2B5EF4-FFF2-40B4-BE49-F238E27FC236}">
                <a16:creationId xmlns:a16="http://schemas.microsoft.com/office/drawing/2014/main" id="{1DC2BAAA-8B5D-466B-AAF3-3CE5DD49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F1A851-9AF4-4127-B20B-F0D31E65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3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0">
            <a:extLst xmlns:a="http://schemas.openxmlformats.org/drawingml/2006/main">
              <a:ext uri="{FF2B5EF4-FFF2-40B4-BE49-F238E27FC236}">
                <a16:creationId xmlns:a16="http://schemas.microsoft.com/office/drawing/2014/main" id="{818ECA78-CE46-48A6-9E8C-E3E58256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752476-828F-4C80-B294-FA89A5B1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61">
            <a:extLst xmlns:a="http://schemas.openxmlformats.org/drawingml/2006/main">
              <a:ext uri="{FF2B5EF4-FFF2-40B4-BE49-F238E27FC236}">
                <a16:creationId xmlns:a16="http://schemas.microsoft.com/office/drawing/2014/main" id="{1D729661-7BDA-4171-99A3-8603ADDE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62">
            <a:extLst xmlns:a="http://schemas.openxmlformats.org/drawingml/2006/main">
              <a:ext uri="{FF2B5EF4-FFF2-40B4-BE49-F238E27FC236}">
                <a16:creationId xmlns:a16="http://schemas.microsoft.com/office/drawing/2014/main" id="{69826753-CF77-4A46-B52F-3B40B008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363">
            <a:extLst xmlns:a="http://schemas.openxmlformats.org/drawingml/2006/main">
              <a:ext uri="{FF2B5EF4-FFF2-40B4-BE49-F238E27FC236}">
                <a16:creationId xmlns:a16="http://schemas.microsoft.com/office/drawing/2014/main" id="{A6EFC274-E835-43D0-94CA-D93ACE90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364">
            <a:extLst xmlns:a="http://schemas.openxmlformats.org/drawingml/2006/main">
              <a:ext uri="{FF2B5EF4-FFF2-40B4-BE49-F238E27FC236}">
                <a16:creationId xmlns:a16="http://schemas.microsoft.com/office/drawing/2014/main" id="{9E55E6AE-8B1C-4519-9531-5485D80F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365">
            <a:extLst xmlns:a="http://schemas.openxmlformats.org/drawingml/2006/main">
              <a:ext uri="{FF2B5EF4-FFF2-40B4-BE49-F238E27FC236}">
                <a16:creationId xmlns:a16="http://schemas.microsoft.com/office/drawing/2014/main" id="{983C1074-24E7-45B8-A401-54AA8F1C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66">
            <a:extLst xmlns:a="http://schemas.openxmlformats.org/drawingml/2006/main">
              <a:ext uri="{FF2B5EF4-FFF2-40B4-BE49-F238E27FC236}">
                <a16:creationId xmlns:a16="http://schemas.microsoft.com/office/drawing/2014/main" id="{C6C5B369-2A05-4678-A68B-8914963C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367">
            <a:extLst xmlns:a="http://schemas.openxmlformats.org/drawingml/2006/main">
              <a:ext uri="{FF2B5EF4-FFF2-40B4-BE49-F238E27FC236}">
                <a16:creationId xmlns:a16="http://schemas.microsoft.com/office/drawing/2014/main" id="{ED165989-1AE7-4042-8114-D7BFC77B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368">
            <a:extLst xmlns:a="http://schemas.openxmlformats.org/drawingml/2006/main">
              <a:ext uri="{FF2B5EF4-FFF2-40B4-BE49-F238E27FC236}">
                <a16:creationId xmlns:a16="http://schemas.microsoft.com/office/drawing/2014/main" id="{560585CA-096E-4FBF-89CF-E551D569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369">
            <a:extLst xmlns:a="http://schemas.openxmlformats.org/drawingml/2006/main">
              <a:ext uri="{FF2B5EF4-FFF2-40B4-BE49-F238E27FC236}">
                <a16:creationId xmlns:a16="http://schemas.microsoft.com/office/drawing/2014/main" id="{2E72E673-075C-4B2E-A06B-95BA5A83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70">
            <a:extLst xmlns:a="http://schemas.openxmlformats.org/drawingml/2006/main">
              <a:ext uri="{FF2B5EF4-FFF2-40B4-BE49-F238E27FC236}">
                <a16:creationId xmlns:a16="http://schemas.microsoft.com/office/drawing/2014/main" id="{DB35DBEF-C124-49D4-BB37-8BD836F8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71">
            <a:extLst xmlns:a="http://schemas.openxmlformats.org/drawingml/2006/main">
              <a:ext uri="{FF2B5EF4-FFF2-40B4-BE49-F238E27FC236}">
                <a16:creationId xmlns:a16="http://schemas.microsoft.com/office/drawing/2014/main" id="{4A473C26-715E-45C1-83B9-4EDF47C1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372">
            <a:extLst xmlns:a="http://schemas.openxmlformats.org/drawingml/2006/main">
              <a:ext uri="{FF2B5EF4-FFF2-40B4-BE49-F238E27FC236}">
                <a16:creationId xmlns:a16="http://schemas.microsoft.com/office/drawing/2014/main" id="{9193568E-6EB2-4CE7-A013-FC8DB187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373">
            <a:extLst xmlns:a="http://schemas.openxmlformats.org/drawingml/2006/main">
              <a:ext uri="{FF2B5EF4-FFF2-40B4-BE49-F238E27FC236}">
                <a16:creationId xmlns:a16="http://schemas.microsoft.com/office/drawing/2014/main" id="{D6BAB126-BF0E-4DEE-8FED-340C9C6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74">
            <a:extLst xmlns:a="http://schemas.openxmlformats.org/drawingml/2006/main">
              <a:ext uri="{FF2B5EF4-FFF2-40B4-BE49-F238E27FC236}">
                <a16:creationId xmlns:a16="http://schemas.microsoft.com/office/drawing/2014/main" id="{EA956BB4-34DA-43C9-9EA4-8F367DAE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75">
            <a:extLst xmlns:a="http://schemas.openxmlformats.org/drawingml/2006/main">
              <a:ext uri="{FF2B5EF4-FFF2-40B4-BE49-F238E27FC236}">
                <a16:creationId xmlns:a16="http://schemas.microsoft.com/office/drawing/2014/main" id="{C368CFEA-F755-4170-BA7F-45A9ED0C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376">
            <a:extLst xmlns:a="http://schemas.openxmlformats.org/drawingml/2006/main">
              <a:ext uri="{FF2B5EF4-FFF2-40B4-BE49-F238E27FC236}">
                <a16:creationId xmlns:a16="http://schemas.microsoft.com/office/drawing/2014/main" id="{1F2A9908-D8D1-47EE-8F97-BC811786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952">
            <a:extLst xmlns:a="http://schemas.openxmlformats.org/drawingml/2006/main">
              <a:ext uri="{FF2B5EF4-FFF2-40B4-BE49-F238E27FC236}">
                <a16:creationId xmlns:a16="http://schemas.microsoft.com/office/drawing/2014/main" id="{9E605F8A-5047-4951-AA53-A1F518AD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f8237d45534966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e452271fa342dd"/>
              </a:rPr>
              <a:t>Codex Voice ↗</a:t>
            </a:r>
          </a:p>
        </p:txBody>
      </p:sp>
      <p:sp>
        <p:nvSpPr>
          <p:cNvPr id="23" name="shape-985">
            <a:extLst xmlns:a="http://schemas.openxmlformats.org/drawingml/2006/main">
              <a:ext uri="{FF2B5EF4-FFF2-40B4-BE49-F238E27FC236}">
                <a16:creationId xmlns:a16="http://schemas.microsoft.com/office/drawing/2014/main" id="{F61406CA-CBF3-450A-9908-3A092097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079f33afc147e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86">
            <a:extLst xmlns:a="http://schemas.openxmlformats.org/drawingml/2006/main">
              <a:ext uri="{FF2B5EF4-FFF2-40B4-BE49-F238E27FC236}">
                <a16:creationId xmlns:a16="http://schemas.microsoft.com/office/drawing/2014/main" id="{F21AF3B6-FC2D-4466-B50C-98BD24F5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246556372408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87">
            <a:extLst xmlns:a="http://schemas.openxmlformats.org/drawingml/2006/main">
              <a:ext uri="{FF2B5EF4-FFF2-40B4-BE49-F238E27FC236}">
                <a16:creationId xmlns:a16="http://schemas.microsoft.com/office/drawing/2014/main" id="{2CA93165-43C0-4600-82EF-3B4528F2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52914203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377">
            <a:extLst xmlns:a="http://schemas.openxmlformats.org/drawingml/2006/main">
              <a:ext uri="{FF2B5EF4-FFF2-40B4-BE49-F238E27FC236}">
                <a16:creationId xmlns:a16="http://schemas.microsoft.com/office/drawing/2014/main" id="{2B66262F-DF0B-4146-89FE-09D0DF4A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1F6160-D6B1-41D9-BDCF-F0156BC3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3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9">
            <a:extLst xmlns:a="http://schemas.openxmlformats.org/drawingml/2006/main">
              <a:ext uri="{FF2B5EF4-FFF2-40B4-BE49-F238E27FC236}">
                <a16:creationId xmlns:a16="http://schemas.microsoft.com/office/drawing/2014/main" id="{6E3B09F6-E4D0-48CE-9499-8767AA37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6732CE-5B29-4B52-916D-291AED6F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80">
            <a:extLst xmlns:a="http://schemas.openxmlformats.org/drawingml/2006/main">
              <a:ext uri="{FF2B5EF4-FFF2-40B4-BE49-F238E27FC236}">
                <a16:creationId xmlns:a16="http://schemas.microsoft.com/office/drawing/2014/main" id="{4FB0DAF1-A047-40B1-96A1-5D0780A7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81">
            <a:extLst xmlns:a="http://schemas.openxmlformats.org/drawingml/2006/main">
              <a:ext uri="{FF2B5EF4-FFF2-40B4-BE49-F238E27FC236}">
                <a16:creationId xmlns:a16="http://schemas.microsoft.com/office/drawing/2014/main" id="{14919794-70DB-4889-AC54-4376FB97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82">
            <a:extLst xmlns:a="http://schemas.openxmlformats.org/drawingml/2006/main">
              <a:ext uri="{FF2B5EF4-FFF2-40B4-BE49-F238E27FC236}">
                <a16:creationId xmlns:a16="http://schemas.microsoft.com/office/drawing/2014/main" id="{0F93BAC8-3F57-4C7B-B170-B33C04C1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383">
            <a:extLst xmlns:a="http://schemas.openxmlformats.org/drawingml/2006/main">
              <a:ext uri="{FF2B5EF4-FFF2-40B4-BE49-F238E27FC236}">
                <a16:creationId xmlns:a16="http://schemas.microsoft.com/office/drawing/2014/main" id="{DA69FB12-0167-4B2C-8EB5-2C3358E4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384">
            <a:extLst xmlns:a="http://schemas.openxmlformats.org/drawingml/2006/main">
              <a:ext uri="{FF2B5EF4-FFF2-40B4-BE49-F238E27FC236}">
                <a16:creationId xmlns:a16="http://schemas.microsoft.com/office/drawing/2014/main" id="{91920715-8B1C-438D-845F-E0DC35DC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385">
            <a:extLst xmlns:a="http://schemas.openxmlformats.org/drawingml/2006/main">
              <a:ext uri="{FF2B5EF4-FFF2-40B4-BE49-F238E27FC236}">
                <a16:creationId xmlns:a16="http://schemas.microsoft.com/office/drawing/2014/main" id="{0C36019B-ADEA-452F-9F66-AB0C8F33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953">
            <a:extLst xmlns:a="http://schemas.openxmlformats.org/drawingml/2006/main">
              <a:ext uri="{FF2B5EF4-FFF2-40B4-BE49-F238E27FC236}">
                <a16:creationId xmlns:a16="http://schemas.microsoft.com/office/drawing/2014/main" id="{57A55D2F-5153-4BD8-BA3C-EDA6928E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af8b22940c4d78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f92667a5e94424"/>
              </a:rPr>
              <a:t>Codex Voice ↗</a:t>
            </a:r>
          </a:p>
        </p:txBody>
      </p:sp>
      <p:sp>
        <p:nvSpPr>
          <p:cNvPr id="13" name="shape-988">
            <a:extLst xmlns:a="http://schemas.openxmlformats.org/drawingml/2006/main">
              <a:ext uri="{FF2B5EF4-FFF2-40B4-BE49-F238E27FC236}">
                <a16:creationId xmlns:a16="http://schemas.microsoft.com/office/drawing/2014/main" id="{684D63B0-D76E-4232-A805-AF30975B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dc6a75626439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989">
            <a:extLst xmlns:a="http://schemas.openxmlformats.org/drawingml/2006/main">
              <a:ext uri="{FF2B5EF4-FFF2-40B4-BE49-F238E27FC236}">
                <a16:creationId xmlns:a16="http://schemas.microsoft.com/office/drawing/2014/main" id="{379F1909-BDB9-4CA3-A39A-09C8E82E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c4f128f717445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990">
            <a:extLst xmlns:a="http://schemas.openxmlformats.org/drawingml/2006/main">
              <a:ext uri="{FF2B5EF4-FFF2-40B4-BE49-F238E27FC236}">
                <a16:creationId xmlns:a16="http://schemas.microsoft.com/office/drawing/2014/main" id="{9FEAEAC1-19AB-47E5-9076-16DE41B5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29791721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86">
            <a:extLst xmlns:a="http://schemas.openxmlformats.org/drawingml/2006/main">
              <a:ext uri="{FF2B5EF4-FFF2-40B4-BE49-F238E27FC236}">
                <a16:creationId xmlns:a16="http://schemas.microsoft.com/office/drawing/2014/main" id="{547AAB09-822A-46B0-B2BE-5C72248A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1179C3-D157-4593-BEF7-90300155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3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88">
            <a:extLst xmlns:a="http://schemas.openxmlformats.org/drawingml/2006/main">
              <a:ext uri="{FF2B5EF4-FFF2-40B4-BE49-F238E27FC236}">
                <a16:creationId xmlns:a16="http://schemas.microsoft.com/office/drawing/2014/main" id="{1DA0ACA9-5C3F-4B95-8B52-68479C4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2E7965-778C-46E1-BC1F-E8AD49C0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89">
            <a:extLst xmlns:a="http://schemas.openxmlformats.org/drawingml/2006/main">
              <a:ext uri="{FF2B5EF4-FFF2-40B4-BE49-F238E27FC236}">
                <a16:creationId xmlns:a16="http://schemas.microsoft.com/office/drawing/2014/main" id="{1902DFE4-F9EF-4EAD-8873-BC92CFED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90">
            <a:extLst xmlns:a="http://schemas.openxmlformats.org/drawingml/2006/main">
              <a:ext uri="{FF2B5EF4-FFF2-40B4-BE49-F238E27FC236}">
                <a16:creationId xmlns:a16="http://schemas.microsoft.com/office/drawing/2014/main" id="{F5FE047B-1171-4437-B62D-921B217F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91">
            <a:extLst xmlns:a="http://schemas.openxmlformats.org/drawingml/2006/main">
              <a:ext uri="{FF2B5EF4-FFF2-40B4-BE49-F238E27FC236}">
                <a16:creationId xmlns:a16="http://schemas.microsoft.com/office/drawing/2014/main" id="{E0FAB6B6-BD89-4366-9B91-C5926F5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92">
            <a:extLst xmlns:a="http://schemas.openxmlformats.org/drawingml/2006/main">
              <a:ext uri="{FF2B5EF4-FFF2-40B4-BE49-F238E27FC236}">
                <a16:creationId xmlns:a16="http://schemas.microsoft.com/office/drawing/2014/main" id="{AC8A6182-3A82-4EFC-BD81-9057729A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393">
            <a:extLst xmlns:a="http://schemas.openxmlformats.org/drawingml/2006/main">
              <a:ext uri="{FF2B5EF4-FFF2-40B4-BE49-F238E27FC236}">
                <a16:creationId xmlns:a16="http://schemas.microsoft.com/office/drawing/2014/main" id="{6FA249A5-261F-4114-ACFD-020FEF5B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94">
            <a:extLst xmlns:a="http://schemas.openxmlformats.org/drawingml/2006/main">
              <a:ext uri="{FF2B5EF4-FFF2-40B4-BE49-F238E27FC236}">
                <a16:creationId xmlns:a16="http://schemas.microsoft.com/office/drawing/2014/main" id="{8B8B491A-812A-4F7A-84DE-2A448DC1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395">
            <a:extLst xmlns:a="http://schemas.openxmlformats.org/drawingml/2006/main">
              <a:ext uri="{FF2B5EF4-FFF2-40B4-BE49-F238E27FC236}">
                <a16:creationId xmlns:a16="http://schemas.microsoft.com/office/drawing/2014/main" id="{0D6630DD-6C47-4ADD-9E4A-13F2F6D1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96">
            <a:extLst xmlns:a="http://schemas.openxmlformats.org/drawingml/2006/main">
              <a:ext uri="{FF2B5EF4-FFF2-40B4-BE49-F238E27FC236}">
                <a16:creationId xmlns:a16="http://schemas.microsoft.com/office/drawing/2014/main" id="{BD9C5ED8-39D3-478B-8ADA-022AC0B1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397">
            <a:extLst xmlns:a="http://schemas.openxmlformats.org/drawingml/2006/main">
              <a:ext uri="{FF2B5EF4-FFF2-40B4-BE49-F238E27FC236}">
                <a16:creationId xmlns:a16="http://schemas.microsoft.com/office/drawing/2014/main" id="{878921BB-7F41-4E64-A5E1-BD2BA4D4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98">
            <a:extLst xmlns:a="http://schemas.openxmlformats.org/drawingml/2006/main">
              <a:ext uri="{FF2B5EF4-FFF2-40B4-BE49-F238E27FC236}">
                <a16:creationId xmlns:a16="http://schemas.microsoft.com/office/drawing/2014/main" id="{F5992AAC-7FD8-44A0-983E-F904AD9E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399">
            <a:extLst xmlns:a="http://schemas.openxmlformats.org/drawingml/2006/main">
              <a:ext uri="{FF2B5EF4-FFF2-40B4-BE49-F238E27FC236}">
                <a16:creationId xmlns:a16="http://schemas.microsoft.com/office/drawing/2014/main" id="{7EFAED4C-ED40-4BE1-BB47-F8D9C9EA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00">
            <a:extLst xmlns:a="http://schemas.openxmlformats.org/drawingml/2006/main">
              <a:ext uri="{FF2B5EF4-FFF2-40B4-BE49-F238E27FC236}">
                <a16:creationId xmlns:a16="http://schemas.microsoft.com/office/drawing/2014/main" id="{D639AAB0-9E5B-4EB7-A25F-79982928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01">
            <a:extLst xmlns:a="http://schemas.openxmlformats.org/drawingml/2006/main">
              <a:ext uri="{FF2B5EF4-FFF2-40B4-BE49-F238E27FC236}">
                <a16:creationId xmlns:a16="http://schemas.microsoft.com/office/drawing/2014/main" id="{5363A5AC-6DB0-4A89-A76E-0F6B7D8F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954">
            <a:extLst xmlns:a="http://schemas.openxmlformats.org/drawingml/2006/main">
              <a:ext uri="{FF2B5EF4-FFF2-40B4-BE49-F238E27FC236}">
                <a16:creationId xmlns:a16="http://schemas.microsoft.com/office/drawing/2014/main" id="{AA601971-59D2-435C-A7BF-2D097170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839906b1b6447e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de6867bd1264f3c"/>
              </a:rPr>
              <a:t>Codex Voice ↗</a:t>
            </a:r>
          </a:p>
        </p:txBody>
      </p:sp>
      <p:sp>
        <p:nvSpPr>
          <p:cNvPr id="20" name="shape-991">
            <a:extLst xmlns:a="http://schemas.openxmlformats.org/drawingml/2006/main">
              <a:ext uri="{FF2B5EF4-FFF2-40B4-BE49-F238E27FC236}">
                <a16:creationId xmlns:a16="http://schemas.microsoft.com/office/drawing/2014/main" id="{0856F966-86C6-4BD1-90B1-D93CEB12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51dfe545c438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92">
            <a:extLst xmlns:a="http://schemas.openxmlformats.org/drawingml/2006/main">
              <a:ext uri="{FF2B5EF4-FFF2-40B4-BE49-F238E27FC236}">
                <a16:creationId xmlns:a16="http://schemas.microsoft.com/office/drawing/2014/main" id="{A47B4DE9-B9FB-4850-807F-D3A6001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e38eea6184a2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93">
            <a:extLst xmlns:a="http://schemas.openxmlformats.org/drawingml/2006/main">
              <a:ext uri="{FF2B5EF4-FFF2-40B4-BE49-F238E27FC236}">
                <a16:creationId xmlns:a16="http://schemas.microsoft.com/office/drawing/2014/main" id="{2EB148EE-8DBC-4D11-BD42-0DF87CF1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22687391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402">
            <a:extLst xmlns:a="http://schemas.openxmlformats.org/drawingml/2006/main">
              <a:ext uri="{FF2B5EF4-FFF2-40B4-BE49-F238E27FC236}">
                <a16:creationId xmlns:a16="http://schemas.microsoft.com/office/drawing/2014/main" id="{AB70984E-8ADC-401C-8FE1-38ED9002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AA8ADF-9C40-4E93-A9CF-D4A5204D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4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04">
            <a:extLst xmlns:a="http://schemas.openxmlformats.org/drawingml/2006/main">
              <a:ext uri="{FF2B5EF4-FFF2-40B4-BE49-F238E27FC236}">
                <a16:creationId xmlns:a16="http://schemas.microsoft.com/office/drawing/2014/main" id="{DAE08E03-3944-43F5-A808-A9281B31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D62E903-5A88-46E7-82C7-9C11343F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405">
            <a:extLst xmlns:a="http://schemas.openxmlformats.org/drawingml/2006/main">
              <a:ext uri="{FF2B5EF4-FFF2-40B4-BE49-F238E27FC236}">
                <a16:creationId xmlns:a16="http://schemas.microsoft.com/office/drawing/2014/main" id="{B2E01927-EDF0-4F56-B0BB-DE6BE353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06">
            <a:extLst xmlns:a="http://schemas.openxmlformats.org/drawingml/2006/main">
              <a:ext uri="{FF2B5EF4-FFF2-40B4-BE49-F238E27FC236}">
                <a16:creationId xmlns:a16="http://schemas.microsoft.com/office/drawing/2014/main" id="{6071FAD2-0FC2-4CE5-A6BF-B6C8CDB4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7">
            <a:extLst xmlns:a="http://schemas.openxmlformats.org/drawingml/2006/main">
              <a:ext uri="{FF2B5EF4-FFF2-40B4-BE49-F238E27FC236}">
                <a16:creationId xmlns:a16="http://schemas.microsoft.com/office/drawing/2014/main" id="{58787BA5-C3A7-46C1-B5D3-5822F98B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08">
            <a:extLst xmlns:a="http://schemas.openxmlformats.org/drawingml/2006/main">
              <a:ext uri="{FF2B5EF4-FFF2-40B4-BE49-F238E27FC236}">
                <a16:creationId xmlns:a16="http://schemas.microsoft.com/office/drawing/2014/main" id="{FCB4D311-0713-49A9-9F70-81DABD72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409">
            <a:extLst xmlns:a="http://schemas.openxmlformats.org/drawingml/2006/main">
              <a:ext uri="{FF2B5EF4-FFF2-40B4-BE49-F238E27FC236}">
                <a16:creationId xmlns:a16="http://schemas.microsoft.com/office/drawing/2014/main" id="{3C4C2D76-75DD-4ADB-8F39-9EF72F81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410">
            <a:extLst xmlns:a="http://schemas.openxmlformats.org/drawingml/2006/main">
              <a:ext uri="{FF2B5EF4-FFF2-40B4-BE49-F238E27FC236}">
                <a16:creationId xmlns:a16="http://schemas.microsoft.com/office/drawing/2014/main" id="{EF02B0A7-6E2E-42B5-9021-4ABE5600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11">
            <a:extLst xmlns:a="http://schemas.openxmlformats.org/drawingml/2006/main">
              <a:ext uri="{FF2B5EF4-FFF2-40B4-BE49-F238E27FC236}">
                <a16:creationId xmlns:a16="http://schemas.microsoft.com/office/drawing/2014/main" id="{2F1CF237-EA6C-4958-B5AA-DA83D258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12">
            <a:extLst xmlns:a="http://schemas.openxmlformats.org/drawingml/2006/main">
              <a:ext uri="{FF2B5EF4-FFF2-40B4-BE49-F238E27FC236}">
                <a16:creationId xmlns:a16="http://schemas.microsoft.com/office/drawing/2014/main" id="{8B78F01E-12CE-4B74-86F6-DCA00FAC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13">
            <a:extLst xmlns:a="http://schemas.openxmlformats.org/drawingml/2006/main">
              <a:ext uri="{FF2B5EF4-FFF2-40B4-BE49-F238E27FC236}">
                <a16:creationId xmlns:a16="http://schemas.microsoft.com/office/drawing/2014/main" id="{9D9BE18C-D585-4911-8117-049F102D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14">
            <a:extLst xmlns:a="http://schemas.openxmlformats.org/drawingml/2006/main">
              <a:ext uri="{FF2B5EF4-FFF2-40B4-BE49-F238E27FC236}">
                <a16:creationId xmlns:a16="http://schemas.microsoft.com/office/drawing/2014/main" id="{25AECB8A-74A0-447E-A2BD-AD534757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415">
            <a:extLst xmlns:a="http://schemas.openxmlformats.org/drawingml/2006/main">
              <a:ext uri="{FF2B5EF4-FFF2-40B4-BE49-F238E27FC236}">
                <a16:creationId xmlns:a16="http://schemas.microsoft.com/office/drawing/2014/main" id="{D6ED1B20-5FAE-470A-BFE8-17DAB10D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416">
            <a:extLst xmlns:a="http://schemas.openxmlformats.org/drawingml/2006/main">
              <a:ext uri="{FF2B5EF4-FFF2-40B4-BE49-F238E27FC236}">
                <a16:creationId xmlns:a16="http://schemas.microsoft.com/office/drawing/2014/main" id="{CC35FAA4-E7B4-4EDB-A474-A214F29D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17">
            <a:extLst xmlns:a="http://schemas.openxmlformats.org/drawingml/2006/main">
              <a:ext uri="{FF2B5EF4-FFF2-40B4-BE49-F238E27FC236}">
                <a16:creationId xmlns:a16="http://schemas.microsoft.com/office/drawing/2014/main" id="{3D79C85B-2AA0-4EE0-B480-5944DA60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18">
            <a:extLst xmlns:a="http://schemas.openxmlformats.org/drawingml/2006/main">
              <a:ext uri="{FF2B5EF4-FFF2-40B4-BE49-F238E27FC236}">
                <a16:creationId xmlns:a16="http://schemas.microsoft.com/office/drawing/2014/main" id="{3D8D10C2-EBE1-4C20-BA8A-F61E66F6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19">
            <a:extLst xmlns:a="http://schemas.openxmlformats.org/drawingml/2006/main">
              <a:ext uri="{FF2B5EF4-FFF2-40B4-BE49-F238E27FC236}">
                <a16:creationId xmlns:a16="http://schemas.microsoft.com/office/drawing/2014/main" id="{27748156-E53D-45C9-B4D9-4F3645F9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20">
            <a:extLst xmlns:a="http://schemas.openxmlformats.org/drawingml/2006/main">
              <a:ext uri="{FF2B5EF4-FFF2-40B4-BE49-F238E27FC236}">
                <a16:creationId xmlns:a16="http://schemas.microsoft.com/office/drawing/2014/main" id="{ABDF10F2-755F-42EE-885D-ED0D8B45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421">
            <a:extLst xmlns:a="http://schemas.openxmlformats.org/drawingml/2006/main">
              <a:ext uri="{FF2B5EF4-FFF2-40B4-BE49-F238E27FC236}">
                <a16:creationId xmlns:a16="http://schemas.microsoft.com/office/drawing/2014/main" id="{9BF82D65-793E-4CE6-B9DD-24C2BE29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422">
            <a:extLst xmlns:a="http://schemas.openxmlformats.org/drawingml/2006/main">
              <a:ext uri="{FF2B5EF4-FFF2-40B4-BE49-F238E27FC236}">
                <a16:creationId xmlns:a16="http://schemas.microsoft.com/office/drawing/2014/main" id="{A23C9080-859A-4F44-BC87-777F3D6E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23">
            <a:extLst xmlns:a="http://schemas.openxmlformats.org/drawingml/2006/main">
              <a:ext uri="{FF2B5EF4-FFF2-40B4-BE49-F238E27FC236}">
                <a16:creationId xmlns:a16="http://schemas.microsoft.com/office/drawing/2014/main" id="{BBA49998-36C9-42CD-ACBF-BFC14F42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24">
            <a:extLst xmlns:a="http://schemas.openxmlformats.org/drawingml/2006/main">
              <a:ext uri="{FF2B5EF4-FFF2-40B4-BE49-F238E27FC236}">
                <a16:creationId xmlns:a16="http://schemas.microsoft.com/office/drawing/2014/main" id="{BE93EA05-06FA-420F-94AF-E67E823B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25">
            <a:extLst xmlns:a="http://schemas.openxmlformats.org/drawingml/2006/main">
              <a:ext uri="{FF2B5EF4-FFF2-40B4-BE49-F238E27FC236}">
                <a16:creationId xmlns:a16="http://schemas.microsoft.com/office/drawing/2014/main" id="{F6427A37-4661-45DA-B990-729AB262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26">
            <a:extLst xmlns:a="http://schemas.openxmlformats.org/drawingml/2006/main">
              <a:ext uri="{FF2B5EF4-FFF2-40B4-BE49-F238E27FC236}">
                <a16:creationId xmlns:a16="http://schemas.microsoft.com/office/drawing/2014/main" id="{85CF3337-4BEA-4626-9781-EFE75F65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427">
            <a:extLst xmlns:a="http://schemas.openxmlformats.org/drawingml/2006/main">
              <a:ext uri="{FF2B5EF4-FFF2-40B4-BE49-F238E27FC236}">
                <a16:creationId xmlns:a16="http://schemas.microsoft.com/office/drawing/2014/main" id="{391F3FB1-773E-42A3-9E06-36179577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428">
            <a:extLst xmlns:a="http://schemas.openxmlformats.org/drawingml/2006/main">
              <a:ext uri="{FF2B5EF4-FFF2-40B4-BE49-F238E27FC236}">
                <a16:creationId xmlns:a16="http://schemas.microsoft.com/office/drawing/2014/main" id="{4DAA819A-7461-410D-98D0-C0C2728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29">
            <a:extLst xmlns:a="http://schemas.openxmlformats.org/drawingml/2006/main">
              <a:ext uri="{FF2B5EF4-FFF2-40B4-BE49-F238E27FC236}">
                <a16:creationId xmlns:a16="http://schemas.microsoft.com/office/drawing/2014/main" id="{658A95A4-6F72-4BF0-B4E4-DA93F15E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30">
            <a:extLst xmlns:a="http://schemas.openxmlformats.org/drawingml/2006/main">
              <a:ext uri="{FF2B5EF4-FFF2-40B4-BE49-F238E27FC236}">
                <a16:creationId xmlns:a16="http://schemas.microsoft.com/office/drawing/2014/main" id="{6B713631-E13A-4395-BABD-A81D7774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31">
            <a:extLst xmlns:a="http://schemas.openxmlformats.org/drawingml/2006/main">
              <a:ext uri="{FF2B5EF4-FFF2-40B4-BE49-F238E27FC236}">
                <a16:creationId xmlns:a16="http://schemas.microsoft.com/office/drawing/2014/main" id="{CB7F9F9E-89AF-4D09-9F7D-71C4DCE3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32">
            <a:extLst xmlns:a="http://schemas.openxmlformats.org/drawingml/2006/main">
              <a:ext uri="{FF2B5EF4-FFF2-40B4-BE49-F238E27FC236}">
                <a16:creationId xmlns:a16="http://schemas.microsoft.com/office/drawing/2014/main" id="{E5EAFF08-48C1-42AC-86A2-FE94639E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433">
            <a:extLst xmlns:a="http://schemas.openxmlformats.org/drawingml/2006/main">
              <a:ext uri="{FF2B5EF4-FFF2-40B4-BE49-F238E27FC236}">
                <a16:creationId xmlns:a16="http://schemas.microsoft.com/office/drawing/2014/main" id="{0CB72B62-B262-449F-9F17-D4D932E8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434">
            <a:extLst xmlns:a="http://schemas.openxmlformats.org/drawingml/2006/main">
              <a:ext uri="{FF2B5EF4-FFF2-40B4-BE49-F238E27FC236}">
                <a16:creationId xmlns:a16="http://schemas.microsoft.com/office/drawing/2014/main" id="{6A3EF523-C462-4241-B340-AE1C6419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55">
            <a:extLst xmlns:a="http://schemas.openxmlformats.org/drawingml/2006/main">
              <a:ext uri="{FF2B5EF4-FFF2-40B4-BE49-F238E27FC236}">
                <a16:creationId xmlns:a16="http://schemas.microsoft.com/office/drawing/2014/main" id="{9752B69E-2FE2-418F-B3D9-A586579B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8e5b716c2434cf7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eebe8df3c94479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929092fc584bbe"/>
              </a:rPr>
              <a:t>Gemini Notebook ↗</a:t>
            </a:r>
          </a:p>
        </p:txBody>
      </p:sp>
      <p:sp>
        <p:nvSpPr>
          <p:cNvPr id="37" name="shape-994">
            <a:extLst xmlns:a="http://schemas.openxmlformats.org/drawingml/2006/main">
              <a:ext uri="{FF2B5EF4-FFF2-40B4-BE49-F238E27FC236}">
                <a16:creationId xmlns:a16="http://schemas.microsoft.com/office/drawing/2014/main" id="{A4B60F33-08B5-4C1F-BFF2-AEEC7A42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2cd530ce314de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95">
            <a:extLst xmlns:a="http://schemas.openxmlformats.org/drawingml/2006/main">
              <a:ext uri="{FF2B5EF4-FFF2-40B4-BE49-F238E27FC236}">
                <a16:creationId xmlns:a16="http://schemas.microsoft.com/office/drawing/2014/main" id="{3388E8A4-156B-4F7A-9608-83B254F2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9ed0d5bd5498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96">
            <a:extLst xmlns:a="http://schemas.openxmlformats.org/drawingml/2006/main">
              <a:ext uri="{FF2B5EF4-FFF2-40B4-BE49-F238E27FC236}">
                <a16:creationId xmlns:a16="http://schemas.microsoft.com/office/drawing/2014/main" id="{19E2775A-1179-4112-842B-CF4FFE37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0455847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435">
            <a:extLst xmlns:a="http://schemas.openxmlformats.org/drawingml/2006/main">
              <a:ext uri="{FF2B5EF4-FFF2-40B4-BE49-F238E27FC236}">
                <a16:creationId xmlns:a16="http://schemas.microsoft.com/office/drawing/2014/main" id="{B55DD568-2C24-46DA-8C7A-06BB1668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C6F4BA-61F7-4661-9DA3-2AD7E039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4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7">
            <a:extLst xmlns:a="http://schemas.openxmlformats.org/drawingml/2006/main">
              <a:ext uri="{FF2B5EF4-FFF2-40B4-BE49-F238E27FC236}">
                <a16:creationId xmlns:a16="http://schemas.microsoft.com/office/drawing/2014/main" id="{F69D4A60-6BDF-452C-B30D-B05B8811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DE7707-4C71-4D18-BDE6-82706CFF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38">
            <a:extLst xmlns:a="http://schemas.openxmlformats.org/drawingml/2006/main">
              <a:ext uri="{FF2B5EF4-FFF2-40B4-BE49-F238E27FC236}">
                <a16:creationId xmlns:a16="http://schemas.microsoft.com/office/drawing/2014/main" id="{ADA85647-4A11-4CFB-9F16-5CCF03DC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39">
            <a:extLst xmlns:a="http://schemas.openxmlformats.org/drawingml/2006/main">
              <a:ext uri="{FF2B5EF4-FFF2-40B4-BE49-F238E27FC236}">
                <a16:creationId xmlns:a16="http://schemas.microsoft.com/office/drawing/2014/main" id="{957D3C2C-044F-4852-869F-2B548C3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40">
            <a:extLst xmlns:a="http://schemas.openxmlformats.org/drawingml/2006/main">
              <a:ext uri="{FF2B5EF4-FFF2-40B4-BE49-F238E27FC236}">
                <a16:creationId xmlns:a16="http://schemas.microsoft.com/office/drawing/2014/main" id="{CEE412AC-4B27-4512-95E2-51534F90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41">
            <a:extLst xmlns:a="http://schemas.openxmlformats.org/drawingml/2006/main">
              <a:ext uri="{FF2B5EF4-FFF2-40B4-BE49-F238E27FC236}">
                <a16:creationId xmlns:a16="http://schemas.microsoft.com/office/drawing/2014/main" id="{60F318E0-2884-44EB-8ECA-68FD6ADC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442">
            <a:extLst xmlns:a="http://schemas.openxmlformats.org/drawingml/2006/main">
              <a:ext uri="{FF2B5EF4-FFF2-40B4-BE49-F238E27FC236}">
                <a16:creationId xmlns:a16="http://schemas.microsoft.com/office/drawing/2014/main" id="{192259BD-559C-4FEE-AE52-08DCE4B2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443">
            <a:extLst xmlns:a="http://schemas.openxmlformats.org/drawingml/2006/main">
              <a:ext uri="{FF2B5EF4-FFF2-40B4-BE49-F238E27FC236}">
                <a16:creationId xmlns:a16="http://schemas.microsoft.com/office/drawing/2014/main" id="{480F7F89-8EFD-4D10-9F3E-86366339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4">
            <a:extLst xmlns:a="http://schemas.openxmlformats.org/drawingml/2006/main">
              <a:ext uri="{FF2B5EF4-FFF2-40B4-BE49-F238E27FC236}">
                <a16:creationId xmlns:a16="http://schemas.microsoft.com/office/drawing/2014/main" id="{D17D969B-7102-4925-B03F-AEAA3555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45">
            <a:extLst xmlns:a="http://schemas.openxmlformats.org/drawingml/2006/main">
              <a:ext uri="{FF2B5EF4-FFF2-40B4-BE49-F238E27FC236}">
                <a16:creationId xmlns:a16="http://schemas.microsoft.com/office/drawing/2014/main" id="{7AAFDD3D-6368-45EA-B05A-B4799258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6">
            <a:extLst xmlns:a="http://schemas.openxmlformats.org/drawingml/2006/main">
              <a:ext uri="{FF2B5EF4-FFF2-40B4-BE49-F238E27FC236}">
                <a16:creationId xmlns:a16="http://schemas.microsoft.com/office/drawing/2014/main" id="{57F31923-D0A2-47D5-A170-4A6DF1B4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7">
            <a:extLst xmlns:a="http://schemas.openxmlformats.org/drawingml/2006/main">
              <a:ext uri="{FF2B5EF4-FFF2-40B4-BE49-F238E27FC236}">
                <a16:creationId xmlns:a16="http://schemas.microsoft.com/office/drawing/2014/main" id="{94F09B7A-D080-468F-979A-3D497163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448">
            <a:extLst xmlns:a="http://schemas.openxmlformats.org/drawingml/2006/main">
              <a:ext uri="{FF2B5EF4-FFF2-40B4-BE49-F238E27FC236}">
                <a16:creationId xmlns:a16="http://schemas.microsoft.com/office/drawing/2014/main" id="{52862F4E-2556-40DF-BBCA-84F62F55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449">
            <a:extLst xmlns:a="http://schemas.openxmlformats.org/drawingml/2006/main">
              <a:ext uri="{FF2B5EF4-FFF2-40B4-BE49-F238E27FC236}">
                <a16:creationId xmlns:a16="http://schemas.microsoft.com/office/drawing/2014/main" id="{44DD5BCF-53C7-40F7-8E96-5BADE888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50">
            <a:extLst xmlns:a="http://schemas.openxmlformats.org/drawingml/2006/main">
              <a:ext uri="{FF2B5EF4-FFF2-40B4-BE49-F238E27FC236}">
                <a16:creationId xmlns:a16="http://schemas.microsoft.com/office/drawing/2014/main" id="{670D4FAE-D6A5-4C71-B3D0-043BDF17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51">
            <a:extLst xmlns:a="http://schemas.openxmlformats.org/drawingml/2006/main">
              <a:ext uri="{FF2B5EF4-FFF2-40B4-BE49-F238E27FC236}">
                <a16:creationId xmlns:a16="http://schemas.microsoft.com/office/drawing/2014/main" id="{27FB7DEC-DD6E-4482-976B-F06F3485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2">
            <a:extLst xmlns:a="http://schemas.openxmlformats.org/drawingml/2006/main">
              <a:ext uri="{FF2B5EF4-FFF2-40B4-BE49-F238E27FC236}">
                <a16:creationId xmlns:a16="http://schemas.microsoft.com/office/drawing/2014/main" id="{0CC5C1FD-9685-48F0-B7E1-620536AB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3">
            <a:extLst xmlns:a="http://schemas.openxmlformats.org/drawingml/2006/main">
              <a:ext uri="{FF2B5EF4-FFF2-40B4-BE49-F238E27FC236}">
                <a16:creationId xmlns:a16="http://schemas.microsoft.com/office/drawing/2014/main" id="{802F99DF-D468-4EAE-9B1B-86C532C7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454">
            <a:extLst xmlns:a="http://schemas.openxmlformats.org/drawingml/2006/main">
              <a:ext uri="{FF2B5EF4-FFF2-40B4-BE49-F238E27FC236}">
                <a16:creationId xmlns:a16="http://schemas.microsoft.com/office/drawing/2014/main" id="{45636801-6C62-4AA2-814F-F139B166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455">
            <a:extLst xmlns:a="http://schemas.openxmlformats.org/drawingml/2006/main">
              <a:ext uri="{FF2B5EF4-FFF2-40B4-BE49-F238E27FC236}">
                <a16:creationId xmlns:a16="http://schemas.microsoft.com/office/drawing/2014/main" id="{B4BBF707-D0B1-44B4-9546-F30EBD97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6">
            <a:extLst xmlns:a="http://schemas.openxmlformats.org/drawingml/2006/main">
              <a:ext uri="{FF2B5EF4-FFF2-40B4-BE49-F238E27FC236}">
                <a16:creationId xmlns:a16="http://schemas.microsoft.com/office/drawing/2014/main" id="{D8085125-8B94-491D-A1AF-BB95B7DD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57">
            <a:extLst xmlns:a="http://schemas.openxmlformats.org/drawingml/2006/main">
              <a:ext uri="{FF2B5EF4-FFF2-40B4-BE49-F238E27FC236}">
                <a16:creationId xmlns:a16="http://schemas.microsoft.com/office/drawing/2014/main" id="{831C6CD8-1209-45F7-8567-C629CE86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8">
            <a:extLst xmlns:a="http://schemas.openxmlformats.org/drawingml/2006/main">
              <a:ext uri="{FF2B5EF4-FFF2-40B4-BE49-F238E27FC236}">
                <a16:creationId xmlns:a16="http://schemas.microsoft.com/office/drawing/2014/main" id="{84D979EA-6D25-4A49-9C99-60EEFB36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9">
            <a:extLst xmlns:a="http://schemas.openxmlformats.org/drawingml/2006/main">
              <a:ext uri="{FF2B5EF4-FFF2-40B4-BE49-F238E27FC236}">
                <a16:creationId xmlns:a16="http://schemas.microsoft.com/office/drawing/2014/main" id="{EB4095B5-6513-4EEB-9F04-FD3801FC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460">
            <a:extLst xmlns:a="http://schemas.openxmlformats.org/drawingml/2006/main">
              <a:ext uri="{FF2B5EF4-FFF2-40B4-BE49-F238E27FC236}">
                <a16:creationId xmlns:a16="http://schemas.microsoft.com/office/drawing/2014/main" id="{3B310CA1-00DA-4DE5-95A8-B7D43E65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461">
            <a:extLst xmlns:a="http://schemas.openxmlformats.org/drawingml/2006/main">
              <a:ext uri="{FF2B5EF4-FFF2-40B4-BE49-F238E27FC236}">
                <a16:creationId xmlns:a16="http://schemas.microsoft.com/office/drawing/2014/main" id="{213CA55B-03E0-42CC-AABB-58EC5346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62">
            <a:extLst xmlns:a="http://schemas.openxmlformats.org/drawingml/2006/main">
              <a:ext uri="{FF2B5EF4-FFF2-40B4-BE49-F238E27FC236}">
                <a16:creationId xmlns:a16="http://schemas.microsoft.com/office/drawing/2014/main" id="{B91B010A-B1BE-463C-B517-7431DE23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63">
            <a:extLst xmlns:a="http://schemas.openxmlformats.org/drawingml/2006/main">
              <a:ext uri="{FF2B5EF4-FFF2-40B4-BE49-F238E27FC236}">
                <a16:creationId xmlns:a16="http://schemas.microsoft.com/office/drawing/2014/main" id="{82756A6E-17C1-48EB-BD75-F4EFA782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64">
            <a:extLst xmlns:a="http://schemas.openxmlformats.org/drawingml/2006/main">
              <a:ext uri="{FF2B5EF4-FFF2-40B4-BE49-F238E27FC236}">
                <a16:creationId xmlns:a16="http://schemas.microsoft.com/office/drawing/2014/main" id="{A8678EDC-64FA-4A0D-862E-293233D9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65">
            <a:extLst xmlns:a="http://schemas.openxmlformats.org/drawingml/2006/main">
              <a:ext uri="{FF2B5EF4-FFF2-40B4-BE49-F238E27FC236}">
                <a16:creationId xmlns:a16="http://schemas.microsoft.com/office/drawing/2014/main" id="{E25A52B0-BABD-41BE-B5C2-1311441D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466">
            <a:extLst xmlns:a="http://schemas.openxmlformats.org/drawingml/2006/main">
              <a:ext uri="{FF2B5EF4-FFF2-40B4-BE49-F238E27FC236}">
                <a16:creationId xmlns:a16="http://schemas.microsoft.com/office/drawing/2014/main" id="{0EAB2C31-CD9F-4972-BF80-5969D50A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467">
            <a:extLst xmlns:a="http://schemas.openxmlformats.org/drawingml/2006/main">
              <a:ext uri="{FF2B5EF4-FFF2-40B4-BE49-F238E27FC236}">
                <a16:creationId xmlns:a16="http://schemas.microsoft.com/office/drawing/2014/main" id="{2EADAFC9-582F-4D93-8CD0-5111A397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2262583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68">
            <a:extLst xmlns:a="http://schemas.openxmlformats.org/drawingml/2006/main">
              <a:ext uri="{FF2B5EF4-FFF2-40B4-BE49-F238E27FC236}">
                <a16:creationId xmlns:a16="http://schemas.microsoft.com/office/drawing/2014/main" id="{6D06788B-FA81-4F97-BEA9-CC4AA810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469">
            <a:extLst xmlns:a="http://schemas.openxmlformats.org/drawingml/2006/main">
              <a:ext uri="{FF2B5EF4-FFF2-40B4-BE49-F238E27FC236}">
                <a16:creationId xmlns:a16="http://schemas.microsoft.com/office/drawing/2014/main" id="{681ABEC8-8985-46D9-881D-BB3FFB9C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470">
            <a:extLst xmlns:a="http://schemas.openxmlformats.org/drawingml/2006/main">
              <a:ext uri="{FF2B5EF4-FFF2-40B4-BE49-F238E27FC236}">
                <a16:creationId xmlns:a16="http://schemas.microsoft.com/office/drawing/2014/main" id="{B8551B19-8E9D-4D03-9837-0B0C94C3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471">
            <a:extLst xmlns:a="http://schemas.openxmlformats.org/drawingml/2006/main">
              <a:ext uri="{FF2B5EF4-FFF2-40B4-BE49-F238E27FC236}">
                <a16:creationId xmlns:a16="http://schemas.microsoft.com/office/drawing/2014/main" id="{C5A3378B-5472-4990-8566-348D88C7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72">
            <a:extLst xmlns:a="http://schemas.openxmlformats.org/drawingml/2006/main">
              <a:ext uri="{FF2B5EF4-FFF2-40B4-BE49-F238E27FC236}">
                <a16:creationId xmlns:a16="http://schemas.microsoft.com/office/drawing/2014/main" id="{A4C586F2-6FE9-4FA5-B24D-1FBF94ED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74">
            <a:extLst xmlns:a="http://schemas.openxmlformats.org/drawingml/2006/main">
              <a:ext uri="{FF2B5EF4-FFF2-40B4-BE49-F238E27FC236}">
                <a16:creationId xmlns:a16="http://schemas.microsoft.com/office/drawing/2014/main" id="{2CEC00A7-02B0-4E7D-A9C2-D1A9808E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317704-25F1-4DA1-8B19-55947DDE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956">
            <a:extLst xmlns:a="http://schemas.openxmlformats.org/drawingml/2006/main">
              <a:ext uri="{FF2B5EF4-FFF2-40B4-BE49-F238E27FC236}">
                <a16:creationId xmlns:a16="http://schemas.microsoft.com/office/drawing/2014/main" id="{8D44EC92-454F-4648-A03C-1004730D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d6ce77bfd744797"/>
              </a:rPr>
              <a:t>開啟 Gemini Notebook ↗</a:t>
            </a:r>
          </a:p>
        </p:txBody>
      </p:sp>
      <p:sp>
        <p:nvSpPr>
          <p:cNvPr id="10" name="shape-997">
            <a:extLst xmlns:a="http://schemas.openxmlformats.org/drawingml/2006/main">
              <a:ext uri="{FF2B5EF4-FFF2-40B4-BE49-F238E27FC236}">
                <a16:creationId xmlns:a16="http://schemas.microsoft.com/office/drawing/2014/main" id="{247AEEC6-60E6-4681-913A-EB01A7A3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14d4f5a7146b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98">
            <a:extLst xmlns:a="http://schemas.openxmlformats.org/drawingml/2006/main">
              <a:ext uri="{FF2B5EF4-FFF2-40B4-BE49-F238E27FC236}">
                <a16:creationId xmlns:a16="http://schemas.microsoft.com/office/drawing/2014/main" id="{36570D4D-7B2F-4A6D-9B1C-DED2647B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2281332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75">
            <a:extLst xmlns:a="http://schemas.openxmlformats.org/drawingml/2006/main">
              <a:ext uri="{FF2B5EF4-FFF2-40B4-BE49-F238E27FC236}">
                <a16:creationId xmlns:a16="http://schemas.microsoft.com/office/drawing/2014/main" id="{F774D6E2-E2D0-42E9-9DBB-BAAB6928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9FC9E1-38DE-4C02-97C6-E49EF222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7">
            <a:extLst xmlns:a="http://schemas.openxmlformats.org/drawingml/2006/main">
              <a:ext uri="{FF2B5EF4-FFF2-40B4-BE49-F238E27FC236}">
                <a16:creationId xmlns:a16="http://schemas.microsoft.com/office/drawing/2014/main" id="{BB7FBDD4-226C-429B-AB7C-E17E8472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7F265A-0394-4879-9F15-0A3B3179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78">
            <a:extLst xmlns:a="http://schemas.openxmlformats.org/drawingml/2006/main">
              <a:ext uri="{FF2B5EF4-FFF2-40B4-BE49-F238E27FC236}">
                <a16:creationId xmlns:a16="http://schemas.microsoft.com/office/drawing/2014/main" id="{0BF322E1-538C-4DF2-B094-65B4A317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79">
            <a:extLst xmlns:a="http://schemas.openxmlformats.org/drawingml/2006/main">
              <a:ext uri="{FF2B5EF4-FFF2-40B4-BE49-F238E27FC236}">
                <a16:creationId xmlns:a16="http://schemas.microsoft.com/office/drawing/2014/main" id="{DF5D75D4-15D0-4CA7-8D14-A30526D1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80">
            <a:extLst xmlns:a="http://schemas.openxmlformats.org/drawingml/2006/main">
              <a:ext uri="{FF2B5EF4-FFF2-40B4-BE49-F238E27FC236}">
                <a16:creationId xmlns:a16="http://schemas.microsoft.com/office/drawing/2014/main" id="{9E0DC156-D65B-4CE7-B35F-7F9D4CB6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481">
            <a:extLst xmlns:a="http://schemas.openxmlformats.org/drawingml/2006/main">
              <a:ext uri="{FF2B5EF4-FFF2-40B4-BE49-F238E27FC236}">
                <a16:creationId xmlns:a16="http://schemas.microsoft.com/office/drawing/2014/main" id="{139D469B-CA8F-47F7-B28F-C23FD6E3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482">
            <a:extLst xmlns:a="http://schemas.openxmlformats.org/drawingml/2006/main">
              <a:ext uri="{FF2B5EF4-FFF2-40B4-BE49-F238E27FC236}">
                <a16:creationId xmlns:a16="http://schemas.microsoft.com/office/drawing/2014/main" id="{9AA87986-2DE2-4F9D-9979-38A51B4C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483">
            <a:extLst xmlns:a="http://schemas.openxmlformats.org/drawingml/2006/main">
              <a:ext uri="{FF2B5EF4-FFF2-40B4-BE49-F238E27FC236}">
                <a16:creationId xmlns:a16="http://schemas.microsoft.com/office/drawing/2014/main" id="{2111E519-BED7-44FC-81EC-5F88B817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484">
            <a:extLst xmlns:a="http://schemas.openxmlformats.org/drawingml/2006/main">
              <a:ext uri="{FF2B5EF4-FFF2-40B4-BE49-F238E27FC236}">
                <a16:creationId xmlns:a16="http://schemas.microsoft.com/office/drawing/2014/main" id="{CD23D469-75CA-4AA2-87FB-97AF5675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485">
            <a:extLst xmlns:a="http://schemas.openxmlformats.org/drawingml/2006/main">
              <a:ext uri="{FF2B5EF4-FFF2-40B4-BE49-F238E27FC236}">
                <a16:creationId xmlns:a16="http://schemas.microsoft.com/office/drawing/2014/main" id="{9039E2EC-6B64-4C9D-B623-50989362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486">
            <a:extLst xmlns:a="http://schemas.openxmlformats.org/drawingml/2006/main">
              <a:ext uri="{FF2B5EF4-FFF2-40B4-BE49-F238E27FC236}">
                <a16:creationId xmlns:a16="http://schemas.microsoft.com/office/drawing/2014/main" id="{8570D8CD-AFD5-4809-8A8D-3D15A93B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487">
            <a:extLst xmlns:a="http://schemas.openxmlformats.org/drawingml/2006/main">
              <a:ext uri="{FF2B5EF4-FFF2-40B4-BE49-F238E27FC236}">
                <a16:creationId xmlns:a16="http://schemas.microsoft.com/office/drawing/2014/main" id="{7A61988D-D642-44DD-90B9-0D26BB8F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957">
            <a:extLst xmlns:a="http://schemas.openxmlformats.org/drawingml/2006/main">
              <a:ext uri="{FF2B5EF4-FFF2-40B4-BE49-F238E27FC236}">
                <a16:creationId xmlns:a16="http://schemas.microsoft.com/office/drawing/2014/main" id="{434F98B1-1038-4899-8A79-D2CE03B3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583f1c7c2d4c79"/>
              </a:rPr>
              <a:t>開啟 Gemini Notebook ↗</a:t>
            </a:r>
          </a:p>
        </p:txBody>
      </p:sp>
      <p:sp>
        <p:nvSpPr>
          <p:cNvPr id="19" name="shape-999">
            <a:extLst xmlns:a="http://schemas.openxmlformats.org/drawingml/2006/main">
              <a:ext uri="{FF2B5EF4-FFF2-40B4-BE49-F238E27FC236}">
                <a16:creationId xmlns:a16="http://schemas.microsoft.com/office/drawing/2014/main" id="{65A1ECEB-B18E-4A3A-989E-C7BCEDDB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b7bb4e86974d7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0">
            <a:extLst xmlns:a="http://schemas.openxmlformats.org/drawingml/2006/main">
              <a:ext uri="{FF2B5EF4-FFF2-40B4-BE49-F238E27FC236}">
                <a16:creationId xmlns:a16="http://schemas.microsoft.com/office/drawing/2014/main" id="{0C8428F4-515C-4F2F-B795-518DC430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60316192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88">
            <a:extLst xmlns:a="http://schemas.openxmlformats.org/drawingml/2006/main">
              <a:ext uri="{FF2B5EF4-FFF2-40B4-BE49-F238E27FC236}">
                <a16:creationId xmlns:a16="http://schemas.microsoft.com/office/drawing/2014/main" id="{FB5BA478-92AA-4B96-AD7F-F9E953A2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F12482-48B6-48A9-9A73-2982EC43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4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0">
            <a:extLst xmlns:a="http://schemas.openxmlformats.org/drawingml/2006/main">
              <a:ext uri="{FF2B5EF4-FFF2-40B4-BE49-F238E27FC236}">
                <a16:creationId xmlns:a16="http://schemas.microsoft.com/office/drawing/2014/main" id="{FEB39034-807E-452A-86EF-2CD9604F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23F2D8-FAED-4FEB-B9F8-05E4D02A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91">
            <a:extLst xmlns:a="http://schemas.openxmlformats.org/drawingml/2006/main">
              <a:ext uri="{FF2B5EF4-FFF2-40B4-BE49-F238E27FC236}">
                <a16:creationId xmlns:a16="http://schemas.microsoft.com/office/drawing/2014/main" id="{6003B113-888F-435E-BE34-C43C2DD6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92">
            <a:extLst xmlns:a="http://schemas.openxmlformats.org/drawingml/2006/main">
              <a:ext uri="{FF2B5EF4-FFF2-40B4-BE49-F238E27FC236}">
                <a16:creationId xmlns:a16="http://schemas.microsoft.com/office/drawing/2014/main" id="{F5020B02-BB50-45C6-8914-3B19BD04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493">
            <a:extLst xmlns:a="http://schemas.openxmlformats.org/drawingml/2006/main">
              <a:ext uri="{FF2B5EF4-FFF2-40B4-BE49-F238E27FC236}">
                <a16:creationId xmlns:a16="http://schemas.microsoft.com/office/drawing/2014/main" id="{27252BEA-57A6-45C6-B234-72CA081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494">
            <a:extLst xmlns:a="http://schemas.openxmlformats.org/drawingml/2006/main">
              <a:ext uri="{FF2B5EF4-FFF2-40B4-BE49-F238E27FC236}">
                <a16:creationId xmlns:a16="http://schemas.microsoft.com/office/drawing/2014/main" id="{EFB18B66-4128-4BE1-904F-B5233654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495">
            <a:extLst xmlns:a="http://schemas.openxmlformats.org/drawingml/2006/main">
              <a:ext uri="{FF2B5EF4-FFF2-40B4-BE49-F238E27FC236}">
                <a16:creationId xmlns:a16="http://schemas.microsoft.com/office/drawing/2014/main" id="{B7DB1A50-2114-4F48-8C78-08A36DB6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96">
            <a:extLst xmlns:a="http://schemas.openxmlformats.org/drawingml/2006/main">
              <a:ext uri="{FF2B5EF4-FFF2-40B4-BE49-F238E27FC236}">
                <a16:creationId xmlns:a16="http://schemas.microsoft.com/office/drawing/2014/main" id="{5FD861AE-2B0A-4BA8-B2E2-9067B230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97">
            <a:extLst xmlns:a="http://schemas.openxmlformats.org/drawingml/2006/main">
              <a:ext uri="{FF2B5EF4-FFF2-40B4-BE49-F238E27FC236}">
                <a16:creationId xmlns:a16="http://schemas.microsoft.com/office/drawing/2014/main" id="{EA4078EA-0DF7-4E07-A6FB-7829D092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498">
            <a:extLst xmlns:a="http://schemas.openxmlformats.org/drawingml/2006/main">
              <a:ext uri="{FF2B5EF4-FFF2-40B4-BE49-F238E27FC236}">
                <a16:creationId xmlns:a16="http://schemas.microsoft.com/office/drawing/2014/main" id="{36FC4ACC-4346-4BBD-AC22-AAF05605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499">
            <a:extLst xmlns:a="http://schemas.openxmlformats.org/drawingml/2006/main">
              <a:ext uri="{FF2B5EF4-FFF2-40B4-BE49-F238E27FC236}">
                <a16:creationId xmlns:a16="http://schemas.microsoft.com/office/drawing/2014/main" id="{EDA097C6-7FA5-4A6B-AEEC-55BCAEAC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00">
            <a:extLst xmlns:a="http://schemas.openxmlformats.org/drawingml/2006/main">
              <a:ext uri="{FF2B5EF4-FFF2-40B4-BE49-F238E27FC236}">
                <a16:creationId xmlns:a16="http://schemas.microsoft.com/office/drawing/2014/main" id="{1217FD35-D0C9-4FD3-90F8-279636AAD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501">
            <a:extLst xmlns:a="http://schemas.openxmlformats.org/drawingml/2006/main">
              <a:ext uri="{FF2B5EF4-FFF2-40B4-BE49-F238E27FC236}">
                <a16:creationId xmlns:a16="http://schemas.microsoft.com/office/drawing/2014/main" id="{6273560D-9CD0-465B-B8D3-68F6E42E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502">
            <a:extLst xmlns:a="http://schemas.openxmlformats.org/drawingml/2006/main">
              <a:ext uri="{FF2B5EF4-FFF2-40B4-BE49-F238E27FC236}">
                <a16:creationId xmlns:a16="http://schemas.microsoft.com/office/drawing/2014/main" id="{29820175-D870-46D0-AEB8-21DBBA2F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958">
            <a:extLst xmlns:a="http://schemas.openxmlformats.org/drawingml/2006/main">
              <a:ext uri="{FF2B5EF4-FFF2-40B4-BE49-F238E27FC236}">
                <a16:creationId xmlns:a16="http://schemas.microsoft.com/office/drawing/2014/main" id="{28240002-9E60-40CA-8B6A-69EE11D9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56313944484026"/>
              </a:rPr>
              <a:t>開啟 Gemini Notebook ↗</a:t>
            </a:r>
          </a:p>
        </p:txBody>
      </p:sp>
      <p:sp>
        <p:nvSpPr>
          <p:cNvPr id="19" name="shape-1001">
            <a:extLst xmlns:a="http://schemas.openxmlformats.org/drawingml/2006/main">
              <a:ext uri="{FF2B5EF4-FFF2-40B4-BE49-F238E27FC236}">
                <a16:creationId xmlns:a16="http://schemas.microsoft.com/office/drawing/2014/main" id="{A51E47B8-A2B9-4573-80ED-CB129537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8f6da0af643c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2">
            <a:extLst xmlns:a="http://schemas.openxmlformats.org/drawingml/2006/main">
              <a:ext uri="{FF2B5EF4-FFF2-40B4-BE49-F238E27FC236}">
                <a16:creationId xmlns:a16="http://schemas.microsoft.com/office/drawing/2014/main" id="{89AA84B3-4C0C-4F29-B505-C5D04E83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1247762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03">
            <a:extLst xmlns:a="http://schemas.openxmlformats.org/drawingml/2006/main">
              <a:ext uri="{FF2B5EF4-FFF2-40B4-BE49-F238E27FC236}">
                <a16:creationId xmlns:a16="http://schemas.microsoft.com/office/drawing/2014/main" id="{9A7DDBC6-1E4D-4990-9CE7-2E656917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A0715F-9BBE-48A4-A17E-CC13A6ED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5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5">
            <a:extLst xmlns:a="http://schemas.openxmlformats.org/drawingml/2006/main">
              <a:ext uri="{FF2B5EF4-FFF2-40B4-BE49-F238E27FC236}">
                <a16:creationId xmlns:a16="http://schemas.microsoft.com/office/drawing/2014/main" id="{D6ED61E1-7DBF-45F1-9B82-5690AD00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E2BB08-744B-4E8F-866D-30A807C5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506">
            <a:extLst xmlns:a="http://schemas.openxmlformats.org/drawingml/2006/main">
              <a:ext uri="{FF2B5EF4-FFF2-40B4-BE49-F238E27FC236}">
                <a16:creationId xmlns:a16="http://schemas.microsoft.com/office/drawing/2014/main" id="{AB9B3936-1AC1-4A32-91DF-743EC112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07">
            <a:extLst xmlns:a="http://schemas.openxmlformats.org/drawingml/2006/main">
              <a:ext uri="{FF2B5EF4-FFF2-40B4-BE49-F238E27FC236}">
                <a16:creationId xmlns:a16="http://schemas.microsoft.com/office/drawing/2014/main" id="{5DE537F6-A559-4483-919D-A2E3CDA0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08">
            <a:extLst xmlns:a="http://schemas.openxmlformats.org/drawingml/2006/main">
              <a:ext uri="{FF2B5EF4-FFF2-40B4-BE49-F238E27FC236}">
                <a16:creationId xmlns:a16="http://schemas.microsoft.com/office/drawing/2014/main" id="{F3E90D13-AE1F-4C81-89A2-896052C0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09">
            <a:extLst xmlns:a="http://schemas.openxmlformats.org/drawingml/2006/main">
              <a:ext uri="{FF2B5EF4-FFF2-40B4-BE49-F238E27FC236}">
                <a16:creationId xmlns:a16="http://schemas.microsoft.com/office/drawing/2014/main" id="{8E1A51E8-9751-4565-8C9F-C1BC2420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510">
            <a:extLst xmlns:a="http://schemas.openxmlformats.org/drawingml/2006/main">
              <a:ext uri="{FF2B5EF4-FFF2-40B4-BE49-F238E27FC236}">
                <a16:creationId xmlns:a16="http://schemas.microsoft.com/office/drawing/2014/main" id="{255F318C-EDCC-4753-8649-4BE56EDF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511">
            <a:extLst xmlns:a="http://schemas.openxmlformats.org/drawingml/2006/main">
              <a:ext uri="{FF2B5EF4-FFF2-40B4-BE49-F238E27FC236}">
                <a16:creationId xmlns:a16="http://schemas.microsoft.com/office/drawing/2014/main" id="{C904A04B-26E1-44F3-A6E3-EAEB9162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2">
            <a:extLst xmlns:a="http://schemas.openxmlformats.org/drawingml/2006/main">
              <a:ext uri="{FF2B5EF4-FFF2-40B4-BE49-F238E27FC236}">
                <a16:creationId xmlns:a16="http://schemas.microsoft.com/office/drawing/2014/main" id="{7CD6E21F-365C-4448-AA12-07247832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513">
            <a:extLst xmlns:a="http://schemas.openxmlformats.org/drawingml/2006/main">
              <a:ext uri="{FF2B5EF4-FFF2-40B4-BE49-F238E27FC236}">
                <a16:creationId xmlns:a16="http://schemas.microsoft.com/office/drawing/2014/main" id="{D8062902-032E-4D9B-8C73-DCCB57ED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4">
            <a:extLst xmlns:a="http://schemas.openxmlformats.org/drawingml/2006/main">
              <a:ext uri="{FF2B5EF4-FFF2-40B4-BE49-F238E27FC236}">
                <a16:creationId xmlns:a16="http://schemas.microsoft.com/office/drawing/2014/main" id="{B285C06A-5E8C-408E-BA17-7093DBDF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15">
            <a:extLst xmlns:a="http://schemas.openxmlformats.org/drawingml/2006/main">
              <a:ext uri="{FF2B5EF4-FFF2-40B4-BE49-F238E27FC236}">
                <a16:creationId xmlns:a16="http://schemas.microsoft.com/office/drawing/2014/main" id="{E3C4F64B-1937-4AD2-8948-8FE98DAA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516">
            <a:extLst xmlns:a="http://schemas.openxmlformats.org/drawingml/2006/main">
              <a:ext uri="{FF2B5EF4-FFF2-40B4-BE49-F238E27FC236}">
                <a16:creationId xmlns:a16="http://schemas.microsoft.com/office/drawing/2014/main" id="{F43D79C9-EFB6-4F3B-8F44-ED9B8AC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517">
            <a:extLst xmlns:a="http://schemas.openxmlformats.org/drawingml/2006/main">
              <a:ext uri="{FF2B5EF4-FFF2-40B4-BE49-F238E27FC236}">
                <a16:creationId xmlns:a16="http://schemas.microsoft.com/office/drawing/2014/main" id="{951C42CB-D29A-4612-B4E4-6CE4AC27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18">
            <a:extLst xmlns:a="http://schemas.openxmlformats.org/drawingml/2006/main">
              <a:ext uri="{FF2B5EF4-FFF2-40B4-BE49-F238E27FC236}">
                <a16:creationId xmlns:a16="http://schemas.microsoft.com/office/drawing/2014/main" id="{62D66FDE-F0E2-4BD5-A358-4213D77F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519">
            <a:extLst xmlns:a="http://schemas.openxmlformats.org/drawingml/2006/main">
              <a:ext uri="{FF2B5EF4-FFF2-40B4-BE49-F238E27FC236}">
                <a16:creationId xmlns:a16="http://schemas.microsoft.com/office/drawing/2014/main" id="{BAE50458-39B6-4324-84A8-9B246C56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0">
            <a:extLst xmlns:a="http://schemas.openxmlformats.org/drawingml/2006/main">
              <a:ext uri="{FF2B5EF4-FFF2-40B4-BE49-F238E27FC236}">
                <a16:creationId xmlns:a16="http://schemas.microsoft.com/office/drawing/2014/main" id="{E997A16C-0F95-4EB1-A4A5-3A2363F4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1">
            <a:extLst xmlns:a="http://schemas.openxmlformats.org/drawingml/2006/main">
              <a:ext uri="{FF2B5EF4-FFF2-40B4-BE49-F238E27FC236}">
                <a16:creationId xmlns:a16="http://schemas.microsoft.com/office/drawing/2014/main" id="{D9DCD268-C1AD-45BE-8E98-5F9310DC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522">
            <a:extLst xmlns:a="http://schemas.openxmlformats.org/drawingml/2006/main">
              <a:ext uri="{FF2B5EF4-FFF2-40B4-BE49-F238E27FC236}">
                <a16:creationId xmlns:a16="http://schemas.microsoft.com/office/drawing/2014/main" id="{518670CA-E7D2-46F2-B2B7-0F141B72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523">
            <a:extLst xmlns:a="http://schemas.openxmlformats.org/drawingml/2006/main">
              <a:ext uri="{FF2B5EF4-FFF2-40B4-BE49-F238E27FC236}">
                <a16:creationId xmlns:a16="http://schemas.microsoft.com/office/drawing/2014/main" id="{75F66A55-3C87-43BB-AE1C-323C7604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4">
            <a:extLst xmlns:a="http://schemas.openxmlformats.org/drawingml/2006/main">
              <a:ext uri="{FF2B5EF4-FFF2-40B4-BE49-F238E27FC236}">
                <a16:creationId xmlns:a16="http://schemas.microsoft.com/office/drawing/2014/main" id="{2ACD6FD5-F8C3-4CE7-9283-4520C38C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525">
            <a:extLst xmlns:a="http://schemas.openxmlformats.org/drawingml/2006/main">
              <a:ext uri="{FF2B5EF4-FFF2-40B4-BE49-F238E27FC236}">
                <a16:creationId xmlns:a16="http://schemas.microsoft.com/office/drawing/2014/main" id="{C93456EA-FC7F-4775-BDC5-F6F7FD4B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26">
            <a:extLst xmlns:a="http://schemas.openxmlformats.org/drawingml/2006/main">
              <a:ext uri="{FF2B5EF4-FFF2-40B4-BE49-F238E27FC236}">
                <a16:creationId xmlns:a16="http://schemas.microsoft.com/office/drawing/2014/main" id="{69EEB0A8-0829-4C02-B6C6-6FD3EAC9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27">
            <a:extLst xmlns:a="http://schemas.openxmlformats.org/drawingml/2006/main">
              <a:ext uri="{FF2B5EF4-FFF2-40B4-BE49-F238E27FC236}">
                <a16:creationId xmlns:a16="http://schemas.microsoft.com/office/drawing/2014/main" id="{EFEEC361-9B16-4BF1-92EE-2AA99FAB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528">
            <a:extLst xmlns:a="http://schemas.openxmlformats.org/drawingml/2006/main">
              <a:ext uri="{FF2B5EF4-FFF2-40B4-BE49-F238E27FC236}">
                <a16:creationId xmlns:a16="http://schemas.microsoft.com/office/drawing/2014/main" id="{056BDBA2-A742-4347-AF6C-23BFCB29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529">
            <a:extLst xmlns:a="http://schemas.openxmlformats.org/drawingml/2006/main">
              <a:ext uri="{FF2B5EF4-FFF2-40B4-BE49-F238E27FC236}">
                <a16:creationId xmlns:a16="http://schemas.microsoft.com/office/drawing/2014/main" id="{E992C9CA-D8F0-4396-9F1D-E84E3DE5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62">
            <a:extLst xmlns:a="http://schemas.openxmlformats.org/drawingml/2006/main">
              <a:ext uri="{FF2B5EF4-FFF2-40B4-BE49-F238E27FC236}">
                <a16:creationId xmlns:a16="http://schemas.microsoft.com/office/drawing/2014/main" id="{80360887-E92E-424E-A84F-1F750841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c6b670f455448c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1b71d59e3e42c2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6f6387e1d448a1"/>
              </a:rPr>
              <a:t>Cockpit ↗</a:t>
            </a:r>
          </a:p>
        </p:txBody>
      </p:sp>
      <p:sp>
        <p:nvSpPr>
          <p:cNvPr id="31" name="shape-1009">
            <a:extLst xmlns:a="http://schemas.openxmlformats.org/drawingml/2006/main">
              <a:ext uri="{FF2B5EF4-FFF2-40B4-BE49-F238E27FC236}">
                <a16:creationId xmlns:a16="http://schemas.microsoft.com/office/drawing/2014/main" id="{7F1B6561-86C5-4CD8-8D44-3D28FEC5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33bb92ace54352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1010">
            <a:extLst xmlns:a="http://schemas.openxmlformats.org/drawingml/2006/main">
              <a:ext uri="{FF2B5EF4-FFF2-40B4-BE49-F238E27FC236}">
                <a16:creationId xmlns:a16="http://schemas.microsoft.com/office/drawing/2014/main" id="{AF80E947-ECF0-4AA5-9F03-32113D42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18d79612d4e6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1011">
            <a:extLst xmlns:a="http://schemas.openxmlformats.org/drawingml/2006/main">
              <a:ext uri="{FF2B5EF4-FFF2-40B4-BE49-F238E27FC236}">
                <a16:creationId xmlns:a16="http://schemas.microsoft.com/office/drawing/2014/main" id="{FC78F56D-ACF3-444B-8A12-F5A89943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e3e9fd1a5246b5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1012">
            <a:extLst xmlns:a="http://schemas.openxmlformats.org/drawingml/2006/main">
              <a:ext uri="{FF2B5EF4-FFF2-40B4-BE49-F238E27FC236}">
                <a16:creationId xmlns:a16="http://schemas.microsoft.com/office/drawing/2014/main" id="{D340AD7D-66D0-41C3-8093-8C06C4EB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52733684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530">
            <a:extLst xmlns:a="http://schemas.openxmlformats.org/drawingml/2006/main">
              <a:ext uri="{FF2B5EF4-FFF2-40B4-BE49-F238E27FC236}">
                <a16:creationId xmlns:a16="http://schemas.microsoft.com/office/drawing/2014/main" id="{5EB169F5-D824-4502-B726-79680BAC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7931C4-68CF-4D5F-9ECE-6A53E03B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5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2">
            <a:extLst xmlns:a="http://schemas.openxmlformats.org/drawingml/2006/main">
              <a:ext uri="{FF2B5EF4-FFF2-40B4-BE49-F238E27FC236}">
                <a16:creationId xmlns:a16="http://schemas.microsoft.com/office/drawing/2014/main" id="{64DB02AB-CE04-4049-8681-D2D2F3BD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06D581-8736-4F24-BC2B-A5E15BEC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533">
            <a:extLst xmlns:a="http://schemas.openxmlformats.org/drawingml/2006/main">
              <a:ext uri="{FF2B5EF4-FFF2-40B4-BE49-F238E27FC236}">
                <a16:creationId xmlns:a16="http://schemas.microsoft.com/office/drawing/2014/main" id="{9D567BF1-7A18-44D6-936E-CFC4C957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34">
            <a:extLst xmlns:a="http://schemas.openxmlformats.org/drawingml/2006/main">
              <a:ext uri="{FF2B5EF4-FFF2-40B4-BE49-F238E27FC236}">
                <a16:creationId xmlns:a16="http://schemas.microsoft.com/office/drawing/2014/main" id="{56D512BF-F3A1-4723-AAAE-D318310C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35">
            <a:extLst xmlns:a="http://schemas.openxmlformats.org/drawingml/2006/main">
              <a:ext uri="{FF2B5EF4-FFF2-40B4-BE49-F238E27FC236}">
                <a16:creationId xmlns:a16="http://schemas.microsoft.com/office/drawing/2014/main" id="{F78F6873-C05B-4D2D-B2AB-0C9B2ECC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36">
            <a:extLst xmlns:a="http://schemas.openxmlformats.org/drawingml/2006/main">
              <a:ext uri="{FF2B5EF4-FFF2-40B4-BE49-F238E27FC236}">
                <a16:creationId xmlns:a16="http://schemas.microsoft.com/office/drawing/2014/main" id="{3CB0AAC3-FD47-46CD-B70E-AE359B2D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537">
            <a:extLst xmlns:a="http://schemas.openxmlformats.org/drawingml/2006/main">
              <a:ext uri="{FF2B5EF4-FFF2-40B4-BE49-F238E27FC236}">
                <a16:creationId xmlns:a16="http://schemas.microsoft.com/office/drawing/2014/main" id="{1A16506C-4CD1-45A3-8C46-935F3B3A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38">
            <a:extLst xmlns:a="http://schemas.openxmlformats.org/drawingml/2006/main">
              <a:ext uri="{FF2B5EF4-FFF2-40B4-BE49-F238E27FC236}">
                <a16:creationId xmlns:a16="http://schemas.microsoft.com/office/drawing/2014/main" id="{B0E73383-6254-4E0E-844A-4E9F6983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539">
            <a:extLst xmlns:a="http://schemas.openxmlformats.org/drawingml/2006/main">
              <a:ext uri="{FF2B5EF4-FFF2-40B4-BE49-F238E27FC236}">
                <a16:creationId xmlns:a16="http://schemas.microsoft.com/office/drawing/2014/main" id="{1AB6DCEA-19C2-4842-AC74-A86F8741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40">
            <a:extLst xmlns:a="http://schemas.openxmlformats.org/drawingml/2006/main">
              <a:ext uri="{FF2B5EF4-FFF2-40B4-BE49-F238E27FC236}">
                <a16:creationId xmlns:a16="http://schemas.microsoft.com/office/drawing/2014/main" id="{8F1C5813-3AA5-49ED-8044-D65CD87B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541">
            <a:extLst xmlns:a="http://schemas.openxmlformats.org/drawingml/2006/main">
              <a:ext uri="{FF2B5EF4-FFF2-40B4-BE49-F238E27FC236}">
                <a16:creationId xmlns:a16="http://schemas.microsoft.com/office/drawing/2014/main" id="{8C6FF87E-CA96-4F98-89C3-0E4FC304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42">
            <a:extLst xmlns:a="http://schemas.openxmlformats.org/drawingml/2006/main">
              <a:ext uri="{FF2B5EF4-FFF2-40B4-BE49-F238E27FC236}">
                <a16:creationId xmlns:a16="http://schemas.microsoft.com/office/drawing/2014/main" id="{78B50FCB-7902-4332-819D-16B8DB22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543">
            <a:extLst xmlns:a="http://schemas.openxmlformats.org/drawingml/2006/main">
              <a:ext uri="{FF2B5EF4-FFF2-40B4-BE49-F238E27FC236}">
                <a16:creationId xmlns:a16="http://schemas.microsoft.com/office/drawing/2014/main" id="{96F2CA87-FFEC-44FC-91D7-D1D28198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44">
            <a:extLst xmlns:a="http://schemas.openxmlformats.org/drawingml/2006/main">
              <a:ext uri="{FF2B5EF4-FFF2-40B4-BE49-F238E27FC236}">
                <a16:creationId xmlns:a16="http://schemas.microsoft.com/office/drawing/2014/main" id="{511EB5EC-D6FF-4C03-A977-A2BADDB5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45">
            <a:extLst xmlns:a="http://schemas.openxmlformats.org/drawingml/2006/main">
              <a:ext uri="{FF2B5EF4-FFF2-40B4-BE49-F238E27FC236}">
                <a16:creationId xmlns:a16="http://schemas.microsoft.com/office/drawing/2014/main" id="{EE3FE1BD-D66A-40DD-96CE-1879E177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963">
            <a:extLst xmlns:a="http://schemas.openxmlformats.org/drawingml/2006/main">
              <a:ext uri="{FF2B5EF4-FFF2-40B4-BE49-F238E27FC236}">
                <a16:creationId xmlns:a16="http://schemas.microsoft.com/office/drawing/2014/main" id="{9B0C9E8B-F103-4447-B91B-971AC120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7f7860478e45e1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225aba28bf4307"/>
              </a:rPr>
              <a:t>Cockpit ↗</a:t>
            </a:r>
          </a:p>
        </p:txBody>
      </p:sp>
      <p:sp>
        <p:nvSpPr>
          <p:cNvPr id="20" name="shape-1013">
            <a:extLst xmlns:a="http://schemas.openxmlformats.org/drawingml/2006/main">
              <a:ext uri="{FF2B5EF4-FFF2-40B4-BE49-F238E27FC236}">
                <a16:creationId xmlns:a16="http://schemas.microsoft.com/office/drawing/2014/main" id="{F35AA40F-89F0-4358-944E-51FBA58E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936f8e8e4456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014">
            <a:extLst xmlns:a="http://schemas.openxmlformats.org/drawingml/2006/main">
              <a:ext uri="{FF2B5EF4-FFF2-40B4-BE49-F238E27FC236}">
                <a16:creationId xmlns:a16="http://schemas.microsoft.com/office/drawing/2014/main" id="{854F001A-3528-413E-85E4-188B0D08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b4f9b4d1e3423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015">
            <a:extLst xmlns:a="http://schemas.openxmlformats.org/drawingml/2006/main">
              <a:ext uri="{FF2B5EF4-FFF2-40B4-BE49-F238E27FC236}">
                <a16:creationId xmlns:a16="http://schemas.microsoft.com/office/drawing/2014/main" id="{72A2477A-E903-49B3-9411-ADF63CFD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52106314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546">
            <a:extLst xmlns:a="http://schemas.openxmlformats.org/drawingml/2006/main">
              <a:ext uri="{FF2B5EF4-FFF2-40B4-BE49-F238E27FC236}">
                <a16:creationId xmlns:a16="http://schemas.microsoft.com/office/drawing/2014/main" id="{B0F57000-FE0B-4842-82B2-E93D378A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BCC184-69F4-41B5-899F-33867D2B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5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8">
            <a:extLst xmlns:a="http://schemas.openxmlformats.org/drawingml/2006/main">
              <a:ext uri="{FF2B5EF4-FFF2-40B4-BE49-F238E27FC236}">
                <a16:creationId xmlns:a16="http://schemas.microsoft.com/office/drawing/2014/main" id="{5997104C-8309-4F12-9064-80E06506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C15755-9B0B-4981-8F0B-8CC938C8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549">
            <a:extLst xmlns:a="http://schemas.openxmlformats.org/drawingml/2006/main">
              <a:ext uri="{FF2B5EF4-FFF2-40B4-BE49-F238E27FC236}">
                <a16:creationId xmlns:a16="http://schemas.microsoft.com/office/drawing/2014/main" id="{422E7F0A-DDFB-4F0D-B08C-FE343E04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50">
            <a:extLst xmlns:a="http://schemas.openxmlformats.org/drawingml/2006/main">
              <a:ext uri="{FF2B5EF4-FFF2-40B4-BE49-F238E27FC236}">
                <a16:creationId xmlns:a16="http://schemas.microsoft.com/office/drawing/2014/main" id="{42E39D7A-A14F-469F-A3B8-123A358C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51">
            <a:extLst xmlns:a="http://schemas.openxmlformats.org/drawingml/2006/main">
              <a:ext uri="{FF2B5EF4-FFF2-40B4-BE49-F238E27FC236}">
                <a16:creationId xmlns:a16="http://schemas.microsoft.com/office/drawing/2014/main" id="{456A6C60-27EC-4B47-8220-293CC32E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552">
            <a:extLst xmlns:a="http://schemas.openxmlformats.org/drawingml/2006/main">
              <a:ext uri="{FF2B5EF4-FFF2-40B4-BE49-F238E27FC236}">
                <a16:creationId xmlns:a16="http://schemas.microsoft.com/office/drawing/2014/main" id="{E3CFBD36-293C-4D9D-9D71-786AEAE8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553">
            <a:extLst xmlns:a="http://schemas.openxmlformats.org/drawingml/2006/main">
              <a:ext uri="{FF2B5EF4-FFF2-40B4-BE49-F238E27FC236}">
                <a16:creationId xmlns:a16="http://schemas.microsoft.com/office/drawing/2014/main" id="{21221AAD-0ADF-46EB-ABCB-8F3F5FAB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54">
            <a:extLst xmlns:a="http://schemas.openxmlformats.org/drawingml/2006/main">
              <a:ext uri="{FF2B5EF4-FFF2-40B4-BE49-F238E27FC236}">
                <a16:creationId xmlns:a16="http://schemas.microsoft.com/office/drawing/2014/main" id="{92802C17-A534-474E-8048-1A829FFC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55">
            <a:extLst xmlns:a="http://schemas.openxmlformats.org/drawingml/2006/main">
              <a:ext uri="{FF2B5EF4-FFF2-40B4-BE49-F238E27FC236}">
                <a16:creationId xmlns:a16="http://schemas.microsoft.com/office/drawing/2014/main" id="{E15621E6-1266-4BFE-B461-CDF287B3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556">
            <a:extLst xmlns:a="http://schemas.openxmlformats.org/drawingml/2006/main">
              <a:ext uri="{FF2B5EF4-FFF2-40B4-BE49-F238E27FC236}">
                <a16:creationId xmlns:a16="http://schemas.microsoft.com/office/drawing/2014/main" id="{199D7F9B-2243-4704-94D7-5D52698A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557">
            <a:extLst xmlns:a="http://schemas.openxmlformats.org/drawingml/2006/main">
              <a:ext uri="{FF2B5EF4-FFF2-40B4-BE49-F238E27FC236}">
                <a16:creationId xmlns:a16="http://schemas.microsoft.com/office/drawing/2014/main" id="{53617455-E29D-42D6-A9E7-AD65DC71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58">
            <a:extLst xmlns:a="http://schemas.openxmlformats.org/drawingml/2006/main">
              <a:ext uri="{FF2B5EF4-FFF2-40B4-BE49-F238E27FC236}">
                <a16:creationId xmlns:a16="http://schemas.microsoft.com/office/drawing/2014/main" id="{D7D3EE98-1A05-4581-97E9-640F9F32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59">
            <a:extLst xmlns:a="http://schemas.openxmlformats.org/drawingml/2006/main">
              <a:ext uri="{FF2B5EF4-FFF2-40B4-BE49-F238E27FC236}">
                <a16:creationId xmlns:a16="http://schemas.microsoft.com/office/drawing/2014/main" id="{C3E1E60A-A1E4-41CE-96C5-DB01D785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560">
            <a:extLst xmlns:a="http://schemas.openxmlformats.org/drawingml/2006/main">
              <a:ext uri="{FF2B5EF4-FFF2-40B4-BE49-F238E27FC236}">
                <a16:creationId xmlns:a16="http://schemas.microsoft.com/office/drawing/2014/main" id="{27043DD5-8ABD-4081-AE3A-1230FFBF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959">
            <a:extLst xmlns:a="http://schemas.openxmlformats.org/drawingml/2006/main">
              <a:ext uri="{FF2B5EF4-FFF2-40B4-BE49-F238E27FC236}">
                <a16:creationId xmlns:a16="http://schemas.microsoft.com/office/drawing/2014/main" id="{5D47D769-69BC-4268-924B-66BAE836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c0bbf74a4440c8"/>
              </a:rPr>
              <a:t>開啟 Gemini Notebook ↗</a:t>
            </a:r>
          </a:p>
        </p:txBody>
      </p:sp>
      <p:sp>
        <p:nvSpPr>
          <p:cNvPr id="19" name="shape-1003">
            <a:extLst xmlns:a="http://schemas.openxmlformats.org/drawingml/2006/main">
              <a:ext uri="{FF2B5EF4-FFF2-40B4-BE49-F238E27FC236}">
                <a16:creationId xmlns:a16="http://schemas.microsoft.com/office/drawing/2014/main" id="{FD147F7B-371D-4F13-88E4-585FD2FE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c17e1ab0f48b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4">
            <a:extLst xmlns:a="http://schemas.openxmlformats.org/drawingml/2006/main">
              <a:ext uri="{FF2B5EF4-FFF2-40B4-BE49-F238E27FC236}">
                <a16:creationId xmlns:a16="http://schemas.microsoft.com/office/drawing/2014/main" id="{E2B06167-4E0B-4061-B341-395A3499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1175156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61">
            <a:extLst xmlns:a="http://schemas.openxmlformats.org/drawingml/2006/main">
              <a:ext uri="{FF2B5EF4-FFF2-40B4-BE49-F238E27FC236}">
                <a16:creationId xmlns:a16="http://schemas.microsoft.com/office/drawing/2014/main" id="{965369BE-E26F-4D04-A002-E6A79E9D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13A77A-EF3B-40C0-9271-5D5064ED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5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3">
            <a:extLst xmlns:a="http://schemas.openxmlformats.org/drawingml/2006/main">
              <a:ext uri="{FF2B5EF4-FFF2-40B4-BE49-F238E27FC236}">
                <a16:creationId xmlns:a16="http://schemas.microsoft.com/office/drawing/2014/main" id="{2B19B43F-8C98-45AD-9DEB-2ECC0279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A4703B-FE5C-44D9-B726-17BD714B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64">
            <a:extLst xmlns:a="http://schemas.openxmlformats.org/drawingml/2006/main">
              <a:ext uri="{FF2B5EF4-FFF2-40B4-BE49-F238E27FC236}">
                <a16:creationId xmlns:a16="http://schemas.microsoft.com/office/drawing/2014/main" id="{44812D77-7BE4-4EE5-BFF7-62BDFA20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65">
            <a:extLst xmlns:a="http://schemas.openxmlformats.org/drawingml/2006/main">
              <a:ext uri="{FF2B5EF4-FFF2-40B4-BE49-F238E27FC236}">
                <a16:creationId xmlns:a16="http://schemas.microsoft.com/office/drawing/2014/main" id="{5EF193F8-F6BA-469D-8A4C-63357E0E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66">
            <a:extLst xmlns:a="http://schemas.openxmlformats.org/drawingml/2006/main">
              <a:ext uri="{FF2B5EF4-FFF2-40B4-BE49-F238E27FC236}">
                <a16:creationId xmlns:a16="http://schemas.microsoft.com/office/drawing/2014/main" id="{453DD076-170A-49DE-8031-4E1BDC35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567">
            <a:extLst xmlns:a="http://schemas.openxmlformats.org/drawingml/2006/main">
              <a:ext uri="{FF2B5EF4-FFF2-40B4-BE49-F238E27FC236}">
                <a16:creationId xmlns:a16="http://schemas.microsoft.com/office/drawing/2014/main" id="{212D31B6-22FF-4855-B520-9E85C283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568">
            <a:extLst xmlns:a="http://schemas.openxmlformats.org/drawingml/2006/main">
              <a:ext uri="{FF2B5EF4-FFF2-40B4-BE49-F238E27FC236}">
                <a16:creationId xmlns:a16="http://schemas.microsoft.com/office/drawing/2014/main" id="{03C649CB-D33D-454B-B627-8C1FE83E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69">
            <a:extLst xmlns:a="http://schemas.openxmlformats.org/drawingml/2006/main">
              <a:ext uri="{FF2B5EF4-FFF2-40B4-BE49-F238E27FC236}">
                <a16:creationId xmlns:a16="http://schemas.microsoft.com/office/drawing/2014/main" id="{BB082862-5768-41E4-9D57-CAFB9137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70">
            <a:extLst xmlns:a="http://schemas.openxmlformats.org/drawingml/2006/main">
              <a:ext uri="{FF2B5EF4-FFF2-40B4-BE49-F238E27FC236}">
                <a16:creationId xmlns:a16="http://schemas.microsoft.com/office/drawing/2014/main" id="{459B36D8-F849-4822-8C1A-5270C1D6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571">
            <a:extLst xmlns:a="http://schemas.openxmlformats.org/drawingml/2006/main">
              <a:ext uri="{FF2B5EF4-FFF2-40B4-BE49-F238E27FC236}">
                <a16:creationId xmlns:a16="http://schemas.microsoft.com/office/drawing/2014/main" id="{7984ADEA-7D58-49A3-93F6-ABCA328F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572">
            <a:extLst xmlns:a="http://schemas.openxmlformats.org/drawingml/2006/main">
              <a:ext uri="{FF2B5EF4-FFF2-40B4-BE49-F238E27FC236}">
                <a16:creationId xmlns:a16="http://schemas.microsoft.com/office/drawing/2014/main" id="{9AA325EF-40D0-4F72-A910-4E5E88F4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73">
            <a:extLst xmlns:a="http://schemas.openxmlformats.org/drawingml/2006/main">
              <a:ext uri="{FF2B5EF4-FFF2-40B4-BE49-F238E27FC236}">
                <a16:creationId xmlns:a16="http://schemas.microsoft.com/office/drawing/2014/main" id="{AC002EB6-14DC-4011-B497-32D02A78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74">
            <a:extLst xmlns:a="http://schemas.openxmlformats.org/drawingml/2006/main">
              <a:ext uri="{FF2B5EF4-FFF2-40B4-BE49-F238E27FC236}">
                <a16:creationId xmlns:a16="http://schemas.microsoft.com/office/drawing/2014/main" id="{94104812-243C-4B31-8B86-0810AF9F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575">
            <a:extLst xmlns:a="http://schemas.openxmlformats.org/drawingml/2006/main">
              <a:ext uri="{FF2B5EF4-FFF2-40B4-BE49-F238E27FC236}">
                <a16:creationId xmlns:a16="http://schemas.microsoft.com/office/drawing/2014/main" id="{EAD09DA4-6B44-446D-A6C6-0496CAF4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576">
            <a:extLst xmlns:a="http://schemas.openxmlformats.org/drawingml/2006/main">
              <a:ext uri="{FF2B5EF4-FFF2-40B4-BE49-F238E27FC236}">
                <a16:creationId xmlns:a16="http://schemas.microsoft.com/office/drawing/2014/main" id="{B5D06DF1-6867-4593-9276-3AC83B68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77">
            <a:extLst xmlns:a="http://schemas.openxmlformats.org/drawingml/2006/main">
              <a:ext uri="{FF2B5EF4-FFF2-40B4-BE49-F238E27FC236}">
                <a16:creationId xmlns:a16="http://schemas.microsoft.com/office/drawing/2014/main" id="{EF8DF19A-C2FF-4E3C-89FB-1C848155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78">
            <a:extLst xmlns:a="http://schemas.openxmlformats.org/drawingml/2006/main">
              <a:ext uri="{FF2B5EF4-FFF2-40B4-BE49-F238E27FC236}">
                <a16:creationId xmlns:a16="http://schemas.microsoft.com/office/drawing/2014/main" id="{EDFBB340-872B-4B22-A823-27E1FD3F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579">
            <a:extLst xmlns:a="http://schemas.openxmlformats.org/drawingml/2006/main">
              <a:ext uri="{FF2B5EF4-FFF2-40B4-BE49-F238E27FC236}">
                <a16:creationId xmlns:a16="http://schemas.microsoft.com/office/drawing/2014/main" id="{8EF26F1B-B3EE-4533-BD60-64D7A5CE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960">
            <a:extLst xmlns:a="http://schemas.openxmlformats.org/drawingml/2006/main">
              <a:ext uri="{FF2B5EF4-FFF2-40B4-BE49-F238E27FC236}">
                <a16:creationId xmlns:a16="http://schemas.microsoft.com/office/drawing/2014/main" id="{9E7F91A1-121E-4FBF-B085-7ABA447C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44c0f383db423d"/>
              </a:rPr>
              <a:t>開啟 Gemini Notebook ↗</a:t>
            </a:r>
          </a:p>
        </p:txBody>
      </p:sp>
      <p:sp>
        <p:nvSpPr>
          <p:cNvPr id="23" name="shape-1005">
            <a:extLst xmlns:a="http://schemas.openxmlformats.org/drawingml/2006/main">
              <a:ext uri="{FF2B5EF4-FFF2-40B4-BE49-F238E27FC236}">
                <a16:creationId xmlns:a16="http://schemas.microsoft.com/office/drawing/2014/main" id="{286CC4E4-0AB2-4FFD-BCA4-10380D4D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0e1a908974a2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06">
            <a:extLst xmlns:a="http://schemas.openxmlformats.org/drawingml/2006/main">
              <a:ext uri="{FF2B5EF4-FFF2-40B4-BE49-F238E27FC236}">
                <a16:creationId xmlns:a16="http://schemas.microsoft.com/office/drawing/2014/main" id="{BCBB84B6-1FE8-472F-B0FE-4411321E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0123031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80">
            <a:extLst xmlns:a="http://schemas.openxmlformats.org/drawingml/2006/main">
              <a:ext uri="{FF2B5EF4-FFF2-40B4-BE49-F238E27FC236}">
                <a16:creationId xmlns:a16="http://schemas.microsoft.com/office/drawing/2014/main" id="{5F3671BF-ABCA-4A66-96C7-42A7C306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4AB2AA-5A29-4D27-A008-3D905FD9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5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2">
            <a:extLst xmlns:a="http://schemas.openxmlformats.org/drawingml/2006/main">
              <a:ext uri="{FF2B5EF4-FFF2-40B4-BE49-F238E27FC236}">
                <a16:creationId xmlns:a16="http://schemas.microsoft.com/office/drawing/2014/main" id="{D0D036CB-B635-4835-BE3F-62659F9C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0A973F7-DF2B-425B-A687-72DD7EBB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83">
            <a:extLst xmlns:a="http://schemas.openxmlformats.org/drawingml/2006/main">
              <a:ext uri="{FF2B5EF4-FFF2-40B4-BE49-F238E27FC236}">
                <a16:creationId xmlns:a16="http://schemas.microsoft.com/office/drawing/2014/main" id="{C987EA52-BFFC-4F23-8AC0-28D2B2C8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84">
            <a:extLst xmlns:a="http://schemas.openxmlformats.org/drawingml/2006/main">
              <a:ext uri="{FF2B5EF4-FFF2-40B4-BE49-F238E27FC236}">
                <a16:creationId xmlns:a16="http://schemas.microsoft.com/office/drawing/2014/main" id="{8E1C2504-A873-40E6-A90D-C1947031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85">
            <a:extLst xmlns:a="http://schemas.openxmlformats.org/drawingml/2006/main">
              <a:ext uri="{FF2B5EF4-FFF2-40B4-BE49-F238E27FC236}">
                <a16:creationId xmlns:a16="http://schemas.microsoft.com/office/drawing/2014/main" id="{238D4A0B-03FB-4959-992A-C8F113AF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586">
            <a:extLst xmlns:a="http://schemas.openxmlformats.org/drawingml/2006/main">
              <a:ext uri="{FF2B5EF4-FFF2-40B4-BE49-F238E27FC236}">
                <a16:creationId xmlns:a16="http://schemas.microsoft.com/office/drawing/2014/main" id="{C0D735B7-0C5D-47D9-B082-1BAE43E1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587">
            <a:extLst xmlns:a="http://schemas.openxmlformats.org/drawingml/2006/main">
              <a:ext uri="{FF2B5EF4-FFF2-40B4-BE49-F238E27FC236}">
                <a16:creationId xmlns:a16="http://schemas.microsoft.com/office/drawing/2014/main" id="{30CE8432-4977-4974-8602-83C2717E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88">
            <a:extLst xmlns:a="http://schemas.openxmlformats.org/drawingml/2006/main">
              <a:ext uri="{FF2B5EF4-FFF2-40B4-BE49-F238E27FC236}">
                <a16:creationId xmlns:a16="http://schemas.microsoft.com/office/drawing/2014/main" id="{0B9C73E2-BB88-4DA9-AD89-531C76C8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89">
            <a:extLst xmlns:a="http://schemas.openxmlformats.org/drawingml/2006/main">
              <a:ext uri="{FF2B5EF4-FFF2-40B4-BE49-F238E27FC236}">
                <a16:creationId xmlns:a16="http://schemas.microsoft.com/office/drawing/2014/main" id="{52714A9C-1F18-40E2-83AE-0B38FE96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590">
            <a:extLst xmlns:a="http://schemas.openxmlformats.org/drawingml/2006/main">
              <a:ext uri="{FF2B5EF4-FFF2-40B4-BE49-F238E27FC236}">
                <a16:creationId xmlns:a16="http://schemas.microsoft.com/office/drawing/2014/main" id="{52BC9937-3E6C-4CE2-AC74-A915EABD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591">
            <a:extLst xmlns:a="http://schemas.openxmlformats.org/drawingml/2006/main">
              <a:ext uri="{FF2B5EF4-FFF2-40B4-BE49-F238E27FC236}">
                <a16:creationId xmlns:a16="http://schemas.microsoft.com/office/drawing/2014/main" id="{005B3D8E-3A86-4314-BD1A-3CFCA215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92">
            <a:extLst xmlns:a="http://schemas.openxmlformats.org/drawingml/2006/main">
              <a:ext uri="{FF2B5EF4-FFF2-40B4-BE49-F238E27FC236}">
                <a16:creationId xmlns:a16="http://schemas.microsoft.com/office/drawing/2014/main" id="{A3997B6B-719F-4946-8E0B-0FF41F25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93">
            <a:extLst xmlns:a="http://schemas.openxmlformats.org/drawingml/2006/main">
              <a:ext uri="{FF2B5EF4-FFF2-40B4-BE49-F238E27FC236}">
                <a16:creationId xmlns:a16="http://schemas.microsoft.com/office/drawing/2014/main" id="{32001FE0-6D20-47DD-843E-8BEB76DC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594">
            <a:extLst xmlns:a="http://schemas.openxmlformats.org/drawingml/2006/main">
              <a:ext uri="{FF2B5EF4-FFF2-40B4-BE49-F238E27FC236}">
                <a16:creationId xmlns:a16="http://schemas.microsoft.com/office/drawing/2014/main" id="{77CD7392-6A7F-4517-80EE-70D74ED9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595">
            <a:extLst xmlns:a="http://schemas.openxmlformats.org/drawingml/2006/main">
              <a:ext uri="{FF2B5EF4-FFF2-40B4-BE49-F238E27FC236}">
                <a16:creationId xmlns:a16="http://schemas.microsoft.com/office/drawing/2014/main" id="{F6A1DFDE-C3B0-4223-89D9-10DAB274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96">
            <a:extLst xmlns:a="http://schemas.openxmlformats.org/drawingml/2006/main">
              <a:ext uri="{FF2B5EF4-FFF2-40B4-BE49-F238E27FC236}">
                <a16:creationId xmlns:a16="http://schemas.microsoft.com/office/drawing/2014/main" id="{53032195-B6A7-4E43-9969-78179664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97">
            <a:extLst xmlns:a="http://schemas.openxmlformats.org/drawingml/2006/main">
              <a:ext uri="{FF2B5EF4-FFF2-40B4-BE49-F238E27FC236}">
                <a16:creationId xmlns:a16="http://schemas.microsoft.com/office/drawing/2014/main" id="{B0F3BB4A-1A5F-49B5-BFCE-D263848D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598">
            <a:extLst xmlns:a="http://schemas.openxmlformats.org/drawingml/2006/main">
              <a:ext uri="{FF2B5EF4-FFF2-40B4-BE49-F238E27FC236}">
                <a16:creationId xmlns:a16="http://schemas.microsoft.com/office/drawing/2014/main" id="{8AF7895E-F52A-4863-80DE-150277B1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961">
            <a:extLst xmlns:a="http://schemas.openxmlformats.org/drawingml/2006/main">
              <a:ext uri="{FF2B5EF4-FFF2-40B4-BE49-F238E27FC236}">
                <a16:creationId xmlns:a16="http://schemas.microsoft.com/office/drawing/2014/main" id="{D8051685-7934-446A-9B8E-A826386C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181420ddea4731"/>
              </a:rPr>
              <a:t>開啟 Gemini Notebook ↗</a:t>
            </a:r>
          </a:p>
        </p:txBody>
      </p:sp>
      <p:sp>
        <p:nvSpPr>
          <p:cNvPr id="23" name="shape-1007">
            <a:extLst xmlns:a="http://schemas.openxmlformats.org/drawingml/2006/main">
              <a:ext uri="{FF2B5EF4-FFF2-40B4-BE49-F238E27FC236}">
                <a16:creationId xmlns:a16="http://schemas.microsoft.com/office/drawing/2014/main" id="{0C904DAA-1B45-4CE3-9554-9993ED98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719db997545d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08">
            <a:extLst xmlns:a="http://schemas.openxmlformats.org/drawingml/2006/main">
              <a:ext uri="{FF2B5EF4-FFF2-40B4-BE49-F238E27FC236}">
                <a16:creationId xmlns:a16="http://schemas.microsoft.com/office/drawing/2014/main" id="{C3F3B29F-323C-4834-8722-D713E2C5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0293494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99">
            <a:extLst xmlns:a="http://schemas.openxmlformats.org/drawingml/2006/main">
              <a:ext uri="{FF2B5EF4-FFF2-40B4-BE49-F238E27FC236}">
                <a16:creationId xmlns:a16="http://schemas.microsoft.com/office/drawing/2014/main" id="{EE6DDB06-6122-4F17-88C6-E9D82A9E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600">
            <a:extLst xmlns:a="http://schemas.openxmlformats.org/drawingml/2006/main">
              <a:ext uri="{FF2B5EF4-FFF2-40B4-BE49-F238E27FC236}">
                <a16:creationId xmlns:a16="http://schemas.microsoft.com/office/drawing/2014/main" id="{3D7B7052-D8F3-4115-A6D8-53B2C372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601">
            <a:extLst xmlns:a="http://schemas.openxmlformats.org/drawingml/2006/main">
              <a:ext uri="{FF2B5EF4-FFF2-40B4-BE49-F238E27FC236}">
                <a16:creationId xmlns:a16="http://schemas.microsoft.com/office/drawing/2014/main" id="{9FB4801E-D2B7-41E3-8BA6-2EA8D303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602">
            <a:extLst xmlns:a="http://schemas.openxmlformats.org/drawingml/2006/main">
              <a:ext uri="{FF2B5EF4-FFF2-40B4-BE49-F238E27FC236}">
                <a16:creationId xmlns:a16="http://schemas.microsoft.com/office/drawing/2014/main" id="{6FD31A5B-8C8E-4911-8D69-DBD2C4A1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03">
            <a:extLst xmlns:a="http://schemas.openxmlformats.org/drawingml/2006/main">
              <a:ext uri="{FF2B5EF4-FFF2-40B4-BE49-F238E27FC236}">
                <a16:creationId xmlns:a16="http://schemas.microsoft.com/office/drawing/2014/main" id="{2A23EC46-0F52-4CE2-9F07-6D93137F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05">
            <a:extLst xmlns:a="http://schemas.openxmlformats.org/drawingml/2006/main">
              <a:ext uri="{FF2B5EF4-FFF2-40B4-BE49-F238E27FC236}">
                <a16:creationId xmlns:a16="http://schemas.microsoft.com/office/drawing/2014/main" id="{F6E177CA-51EA-4265-A3D3-E63DF955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6E3A52-62F0-4266-A0B9-38C07C83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964">
            <a:extLst xmlns:a="http://schemas.openxmlformats.org/drawingml/2006/main">
              <a:ext uri="{FF2B5EF4-FFF2-40B4-BE49-F238E27FC236}">
                <a16:creationId xmlns:a16="http://schemas.microsoft.com/office/drawing/2014/main" id="{810E60C7-28E2-41AF-AE82-7263D062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06b5f66a534c2b"/>
              </a:rPr>
              <a:t>建立／查看 Gem ↗</a:t>
            </a:r>
          </a:p>
        </p:txBody>
      </p:sp>
      <p:sp>
        <p:nvSpPr>
          <p:cNvPr id="10" name="shape-1016">
            <a:extLst xmlns:a="http://schemas.openxmlformats.org/drawingml/2006/main">
              <a:ext uri="{FF2B5EF4-FFF2-40B4-BE49-F238E27FC236}">
                <a16:creationId xmlns:a16="http://schemas.microsoft.com/office/drawing/2014/main" id="{1887B9E9-07BE-42C7-8F9E-6EBC9E64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559127191348b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17">
            <a:extLst xmlns:a="http://schemas.openxmlformats.org/drawingml/2006/main">
              <a:ext uri="{FF2B5EF4-FFF2-40B4-BE49-F238E27FC236}">
                <a16:creationId xmlns:a16="http://schemas.microsoft.com/office/drawing/2014/main" id="{12AC24E2-868D-424F-B062-29F0F5D5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8510898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606">
            <a:extLst xmlns:a="http://schemas.openxmlformats.org/drawingml/2006/main">
              <a:ext uri="{FF2B5EF4-FFF2-40B4-BE49-F238E27FC236}">
                <a16:creationId xmlns:a16="http://schemas.microsoft.com/office/drawing/2014/main" id="{E28093D3-C174-4C2C-8BD2-4A1A8DD3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E4F574-255C-4411-BC2C-72E8BDE5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6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08">
            <a:extLst xmlns:a="http://schemas.openxmlformats.org/drawingml/2006/main">
              <a:ext uri="{FF2B5EF4-FFF2-40B4-BE49-F238E27FC236}">
                <a16:creationId xmlns:a16="http://schemas.microsoft.com/office/drawing/2014/main" id="{80CE17F8-D56E-4392-94EA-97DC952C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74A171-6425-4CD7-A5C0-658E9F8A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609">
            <a:extLst xmlns:a="http://schemas.openxmlformats.org/drawingml/2006/main">
              <a:ext uri="{FF2B5EF4-FFF2-40B4-BE49-F238E27FC236}">
                <a16:creationId xmlns:a16="http://schemas.microsoft.com/office/drawing/2014/main" id="{4802C3AB-DE9F-4D7F-B725-02E4DD83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10">
            <a:extLst xmlns:a="http://schemas.openxmlformats.org/drawingml/2006/main">
              <a:ext uri="{FF2B5EF4-FFF2-40B4-BE49-F238E27FC236}">
                <a16:creationId xmlns:a16="http://schemas.microsoft.com/office/drawing/2014/main" id="{C6D81112-320E-4F96-9A92-8664E9A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611">
            <a:extLst xmlns:a="http://schemas.openxmlformats.org/drawingml/2006/main">
              <a:ext uri="{FF2B5EF4-FFF2-40B4-BE49-F238E27FC236}">
                <a16:creationId xmlns:a16="http://schemas.microsoft.com/office/drawing/2014/main" id="{85E0C0E0-9089-4BD6-B836-8D9FC00B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612">
            <a:extLst xmlns:a="http://schemas.openxmlformats.org/drawingml/2006/main">
              <a:ext uri="{FF2B5EF4-FFF2-40B4-BE49-F238E27FC236}">
                <a16:creationId xmlns:a16="http://schemas.microsoft.com/office/drawing/2014/main" id="{D52BFD1C-3702-48CC-AF19-E5937D8D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613">
            <a:extLst xmlns:a="http://schemas.openxmlformats.org/drawingml/2006/main">
              <a:ext uri="{FF2B5EF4-FFF2-40B4-BE49-F238E27FC236}">
                <a16:creationId xmlns:a16="http://schemas.microsoft.com/office/drawing/2014/main" id="{218CB77D-2A02-404E-8D32-20E89D61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614">
            <a:extLst xmlns:a="http://schemas.openxmlformats.org/drawingml/2006/main">
              <a:ext uri="{FF2B5EF4-FFF2-40B4-BE49-F238E27FC236}">
                <a16:creationId xmlns:a16="http://schemas.microsoft.com/office/drawing/2014/main" id="{2652BC68-CE68-41B6-A66D-DB08D76B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965">
            <a:extLst xmlns:a="http://schemas.openxmlformats.org/drawingml/2006/main">
              <a:ext uri="{FF2B5EF4-FFF2-40B4-BE49-F238E27FC236}">
                <a16:creationId xmlns:a16="http://schemas.microsoft.com/office/drawing/2014/main" id="{06A351C6-674E-476C-A14E-9C62458F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d6282b4f2449d8"/>
              </a:rPr>
              <a:t>建立／查看 Gem ↗</a:t>
            </a:r>
          </a:p>
        </p:txBody>
      </p:sp>
      <p:sp>
        <p:nvSpPr>
          <p:cNvPr id="13" name="shape-1018">
            <a:extLst xmlns:a="http://schemas.openxmlformats.org/drawingml/2006/main">
              <a:ext uri="{FF2B5EF4-FFF2-40B4-BE49-F238E27FC236}">
                <a16:creationId xmlns:a16="http://schemas.microsoft.com/office/drawing/2014/main" id="{0EB06F28-B119-4ABF-9202-37525D13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9795791e14b7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019">
            <a:extLst xmlns:a="http://schemas.openxmlformats.org/drawingml/2006/main">
              <a:ext uri="{FF2B5EF4-FFF2-40B4-BE49-F238E27FC236}">
                <a16:creationId xmlns:a16="http://schemas.microsoft.com/office/drawing/2014/main" id="{0D3CA267-7C28-4D77-B699-2D1CB768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9031388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15">
            <a:extLst xmlns:a="http://schemas.openxmlformats.org/drawingml/2006/main">
              <a:ext uri="{FF2B5EF4-FFF2-40B4-BE49-F238E27FC236}">
                <a16:creationId xmlns:a16="http://schemas.microsoft.com/office/drawing/2014/main" id="{6AA349CA-7C50-4B8D-BF75-E09C5D51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8401B5-0278-40BF-91CA-DD11A955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6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7">
            <a:extLst xmlns:a="http://schemas.openxmlformats.org/drawingml/2006/main">
              <a:ext uri="{FF2B5EF4-FFF2-40B4-BE49-F238E27FC236}">
                <a16:creationId xmlns:a16="http://schemas.microsoft.com/office/drawing/2014/main" id="{62158244-93AF-4061-A0A5-B79C3212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830FF9-EE3C-4B1E-98DA-D3451BD1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8">
            <a:extLst xmlns:a="http://schemas.openxmlformats.org/drawingml/2006/main">
              <a:ext uri="{FF2B5EF4-FFF2-40B4-BE49-F238E27FC236}">
                <a16:creationId xmlns:a16="http://schemas.microsoft.com/office/drawing/2014/main" id="{5C80557D-EA0B-4FF2-8A07-C97C7860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9">
            <a:extLst xmlns:a="http://schemas.openxmlformats.org/drawingml/2006/main">
              <a:ext uri="{FF2B5EF4-FFF2-40B4-BE49-F238E27FC236}">
                <a16:creationId xmlns:a16="http://schemas.microsoft.com/office/drawing/2014/main" id="{B626A4B0-D461-4B8C-8415-EBD7784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20">
            <a:extLst xmlns:a="http://schemas.openxmlformats.org/drawingml/2006/main">
              <a:ext uri="{FF2B5EF4-FFF2-40B4-BE49-F238E27FC236}">
                <a16:creationId xmlns:a16="http://schemas.microsoft.com/office/drawing/2014/main" id="{BAD97A0C-6F3A-43C6-8D80-D842031E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621">
            <a:extLst xmlns:a="http://schemas.openxmlformats.org/drawingml/2006/main">
              <a:ext uri="{FF2B5EF4-FFF2-40B4-BE49-F238E27FC236}">
                <a16:creationId xmlns:a16="http://schemas.microsoft.com/office/drawing/2014/main" id="{1E327DF0-FC36-4606-8B12-30A35141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622">
            <a:extLst xmlns:a="http://schemas.openxmlformats.org/drawingml/2006/main">
              <a:ext uri="{FF2B5EF4-FFF2-40B4-BE49-F238E27FC236}">
                <a16:creationId xmlns:a16="http://schemas.microsoft.com/office/drawing/2014/main" id="{E6626E64-5F83-40CE-AFF8-73CED578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3">
            <a:extLst xmlns:a="http://schemas.openxmlformats.org/drawingml/2006/main">
              <a:ext uri="{FF2B5EF4-FFF2-40B4-BE49-F238E27FC236}">
                <a16:creationId xmlns:a16="http://schemas.microsoft.com/office/drawing/2014/main" id="{02BAFDA6-5BD6-4690-BA85-5066CF31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24">
            <a:extLst xmlns:a="http://schemas.openxmlformats.org/drawingml/2006/main">
              <a:ext uri="{FF2B5EF4-FFF2-40B4-BE49-F238E27FC236}">
                <a16:creationId xmlns:a16="http://schemas.microsoft.com/office/drawing/2014/main" id="{EF59BEF5-E292-4A48-AD65-129E59C5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625">
            <a:extLst xmlns:a="http://schemas.openxmlformats.org/drawingml/2006/main">
              <a:ext uri="{FF2B5EF4-FFF2-40B4-BE49-F238E27FC236}">
                <a16:creationId xmlns:a16="http://schemas.microsoft.com/office/drawing/2014/main" id="{F7C2D17F-3BEA-4DFE-852D-4408D1FF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626">
            <a:extLst xmlns:a="http://schemas.openxmlformats.org/drawingml/2006/main">
              <a:ext uri="{FF2B5EF4-FFF2-40B4-BE49-F238E27FC236}">
                <a16:creationId xmlns:a16="http://schemas.microsoft.com/office/drawing/2014/main" id="{E6DAAE02-2343-4E42-893F-0DF6DA74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7">
            <a:extLst xmlns:a="http://schemas.openxmlformats.org/drawingml/2006/main">
              <a:ext uri="{FF2B5EF4-FFF2-40B4-BE49-F238E27FC236}">
                <a16:creationId xmlns:a16="http://schemas.microsoft.com/office/drawing/2014/main" id="{F7B47036-33A0-41FC-B5DC-B461C06B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28">
            <a:extLst xmlns:a="http://schemas.openxmlformats.org/drawingml/2006/main">
              <a:ext uri="{FF2B5EF4-FFF2-40B4-BE49-F238E27FC236}">
                <a16:creationId xmlns:a16="http://schemas.microsoft.com/office/drawing/2014/main" id="{D66EB4A2-78A1-4976-8755-0CB31DD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629">
            <a:extLst xmlns:a="http://schemas.openxmlformats.org/drawingml/2006/main">
              <a:ext uri="{FF2B5EF4-FFF2-40B4-BE49-F238E27FC236}">
                <a16:creationId xmlns:a16="http://schemas.microsoft.com/office/drawing/2014/main" id="{DEBB30E8-8CE5-4EFB-8B13-D823FAEE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630">
            <a:extLst xmlns:a="http://schemas.openxmlformats.org/drawingml/2006/main">
              <a:ext uri="{FF2B5EF4-FFF2-40B4-BE49-F238E27FC236}">
                <a16:creationId xmlns:a16="http://schemas.microsoft.com/office/drawing/2014/main" id="{C1C6E43A-4A8A-43AC-A88D-3037C223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31">
            <a:extLst xmlns:a="http://schemas.openxmlformats.org/drawingml/2006/main">
              <a:ext uri="{FF2B5EF4-FFF2-40B4-BE49-F238E27FC236}">
                <a16:creationId xmlns:a16="http://schemas.microsoft.com/office/drawing/2014/main" id="{60C3FBF4-D4DF-49AC-B757-E4033586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632">
            <a:extLst xmlns:a="http://schemas.openxmlformats.org/drawingml/2006/main">
              <a:ext uri="{FF2B5EF4-FFF2-40B4-BE49-F238E27FC236}">
                <a16:creationId xmlns:a16="http://schemas.microsoft.com/office/drawing/2014/main" id="{C69A1668-3597-4303-981F-10B68DD9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633">
            <a:extLst xmlns:a="http://schemas.openxmlformats.org/drawingml/2006/main">
              <a:ext uri="{FF2B5EF4-FFF2-40B4-BE49-F238E27FC236}">
                <a16:creationId xmlns:a16="http://schemas.microsoft.com/office/drawing/2014/main" id="{1AF3419E-97E8-4F5B-8D42-10EB49D0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966">
            <a:extLst xmlns:a="http://schemas.openxmlformats.org/drawingml/2006/main">
              <a:ext uri="{FF2B5EF4-FFF2-40B4-BE49-F238E27FC236}">
                <a16:creationId xmlns:a16="http://schemas.microsoft.com/office/drawing/2014/main" id="{FC8440F0-7040-4814-8BA1-579118D9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809caa5e334aa0"/>
              </a:rPr>
              <a:t>建立／查看 Gem ↗</a:t>
            </a:r>
          </a:p>
        </p:txBody>
      </p:sp>
      <p:sp>
        <p:nvSpPr>
          <p:cNvPr id="23" name="shape-1020">
            <a:extLst xmlns:a="http://schemas.openxmlformats.org/drawingml/2006/main">
              <a:ext uri="{FF2B5EF4-FFF2-40B4-BE49-F238E27FC236}">
                <a16:creationId xmlns:a16="http://schemas.microsoft.com/office/drawing/2014/main" id="{2CD53E80-3F9E-4C81-BC39-32543664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3e36d056345d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21">
            <a:extLst xmlns:a="http://schemas.openxmlformats.org/drawingml/2006/main">
              <a:ext uri="{FF2B5EF4-FFF2-40B4-BE49-F238E27FC236}">
                <a16:creationId xmlns:a16="http://schemas.microsoft.com/office/drawing/2014/main" id="{E372B78C-D20C-4BD2-BBD7-4C3AD328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68738808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634">
            <a:extLst xmlns:a="http://schemas.openxmlformats.org/drawingml/2006/main">
              <a:ext uri="{FF2B5EF4-FFF2-40B4-BE49-F238E27FC236}">
                <a16:creationId xmlns:a16="http://schemas.microsoft.com/office/drawing/2014/main" id="{C400C6D9-DC16-4C99-93EB-C19FF735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FB582A-CFDB-4064-A3FB-75AB53D4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6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36">
            <a:extLst xmlns:a="http://schemas.openxmlformats.org/drawingml/2006/main">
              <a:ext uri="{FF2B5EF4-FFF2-40B4-BE49-F238E27FC236}">
                <a16:creationId xmlns:a16="http://schemas.microsoft.com/office/drawing/2014/main" id="{10578755-2A5B-4F3D-A996-3CCE544A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8697B27-54F5-4854-98D9-5890C328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text-637">
            <a:extLst xmlns:a="http://schemas.openxmlformats.org/drawingml/2006/main">
              <a:ext uri="{FF2B5EF4-FFF2-40B4-BE49-F238E27FC236}">
                <a16:creationId xmlns:a16="http://schemas.microsoft.com/office/drawing/2014/main" id="{33E26589-C778-4745-AB3D-31FD10B3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638">
            <a:extLst xmlns:a="http://schemas.openxmlformats.org/drawingml/2006/main">
              <a:ext uri="{FF2B5EF4-FFF2-40B4-BE49-F238E27FC236}">
                <a16:creationId xmlns:a16="http://schemas.microsoft.com/office/drawing/2014/main" id="{DC7DB03C-B8CE-43C3-8DEF-49025FF3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639">
            <a:extLst xmlns:a="http://schemas.openxmlformats.org/drawingml/2006/main">
              <a:ext uri="{FF2B5EF4-FFF2-40B4-BE49-F238E27FC236}">
                <a16:creationId xmlns:a16="http://schemas.microsoft.com/office/drawing/2014/main" id="{E4BCF621-13C8-487E-BC5D-58F31FBB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640">
            <a:extLst xmlns:a="http://schemas.openxmlformats.org/drawingml/2006/main">
              <a:ext uri="{FF2B5EF4-FFF2-40B4-BE49-F238E27FC236}">
                <a16:creationId xmlns:a16="http://schemas.microsoft.com/office/drawing/2014/main" id="{EBE6DE49-ABD6-41DB-BB66-822BA784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641">
            <a:extLst xmlns:a="http://schemas.openxmlformats.org/drawingml/2006/main">
              <a:ext uri="{FF2B5EF4-FFF2-40B4-BE49-F238E27FC236}">
                <a16:creationId xmlns:a16="http://schemas.microsoft.com/office/drawing/2014/main" id="{072E8CDE-ECBC-4DC8-ABE7-7368DB2E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642">
            <a:extLst xmlns:a="http://schemas.openxmlformats.org/drawingml/2006/main">
              <a:ext uri="{FF2B5EF4-FFF2-40B4-BE49-F238E27FC236}">
                <a16:creationId xmlns:a16="http://schemas.microsoft.com/office/drawing/2014/main" id="{D3D659F7-DA51-4655-9090-DCC93EAB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643">
            <a:extLst xmlns:a="http://schemas.openxmlformats.org/drawingml/2006/main">
              <a:ext uri="{FF2B5EF4-FFF2-40B4-BE49-F238E27FC236}">
                <a16:creationId xmlns:a16="http://schemas.microsoft.com/office/drawing/2014/main" id="{918917D9-85EF-4E77-BB71-31B7EA78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967">
            <a:extLst xmlns:a="http://schemas.openxmlformats.org/drawingml/2006/main">
              <a:ext uri="{FF2B5EF4-FFF2-40B4-BE49-F238E27FC236}">
                <a16:creationId xmlns:a16="http://schemas.microsoft.com/office/drawing/2014/main" id="{D884B8EF-A3B4-473C-949A-857BCED8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92b8bc834b4aed"/>
              </a:rPr>
              <a:t>建立／查看 Gem ↗</a:t>
            </a:r>
          </a:p>
        </p:txBody>
      </p:sp>
      <p:sp>
        <p:nvSpPr>
          <p:cNvPr id="14" name="shape-1022">
            <a:extLst xmlns:a="http://schemas.openxmlformats.org/drawingml/2006/main">
              <a:ext uri="{FF2B5EF4-FFF2-40B4-BE49-F238E27FC236}">
                <a16:creationId xmlns:a16="http://schemas.microsoft.com/office/drawing/2014/main" id="{C555C245-1D1D-48B6-A920-78ECDD6F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2063267604da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023">
            <a:extLst xmlns:a="http://schemas.openxmlformats.org/drawingml/2006/main">
              <a:ext uri="{FF2B5EF4-FFF2-40B4-BE49-F238E27FC236}">
                <a16:creationId xmlns:a16="http://schemas.microsoft.com/office/drawing/2014/main" id="{6A117137-3DCA-40EF-BE76-F9783FA6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20176443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644">
            <a:extLst xmlns:a="http://schemas.openxmlformats.org/drawingml/2006/main">
              <a:ext uri="{FF2B5EF4-FFF2-40B4-BE49-F238E27FC236}">
                <a16:creationId xmlns:a16="http://schemas.microsoft.com/office/drawing/2014/main" id="{4AB8362B-EBE3-4737-90B0-DB65467E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4FB3C1-34B4-4C39-9E25-39839D58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6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46">
            <a:extLst xmlns:a="http://schemas.openxmlformats.org/drawingml/2006/main">
              <a:ext uri="{FF2B5EF4-FFF2-40B4-BE49-F238E27FC236}">
                <a16:creationId xmlns:a16="http://schemas.microsoft.com/office/drawing/2014/main" id="{5B79EA5B-A4C9-4FAF-B8C2-C2DD35C2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F3D60D7-1B8B-439E-B08B-D352C7EA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text-647">
            <a:extLst xmlns:a="http://schemas.openxmlformats.org/drawingml/2006/main">
              <a:ext uri="{FF2B5EF4-FFF2-40B4-BE49-F238E27FC236}">
                <a16:creationId xmlns:a16="http://schemas.microsoft.com/office/drawing/2014/main" id="{2AC602B5-12D4-4FA1-BD18-A02FC7A3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48">
            <a:extLst xmlns:a="http://schemas.openxmlformats.org/drawingml/2006/main">
              <a:ext uri="{FF2B5EF4-FFF2-40B4-BE49-F238E27FC236}">
                <a16:creationId xmlns:a16="http://schemas.microsoft.com/office/drawing/2014/main" id="{4C48A4A3-1056-47DF-A6BC-2BF8AECB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49">
            <a:extLst xmlns:a="http://schemas.openxmlformats.org/drawingml/2006/main">
              <a:ext uri="{FF2B5EF4-FFF2-40B4-BE49-F238E27FC236}">
                <a16:creationId xmlns:a16="http://schemas.microsoft.com/office/drawing/2014/main" id="{5E068FCF-58BA-4880-9465-5146824C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50">
            <a:extLst xmlns:a="http://schemas.openxmlformats.org/drawingml/2006/main">
              <a:ext uri="{FF2B5EF4-FFF2-40B4-BE49-F238E27FC236}">
                <a16:creationId xmlns:a16="http://schemas.microsoft.com/office/drawing/2014/main" id="{78CA3061-CDE9-462C-AC85-22A872A1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651">
            <a:extLst xmlns:a="http://schemas.openxmlformats.org/drawingml/2006/main">
              <a:ext uri="{FF2B5EF4-FFF2-40B4-BE49-F238E27FC236}">
                <a16:creationId xmlns:a16="http://schemas.microsoft.com/office/drawing/2014/main" id="{BC1455B1-8054-4C85-B723-3AB92F4C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52">
            <a:extLst xmlns:a="http://schemas.openxmlformats.org/drawingml/2006/main">
              <a:ext uri="{FF2B5EF4-FFF2-40B4-BE49-F238E27FC236}">
                <a16:creationId xmlns:a16="http://schemas.microsoft.com/office/drawing/2014/main" id="{A730F5CF-AE01-42BE-94ED-D3A93CE2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653">
            <a:extLst xmlns:a="http://schemas.openxmlformats.org/drawingml/2006/main">
              <a:ext uri="{FF2B5EF4-FFF2-40B4-BE49-F238E27FC236}">
                <a16:creationId xmlns:a16="http://schemas.microsoft.com/office/drawing/2014/main" id="{7E0A8676-E9E7-43F3-92BF-5CA54F00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54">
            <a:extLst xmlns:a="http://schemas.openxmlformats.org/drawingml/2006/main">
              <a:ext uri="{FF2B5EF4-FFF2-40B4-BE49-F238E27FC236}">
                <a16:creationId xmlns:a16="http://schemas.microsoft.com/office/drawing/2014/main" id="{EE2177CC-1BF2-4698-BC5D-2AD0F82F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655">
            <a:extLst xmlns:a="http://schemas.openxmlformats.org/drawingml/2006/main">
              <a:ext uri="{FF2B5EF4-FFF2-40B4-BE49-F238E27FC236}">
                <a16:creationId xmlns:a16="http://schemas.microsoft.com/office/drawing/2014/main" id="{BC6BA57B-9DC9-4DE3-A20B-D2A4DBD8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56">
            <a:extLst xmlns:a="http://schemas.openxmlformats.org/drawingml/2006/main">
              <a:ext uri="{FF2B5EF4-FFF2-40B4-BE49-F238E27FC236}">
                <a16:creationId xmlns:a16="http://schemas.microsoft.com/office/drawing/2014/main" id="{62AE8E72-97DC-493F-A7B2-62B178E8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657">
            <a:extLst xmlns:a="http://schemas.openxmlformats.org/drawingml/2006/main">
              <a:ext uri="{FF2B5EF4-FFF2-40B4-BE49-F238E27FC236}">
                <a16:creationId xmlns:a16="http://schemas.microsoft.com/office/drawing/2014/main" id="{4FBA48C9-84C9-43C9-99C1-34B06B66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58">
            <a:extLst xmlns:a="http://schemas.openxmlformats.org/drawingml/2006/main">
              <a:ext uri="{FF2B5EF4-FFF2-40B4-BE49-F238E27FC236}">
                <a16:creationId xmlns:a16="http://schemas.microsoft.com/office/drawing/2014/main" id="{C0E9FEEF-1112-41FA-AAFC-4FDC1437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59">
            <a:extLst xmlns:a="http://schemas.openxmlformats.org/drawingml/2006/main">
              <a:ext uri="{FF2B5EF4-FFF2-40B4-BE49-F238E27FC236}">
                <a16:creationId xmlns:a16="http://schemas.microsoft.com/office/drawing/2014/main" id="{E71625E8-CBC0-4EBB-B736-9B51C94D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968">
            <a:extLst xmlns:a="http://schemas.openxmlformats.org/drawingml/2006/main">
              <a:ext uri="{FF2B5EF4-FFF2-40B4-BE49-F238E27FC236}">
                <a16:creationId xmlns:a16="http://schemas.microsoft.com/office/drawing/2014/main" id="{C12C79F8-C6C4-43B1-9ACF-B22195D0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e46a0814aaa4de7"/>
              </a:rPr>
              <a:t>建立／查看 Gem ↗</a:t>
            </a:r>
          </a:p>
        </p:txBody>
      </p:sp>
      <p:sp>
        <p:nvSpPr>
          <p:cNvPr id="20" name="shape-1024">
            <a:extLst xmlns:a="http://schemas.openxmlformats.org/drawingml/2006/main">
              <a:ext uri="{FF2B5EF4-FFF2-40B4-BE49-F238E27FC236}">
                <a16:creationId xmlns:a16="http://schemas.microsoft.com/office/drawing/2014/main" id="{01FA6645-855E-4131-A779-DEA1B9BD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fe30a841fd40d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025">
            <a:extLst xmlns:a="http://schemas.openxmlformats.org/drawingml/2006/main">
              <a:ext uri="{FF2B5EF4-FFF2-40B4-BE49-F238E27FC236}">
                <a16:creationId xmlns:a16="http://schemas.microsoft.com/office/drawing/2014/main" id="{DE935EE4-27E0-4015-8769-2B5C15C4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10249629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60">
            <a:extLst xmlns:a="http://schemas.openxmlformats.org/drawingml/2006/main">
              <a:ext uri="{FF2B5EF4-FFF2-40B4-BE49-F238E27FC236}">
                <a16:creationId xmlns:a16="http://schemas.microsoft.com/office/drawing/2014/main" id="{9C6C28CD-AB28-4EA5-BC99-60FB4D86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31C69C-B5B1-44D6-B978-D5DF769F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6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62">
            <a:extLst xmlns:a="http://schemas.openxmlformats.org/drawingml/2006/main">
              <a:ext uri="{FF2B5EF4-FFF2-40B4-BE49-F238E27FC236}">
                <a16:creationId xmlns:a16="http://schemas.microsoft.com/office/drawing/2014/main" id="{99C41C62-D3F0-4AEB-A6FA-87E01D1F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A5DE7C-1932-4DA9-A03E-74048B24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663">
            <a:extLst xmlns:a="http://schemas.openxmlformats.org/drawingml/2006/main">
              <a:ext uri="{FF2B5EF4-FFF2-40B4-BE49-F238E27FC236}">
                <a16:creationId xmlns:a16="http://schemas.microsoft.com/office/drawing/2014/main" id="{70F4B462-EE95-4488-A688-0CBD5DC3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64">
            <a:extLst xmlns:a="http://schemas.openxmlformats.org/drawingml/2006/main">
              <a:ext uri="{FF2B5EF4-FFF2-40B4-BE49-F238E27FC236}">
                <a16:creationId xmlns:a16="http://schemas.microsoft.com/office/drawing/2014/main" id="{BBA0F64A-9464-4176-B9CC-9C5323D7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65">
            <a:extLst xmlns:a="http://schemas.openxmlformats.org/drawingml/2006/main">
              <a:ext uri="{FF2B5EF4-FFF2-40B4-BE49-F238E27FC236}">
                <a16:creationId xmlns:a16="http://schemas.microsoft.com/office/drawing/2014/main" id="{357892E1-553E-4FD3-863E-FECBC8F8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666">
            <a:extLst xmlns:a="http://schemas.openxmlformats.org/drawingml/2006/main">
              <a:ext uri="{FF2B5EF4-FFF2-40B4-BE49-F238E27FC236}">
                <a16:creationId xmlns:a16="http://schemas.microsoft.com/office/drawing/2014/main" id="{47D1F68E-50E9-4658-BE07-229E61CA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667">
            <a:extLst xmlns:a="http://schemas.openxmlformats.org/drawingml/2006/main">
              <a:ext uri="{FF2B5EF4-FFF2-40B4-BE49-F238E27FC236}">
                <a16:creationId xmlns:a16="http://schemas.microsoft.com/office/drawing/2014/main" id="{419F0FA1-C1B5-4C82-A437-68BF3682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68">
            <a:extLst xmlns:a="http://schemas.openxmlformats.org/drawingml/2006/main">
              <a:ext uri="{FF2B5EF4-FFF2-40B4-BE49-F238E27FC236}">
                <a16:creationId xmlns:a16="http://schemas.microsoft.com/office/drawing/2014/main" id="{45A0578B-B6AF-485A-835C-9590EBF3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69">
            <a:extLst xmlns:a="http://schemas.openxmlformats.org/drawingml/2006/main">
              <a:ext uri="{FF2B5EF4-FFF2-40B4-BE49-F238E27FC236}">
                <a16:creationId xmlns:a16="http://schemas.microsoft.com/office/drawing/2014/main" id="{E7475712-BCA8-401B-99D2-E1162001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670">
            <a:extLst xmlns:a="http://schemas.openxmlformats.org/drawingml/2006/main">
              <a:ext uri="{FF2B5EF4-FFF2-40B4-BE49-F238E27FC236}">
                <a16:creationId xmlns:a16="http://schemas.microsoft.com/office/drawing/2014/main" id="{5AE72D08-20F9-4785-B308-39A11A54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671">
            <a:extLst xmlns:a="http://schemas.openxmlformats.org/drawingml/2006/main">
              <a:ext uri="{FF2B5EF4-FFF2-40B4-BE49-F238E27FC236}">
                <a16:creationId xmlns:a16="http://schemas.microsoft.com/office/drawing/2014/main" id="{A760ED33-A870-49D1-A474-B9A0E9C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72">
            <a:extLst xmlns:a="http://schemas.openxmlformats.org/drawingml/2006/main">
              <a:ext uri="{FF2B5EF4-FFF2-40B4-BE49-F238E27FC236}">
                <a16:creationId xmlns:a16="http://schemas.microsoft.com/office/drawing/2014/main" id="{A2541026-A39E-4E1E-A252-C7960B06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73">
            <a:extLst xmlns:a="http://schemas.openxmlformats.org/drawingml/2006/main">
              <a:ext uri="{FF2B5EF4-FFF2-40B4-BE49-F238E27FC236}">
                <a16:creationId xmlns:a16="http://schemas.microsoft.com/office/drawing/2014/main" id="{B1546510-2487-41A0-B1BA-8D8CA823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674">
            <a:extLst xmlns:a="http://schemas.openxmlformats.org/drawingml/2006/main">
              <a:ext uri="{FF2B5EF4-FFF2-40B4-BE49-F238E27FC236}">
                <a16:creationId xmlns:a16="http://schemas.microsoft.com/office/drawing/2014/main" id="{946F7DC8-A576-4D9A-8B4E-3B4A3C6F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675">
            <a:extLst xmlns:a="http://schemas.openxmlformats.org/drawingml/2006/main">
              <a:ext uri="{FF2B5EF4-FFF2-40B4-BE49-F238E27FC236}">
                <a16:creationId xmlns:a16="http://schemas.microsoft.com/office/drawing/2014/main" id="{3C0E2326-00FA-41AD-B9E8-05AFDB59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76">
            <a:extLst xmlns:a="http://schemas.openxmlformats.org/drawingml/2006/main">
              <a:ext uri="{FF2B5EF4-FFF2-40B4-BE49-F238E27FC236}">
                <a16:creationId xmlns:a16="http://schemas.microsoft.com/office/drawing/2014/main" id="{F9A9B5A9-8B80-46F0-BD8A-E4D7ACB1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77">
            <a:extLst xmlns:a="http://schemas.openxmlformats.org/drawingml/2006/main">
              <a:ext uri="{FF2B5EF4-FFF2-40B4-BE49-F238E27FC236}">
                <a16:creationId xmlns:a16="http://schemas.microsoft.com/office/drawing/2014/main" id="{B04CA5F7-8534-4CF0-99F6-16658C7D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678">
            <a:extLst xmlns:a="http://schemas.openxmlformats.org/drawingml/2006/main">
              <a:ext uri="{FF2B5EF4-FFF2-40B4-BE49-F238E27FC236}">
                <a16:creationId xmlns:a16="http://schemas.microsoft.com/office/drawing/2014/main" id="{AE7723A3-B1A4-4F5D-B5AC-5E85994A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969">
            <a:extLst xmlns:a="http://schemas.openxmlformats.org/drawingml/2006/main">
              <a:ext uri="{FF2B5EF4-FFF2-40B4-BE49-F238E27FC236}">
                <a16:creationId xmlns:a16="http://schemas.microsoft.com/office/drawing/2014/main" id="{B69D3B5A-728A-4A17-B621-3D8C2798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dab999ba4ea41f5"/>
              </a:rPr>
              <a:t>建立／查看 Gem ↗</a:t>
            </a:r>
          </a:p>
        </p:txBody>
      </p:sp>
      <p:sp>
        <p:nvSpPr>
          <p:cNvPr id="23" name="shape-1026">
            <a:extLst xmlns:a="http://schemas.openxmlformats.org/drawingml/2006/main">
              <a:ext uri="{FF2B5EF4-FFF2-40B4-BE49-F238E27FC236}">
                <a16:creationId xmlns:a16="http://schemas.microsoft.com/office/drawing/2014/main" id="{069F3D07-A605-41F6-A564-FB7B2930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27f7c373c45c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27">
            <a:extLst xmlns:a="http://schemas.openxmlformats.org/drawingml/2006/main">
              <a:ext uri="{FF2B5EF4-FFF2-40B4-BE49-F238E27FC236}">
                <a16:creationId xmlns:a16="http://schemas.microsoft.com/office/drawing/2014/main" id="{E291A3E9-5FBB-4F48-ACDB-7A4953C0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02677849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79">
            <a:extLst xmlns:a="http://schemas.openxmlformats.org/drawingml/2006/main">
              <a:ext uri="{FF2B5EF4-FFF2-40B4-BE49-F238E27FC236}">
                <a16:creationId xmlns:a16="http://schemas.microsoft.com/office/drawing/2014/main" id="{5F0CD46A-1DB0-4E09-81BA-644C888E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680">
            <a:extLst xmlns:a="http://schemas.openxmlformats.org/drawingml/2006/main">
              <a:ext uri="{FF2B5EF4-FFF2-40B4-BE49-F238E27FC236}">
                <a16:creationId xmlns:a16="http://schemas.microsoft.com/office/drawing/2014/main" id="{E3A3DC25-5FDC-4D4F-A5C8-582F6F3C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681">
            <a:extLst xmlns:a="http://schemas.openxmlformats.org/drawingml/2006/main">
              <a:ext uri="{FF2B5EF4-FFF2-40B4-BE49-F238E27FC236}">
                <a16:creationId xmlns:a16="http://schemas.microsoft.com/office/drawing/2014/main" id="{C5855A96-30B1-437E-AB42-6485412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682">
            <a:extLst xmlns:a="http://schemas.openxmlformats.org/drawingml/2006/main">
              <a:ext uri="{FF2B5EF4-FFF2-40B4-BE49-F238E27FC236}">
                <a16:creationId xmlns:a16="http://schemas.microsoft.com/office/drawing/2014/main" id="{78FB7422-3313-4F8F-83B8-AECCDE14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83">
            <a:extLst xmlns:a="http://schemas.openxmlformats.org/drawingml/2006/main">
              <a:ext uri="{FF2B5EF4-FFF2-40B4-BE49-F238E27FC236}">
                <a16:creationId xmlns:a16="http://schemas.microsoft.com/office/drawing/2014/main" id="{070F4B14-BE0D-4586-AC58-555CA218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85">
            <a:extLst xmlns:a="http://schemas.openxmlformats.org/drawingml/2006/main">
              <a:ext uri="{FF2B5EF4-FFF2-40B4-BE49-F238E27FC236}">
                <a16:creationId xmlns:a16="http://schemas.microsoft.com/office/drawing/2014/main" id="{25AF3544-9F88-49AE-85A9-2FEC53EE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BD2032-D147-48B5-A75D-B5DDE2A4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9" name="text-970">
            <a:extLst xmlns:a="http://schemas.openxmlformats.org/drawingml/2006/main">
              <a:ext uri="{FF2B5EF4-FFF2-40B4-BE49-F238E27FC236}">
                <a16:creationId xmlns:a16="http://schemas.microsoft.com/office/drawing/2014/main" id="{53195E37-3C2C-49CB-B7C0-C2BC7B89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d631703e4645c3"/>
              </a:rPr>
              <a:t>開啟 Gemini Canvas ↗</a:t>
            </a:r>
          </a:p>
        </p:txBody>
      </p:sp>
      <p:sp>
        <p:nvSpPr>
          <p:cNvPr id="10" name="shape-1028">
            <a:extLst xmlns:a="http://schemas.openxmlformats.org/drawingml/2006/main">
              <a:ext uri="{FF2B5EF4-FFF2-40B4-BE49-F238E27FC236}">
                <a16:creationId xmlns:a16="http://schemas.microsoft.com/office/drawing/2014/main" id="{F964AF61-60C5-4E27-857F-A4C27D97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20bc259c347e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29">
            <a:extLst xmlns:a="http://schemas.openxmlformats.org/drawingml/2006/main">
              <a:ext uri="{FF2B5EF4-FFF2-40B4-BE49-F238E27FC236}">
                <a16:creationId xmlns:a16="http://schemas.microsoft.com/office/drawing/2014/main" id="{9669B04E-056B-49F0-9518-71B64BA0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2174336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86">
            <a:extLst xmlns:a="http://schemas.openxmlformats.org/drawingml/2006/main">
              <a:ext uri="{FF2B5EF4-FFF2-40B4-BE49-F238E27FC236}">
                <a16:creationId xmlns:a16="http://schemas.microsoft.com/office/drawing/2014/main" id="{80E1D575-136F-4CC5-ABB1-BBB76925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1C1086-E00D-48D7-A898-80A7812A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6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8">
            <a:extLst xmlns:a="http://schemas.openxmlformats.org/drawingml/2006/main">
              <a:ext uri="{FF2B5EF4-FFF2-40B4-BE49-F238E27FC236}">
                <a16:creationId xmlns:a16="http://schemas.microsoft.com/office/drawing/2014/main" id="{724A1531-E8F6-456D-B733-22E95640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7B151F-131D-4B35-9099-A33D97EC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689">
            <a:extLst xmlns:a="http://schemas.openxmlformats.org/drawingml/2006/main">
              <a:ext uri="{FF2B5EF4-FFF2-40B4-BE49-F238E27FC236}">
                <a16:creationId xmlns:a16="http://schemas.microsoft.com/office/drawing/2014/main" id="{C6D19A38-8FA8-4800-8AE4-42087383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90">
            <a:extLst xmlns:a="http://schemas.openxmlformats.org/drawingml/2006/main">
              <a:ext uri="{FF2B5EF4-FFF2-40B4-BE49-F238E27FC236}">
                <a16:creationId xmlns:a16="http://schemas.microsoft.com/office/drawing/2014/main" id="{7F5AA8BB-CA41-4F3C-8D32-97A1EBA1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91">
            <a:extLst xmlns:a="http://schemas.openxmlformats.org/drawingml/2006/main">
              <a:ext uri="{FF2B5EF4-FFF2-40B4-BE49-F238E27FC236}">
                <a16:creationId xmlns:a16="http://schemas.microsoft.com/office/drawing/2014/main" id="{45B2044E-3356-45B7-976C-47F96FA3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692">
            <a:extLst xmlns:a="http://schemas.openxmlformats.org/drawingml/2006/main">
              <a:ext uri="{FF2B5EF4-FFF2-40B4-BE49-F238E27FC236}">
                <a16:creationId xmlns:a16="http://schemas.microsoft.com/office/drawing/2014/main" id="{75A0D567-49B9-4FEE-AD2D-9D5E7906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1DB2C3A8-0FA0-4CA0-A34E-0B4FD05F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94">
            <a:extLst xmlns:a="http://schemas.openxmlformats.org/drawingml/2006/main">
              <a:ext uri="{FF2B5EF4-FFF2-40B4-BE49-F238E27FC236}">
                <a16:creationId xmlns:a16="http://schemas.microsoft.com/office/drawing/2014/main" id="{A9AB0FAE-BAF8-4D6E-B0AD-5E661D72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95">
            <a:extLst xmlns:a="http://schemas.openxmlformats.org/drawingml/2006/main">
              <a:ext uri="{FF2B5EF4-FFF2-40B4-BE49-F238E27FC236}">
                <a16:creationId xmlns:a16="http://schemas.microsoft.com/office/drawing/2014/main" id="{83779FD2-A8FB-48F0-8D61-5FCEBB8F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696">
            <a:extLst xmlns:a="http://schemas.openxmlformats.org/drawingml/2006/main">
              <a:ext uri="{FF2B5EF4-FFF2-40B4-BE49-F238E27FC236}">
                <a16:creationId xmlns:a16="http://schemas.microsoft.com/office/drawing/2014/main" id="{9A8D7D94-AF5C-4D42-9E46-12284E86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697">
            <a:extLst xmlns:a="http://schemas.openxmlformats.org/drawingml/2006/main">
              <a:ext uri="{FF2B5EF4-FFF2-40B4-BE49-F238E27FC236}">
                <a16:creationId xmlns:a16="http://schemas.microsoft.com/office/drawing/2014/main" id="{002ACC5F-A09E-49C5-A42A-D7C89053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98">
            <a:extLst xmlns:a="http://schemas.openxmlformats.org/drawingml/2006/main">
              <a:ext uri="{FF2B5EF4-FFF2-40B4-BE49-F238E27FC236}">
                <a16:creationId xmlns:a16="http://schemas.microsoft.com/office/drawing/2014/main" id="{D11CCED3-3296-436A-BE10-34DF011B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99">
            <a:extLst xmlns:a="http://schemas.openxmlformats.org/drawingml/2006/main">
              <a:ext uri="{FF2B5EF4-FFF2-40B4-BE49-F238E27FC236}">
                <a16:creationId xmlns:a16="http://schemas.microsoft.com/office/drawing/2014/main" id="{B3874979-0D67-4D7D-A793-F60490FF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700">
            <a:extLst xmlns:a="http://schemas.openxmlformats.org/drawingml/2006/main">
              <a:ext uri="{FF2B5EF4-FFF2-40B4-BE49-F238E27FC236}">
                <a16:creationId xmlns:a16="http://schemas.microsoft.com/office/drawing/2014/main" id="{3C793ABE-2C63-4B79-A441-D9D28FA8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701">
            <a:extLst xmlns:a="http://schemas.openxmlformats.org/drawingml/2006/main">
              <a:ext uri="{FF2B5EF4-FFF2-40B4-BE49-F238E27FC236}">
                <a16:creationId xmlns:a16="http://schemas.microsoft.com/office/drawing/2014/main" id="{EE62CE66-A786-4116-9A50-42126CD5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02">
            <a:extLst xmlns:a="http://schemas.openxmlformats.org/drawingml/2006/main">
              <a:ext uri="{FF2B5EF4-FFF2-40B4-BE49-F238E27FC236}">
                <a16:creationId xmlns:a16="http://schemas.microsoft.com/office/drawing/2014/main" id="{4DBE6494-D10A-497D-8F28-66AE1D79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703">
            <a:extLst xmlns:a="http://schemas.openxmlformats.org/drawingml/2006/main">
              <a:ext uri="{FF2B5EF4-FFF2-40B4-BE49-F238E27FC236}">
                <a16:creationId xmlns:a16="http://schemas.microsoft.com/office/drawing/2014/main" id="{107C5C8D-DA69-4B49-859E-6BBDCDFD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704">
            <a:extLst xmlns:a="http://schemas.openxmlformats.org/drawingml/2006/main">
              <a:ext uri="{FF2B5EF4-FFF2-40B4-BE49-F238E27FC236}">
                <a16:creationId xmlns:a16="http://schemas.microsoft.com/office/drawing/2014/main" id="{FD11634B-B5F4-4789-83E3-5FC26695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971">
            <a:extLst xmlns:a="http://schemas.openxmlformats.org/drawingml/2006/main">
              <a:ext uri="{FF2B5EF4-FFF2-40B4-BE49-F238E27FC236}">
                <a16:creationId xmlns:a16="http://schemas.microsoft.com/office/drawing/2014/main" id="{7B472F3E-10DC-476F-BAFE-C7367DFB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ef716f848d48b5"/>
              </a:rPr>
              <a:t>開啟 Gemini Canvas ↗</a:t>
            </a:r>
          </a:p>
        </p:txBody>
      </p:sp>
      <p:sp>
        <p:nvSpPr>
          <p:cNvPr id="23" name="shape-1030">
            <a:extLst xmlns:a="http://schemas.openxmlformats.org/drawingml/2006/main">
              <a:ext uri="{FF2B5EF4-FFF2-40B4-BE49-F238E27FC236}">
                <a16:creationId xmlns:a16="http://schemas.microsoft.com/office/drawing/2014/main" id="{6BD588BB-F930-4153-AB2C-12898FD5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6f9fabeed4aa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31">
            <a:extLst xmlns:a="http://schemas.openxmlformats.org/drawingml/2006/main">
              <a:ext uri="{FF2B5EF4-FFF2-40B4-BE49-F238E27FC236}">
                <a16:creationId xmlns:a16="http://schemas.microsoft.com/office/drawing/2014/main" id="{1482AD6A-482A-4CB0-B28D-5A7149DE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43634926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05">
            <a:extLst xmlns:a="http://schemas.openxmlformats.org/drawingml/2006/main">
              <a:ext uri="{FF2B5EF4-FFF2-40B4-BE49-F238E27FC236}">
                <a16:creationId xmlns:a16="http://schemas.microsoft.com/office/drawing/2014/main" id="{6C843327-9AF2-4C76-A2A1-F6EECC52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86577E-69A9-4455-B677-1D908EC2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7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7">
            <a:extLst xmlns:a="http://schemas.openxmlformats.org/drawingml/2006/main">
              <a:ext uri="{FF2B5EF4-FFF2-40B4-BE49-F238E27FC236}">
                <a16:creationId xmlns:a16="http://schemas.microsoft.com/office/drawing/2014/main" id="{D482BF8A-48F7-4105-800D-EC37A1C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6A8E3E-FAC1-47C1-9E13-6D5860A3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708">
            <a:extLst xmlns:a="http://schemas.openxmlformats.org/drawingml/2006/main">
              <a:ext uri="{FF2B5EF4-FFF2-40B4-BE49-F238E27FC236}">
                <a16:creationId xmlns:a16="http://schemas.microsoft.com/office/drawing/2014/main" id="{20AF67BF-DC5A-4BEB-81F5-BDB0B399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09">
            <a:extLst xmlns:a="http://schemas.openxmlformats.org/drawingml/2006/main">
              <a:ext uri="{FF2B5EF4-FFF2-40B4-BE49-F238E27FC236}">
                <a16:creationId xmlns:a16="http://schemas.microsoft.com/office/drawing/2014/main" id="{BF633B74-F317-4125-873C-73F5311A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10">
            <a:extLst xmlns:a="http://schemas.openxmlformats.org/drawingml/2006/main">
              <a:ext uri="{FF2B5EF4-FFF2-40B4-BE49-F238E27FC236}">
                <a16:creationId xmlns:a16="http://schemas.microsoft.com/office/drawing/2014/main" id="{36F4F4D5-43E5-4F43-A167-7F4A23BC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11">
            <a:extLst xmlns:a="http://schemas.openxmlformats.org/drawingml/2006/main">
              <a:ext uri="{FF2B5EF4-FFF2-40B4-BE49-F238E27FC236}">
                <a16:creationId xmlns:a16="http://schemas.microsoft.com/office/drawing/2014/main" id="{BDCC08E3-615B-4722-95F4-FBE433CC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712">
            <a:extLst xmlns:a="http://schemas.openxmlformats.org/drawingml/2006/main">
              <a:ext uri="{FF2B5EF4-FFF2-40B4-BE49-F238E27FC236}">
                <a16:creationId xmlns:a16="http://schemas.microsoft.com/office/drawing/2014/main" id="{0F8AE677-138D-4216-9CE2-A0BA5880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713">
            <a:extLst xmlns:a="http://schemas.openxmlformats.org/drawingml/2006/main">
              <a:ext uri="{FF2B5EF4-FFF2-40B4-BE49-F238E27FC236}">
                <a16:creationId xmlns:a16="http://schemas.microsoft.com/office/drawing/2014/main" id="{6BFAF83D-E7DA-4737-A508-C19163B9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14">
            <a:extLst xmlns:a="http://schemas.openxmlformats.org/drawingml/2006/main">
              <a:ext uri="{FF2B5EF4-FFF2-40B4-BE49-F238E27FC236}">
                <a16:creationId xmlns:a16="http://schemas.microsoft.com/office/drawing/2014/main" id="{43833F83-1CD2-4BEA-B042-BBE04EB9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15">
            <a:extLst xmlns:a="http://schemas.openxmlformats.org/drawingml/2006/main">
              <a:ext uri="{FF2B5EF4-FFF2-40B4-BE49-F238E27FC236}">
                <a16:creationId xmlns:a16="http://schemas.microsoft.com/office/drawing/2014/main" id="{96800B89-BCBB-43B5-8C90-35C274A4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16">
            <a:extLst xmlns:a="http://schemas.openxmlformats.org/drawingml/2006/main">
              <a:ext uri="{FF2B5EF4-FFF2-40B4-BE49-F238E27FC236}">
                <a16:creationId xmlns:a16="http://schemas.microsoft.com/office/drawing/2014/main" id="{67A7A8A0-995B-4047-A2A7-B9368CAC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17">
            <a:extLst xmlns:a="http://schemas.openxmlformats.org/drawingml/2006/main">
              <a:ext uri="{FF2B5EF4-FFF2-40B4-BE49-F238E27FC236}">
                <a16:creationId xmlns:a16="http://schemas.microsoft.com/office/drawing/2014/main" id="{4DF3CEF7-49FB-4C46-82D4-F24B65CD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718">
            <a:extLst xmlns:a="http://schemas.openxmlformats.org/drawingml/2006/main">
              <a:ext uri="{FF2B5EF4-FFF2-40B4-BE49-F238E27FC236}">
                <a16:creationId xmlns:a16="http://schemas.microsoft.com/office/drawing/2014/main" id="{690E48AB-FD22-464C-A4C6-DE33EBA7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719">
            <a:extLst xmlns:a="http://schemas.openxmlformats.org/drawingml/2006/main">
              <a:ext uri="{FF2B5EF4-FFF2-40B4-BE49-F238E27FC236}">
                <a16:creationId xmlns:a16="http://schemas.microsoft.com/office/drawing/2014/main" id="{F2E1B85D-27A8-4BD8-86CE-44DB896B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20">
            <a:extLst xmlns:a="http://schemas.openxmlformats.org/drawingml/2006/main">
              <a:ext uri="{FF2B5EF4-FFF2-40B4-BE49-F238E27FC236}">
                <a16:creationId xmlns:a16="http://schemas.microsoft.com/office/drawing/2014/main" id="{8094E31A-52EE-4A87-A026-A06957D6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21">
            <a:extLst xmlns:a="http://schemas.openxmlformats.org/drawingml/2006/main">
              <a:ext uri="{FF2B5EF4-FFF2-40B4-BE49-F238E27FC236}">
                <a16:creationId xmlns:a16="http://schemas.microsoft.com/office/drawing/2014/main" id="{E70E961E-D942-4DB1-8A20-E62094FC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22">
            <a:extLst xmlns:a="http://schemas.openxmlformats.org/drawingml/2006/main">
              <a:ext uri="{FF2B5EF4-FFF2-40B4-BE49-F238E27FC236}">
                <a16:creationId xmlns:a16="http://schemas.microsoft.com/office/drawing/2014/main" id="{9C7C132E-0707-4EB6-9DF9-F47FD384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23">
            <a:extLst xmlns:a="http://schemas.openxmlformats.org/drawingml/2006/main">
              <a:ext uri="{FF2B5EF4-FFF2-40B4-BE49-F238E27FC236}">
                <a16:creationId xmlns:a16="http://schemas.microsoft.com/office/drawing/2014/main" id="{BDD3EC55-0E6F-4E9A-A7B2-90222431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5571DD13-E941-4909-BC87-FD13EAC7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725">
            <a:extLst xmlns:a="http://schemas.openxmlformats.org/drawingml/2006/main">
              <a:ext uri="{FF2B5EF4-FFF2-40B4-BE49-F238E27FC236}">
                <a16:creationId xmlns:a16="http://schemas.microsoft.com/office/drawing/2014/main" id="{E07AFB45-8992-4100-A6EC-A70A72A1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26">
            <a:extLst xmlns:a="http://schemas.openxmlformats.org/drawingml/2006/main">
              <a:ext uri="{FF2B5EF4-FFF2-40B4-BE49-F238E27FC236}">
                <a16:creationId xmlns:a16="http://schemas.microsoft.com/office/drawing/2014/main" id="{334D33F0-3040-4624-AE40-C8C69C8F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27">
            <a:extLst xmlns:a="http://schemas.openxmlformats.org/drawingml/2006/main">
              <a:ext uri="{FF2B5EF4-FFF2-40B4-BE49-F238E27FC236}">
                <a16:creationId xmlns:a16="http://schemas.microsoft.com/office/drawing/2014/main" id="{BA0E330A-FE54-469A-B02B-C2289C10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28">
            <a:extLst xmlns:a="http://schemas.openxmlformats.org/drawingml/2006/main">
              <a:ext uri="{FF2B5EF4-FFF2-40B4-BE49-F238E27FC236}">
                <a16:creationId xmlns:a16="http://schemas.microsoft.com/office/drawing/2014/main" id="{75547AF7-FB12-4FDF-8DB7-4342EF6B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29">
            <a:extLst xmlns:a="http://schemas.openxmlformats.org/drawingml/2006/main">
              <a:ext uri="{FF2B5EF4-FFF2-40B4-BE49-F238E27FC236}">
                <a16:creationId xmlns:a16="http://schemas.microsoft.com/office/drawing/2014/main" id="{6C053D16-C1E3-4D7A-8E59-ABE89BA4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730">
            <a:extLst xmlns:a="http://schemas.openxmlformats.org/drawingml/2006/main">
              <a:ext uri="{FF2B5EF4-FFF2-40B4-BE49-F238E27FC236}">
                <a16:creationId xmlns:a16="http://schemas.microsoft.com/office/drawing/2014/main" id="{04F45A36-6185-44C9-B3FE-3EAB93EA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731">
            <a:extLst xmlns:a="http://schemas.openxmlformats.org/drawingml/2006/main">
              <a:ext uri="{FF2B5EF4-FFF2-40B4-BE49-F238E27FC236}">
                <a16:creationId xmlns:a16="http://schemas.microsoft.com/office/drawing/2014/main" id="{FB0D21F4-B91A-4C21-93C5-3562EED7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72">
            <a:extLst xmlns:a="http://schemas.openxmlformats.org/drawingml/2006/main">
              <a:ext uri="{FF2B5EF4-FFF2-40B4-BE49-F238E27FC236}">
                <a16:creationId xmlns:a16="http://schemas.microsoft.com/office/drawing/2014/main" id="{4A9DEF0C-85AA-4392-9539-11BF9B0E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0e6050b11d44d5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bdde63b4a74656"/>
              </a:rPr>
              <a:t>會議紀錄系統 ↗</a:t>
            </a:r>
          </a:p>
        </p:txBody>
      </p:sp>
      <p:sp>
        <p:nvSpPr>
          <p:cNvPr id="31" name="shape-1032">
            <a:extLst xmlns:a="http://schemas.openxmlformats.org/drawingml/2006/main">
              <a:ext uri="{FF2B5EF4-FFF2-40B4-BE49-F238E27FC236}">
                <a16:creationId xmlns:a16="http://schemas.microsoft.com/office/drawing/2014/main" id="{BCA5617B-28A2-4F8F-B2FE-ECEFF6D8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505df8c7048c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33">
            <a:extLst xmlns:a="http://schemas.openxmlformats.org/drawingml/2006/main">
              <a:ext uri="{FF2B5EF4-FFF2-40B4-BE49-F238E27FC236}">
                <a16:creationId xmlns:a16="http://schemas.microsoft.com/office/drawing/2014/main" id="{5AE2E6D1-D5A0-4086-94AC-CB99DAAD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cc0f773df49e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34">
            <a:extLst xmlns:a="http://schemas.openxmlformats.org/drawingml/2006/main">
              <a:ext uri="{FF2B5EF4-FFF2-40B4-BE49-F238E27FC236}">
                <a16:creationId xmlns:a16="http://schemas.microsoft.com/office/drawing/2014/main" id="{41C944A6-5A76-4736-B688-5D951B97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6386578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732">
            <a:extLst xmlns:a="http://schemas.openxmlformats.org/drawingml/2006/main">
              <a:ext uri="{FF2B5EF4-FFF2-40B4-BE49-F238E27FC236}">
                <a16:creationId xmlns:a16="http://schemas.microsoft.com/office/drawing/2014/main" id="{53F7F1C1-77D6-463E-BB6B-A109CA78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13074C-AACF-405C-82E4-88CF5C58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7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34">
            <a:extLst xmlns:a="http://schemas.openxmlformats.org/drawingml/2006/main">
              <a:ext uri="{FF2B5EF4-FFF2-40B4-BE49-F238E27FC236}">
                <a16:creationId xmlns:a16="http://schemas.microsoft.com/office/drawing/2014/main" id="{35C5ECCB-D0EB-46A9-A541-34E939ED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E089B4-CD14-4D0D-B4F0-F14BFDF0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text-735">
            <a:extLst xmlns:a="http://schemas.openxmlformats.org/drawingml/2006/main">
              <a:ext uri="{FF2B5EF4-FFF2-40B4-BE49-F238E27FC236}">
                <a16:creationId xmlns:a16="http://schemas.microsoft.com/office/drawing/2014/main" id="{0B35E1FB-C477-429C-8432-38A76EC3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736">
            <a:extLst xmlns:a="http://schemas.openxmlformats.org/drawingml/2006/main">
              <a:ext uri="{FF2B5EF4-FFF2-40B4-BE49-F238E27FC236}">
                <a16:creationId xmlns:a16="http://schemas.microsoft.com/office/drawing/2014/main" id="{0844D10E-1640-4AD0-96B2-59285BDF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737">
            <a:extLst xmlns:a="http://schemas.openxmlformats.org/drawingml/2006/main">
              <a:ext uri="{FF2B5EF4-FFF2-40B4-BE49-F238E27FC236}">
                <a16:creationId xmlns:a16="http://schemas.microsoft.com/office/drawing/2014/main" id="{6D8A7104-25E2-4B49-B5FB-8C1EB6C7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38">
            <a:extLst xmlns:a="http://schemas.openxmlformats.org/drawingml/2006/main">
              <a:ext uri="{FF2B5EF4-FFF2-40B4-BE49-F238E27FC236}">
                <a16:creationId xmlns:a16="http://schemas.microsoft.com/office/drawing/2014/main" id="{19E59623-4C2E-4063-AC58-3664D90B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739">
            <a:extLst xmlns:a="http://schemas.openxmlformats.org/drawingml/2006/main">
              <a:ext uri="{FF2B5EF4-FFF2-40B4-BE49-F238E27FC236}">
                <a16:creationId xmlns:a16="http://schemas.microsoft.com/office/drawing/2014/main" id="{D9548103-99C2-48A5-B334-CEF4D637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740">
            <a:extLst xmlns:a="http://schemas.openxmlformats.org/drawingml/2006/main">
              <a:ext uri="{FF2B5EF4-FFF2-40B4-BE49-F238E27FC236}">
                <a16:creationId xmlns:a16="http://schemas.microsoft.com/office/drawing/2014/main" id="{CBD54FEA-1724-4AF1-AE2D-64BCE4F6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741">
            <a:extLst xmlns:a="http://schemas.openxmlformats.org/drawingml/2006/main">
              <a:ext uri="{FF2B5EF4-FFF2-40B4-BE49-F238E27FC236}">
                <a16:creationId xmlns:a16="http://schemas.microsoft.com/office/drawing/2014/main" id="{FCC6E252-70F1-4A34-81CF-F5CF4F1A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742">
            <a:extLst xmlns:a="http://schemas.openxmlformats.org/drawingml/2006/main">
              <a:ext uri="{FF2B5EF4-FFF2-40B4-BE49-F238E27FC236}">
                <a16:creationId xmlns:a16="http://schemas.microsoft.com/office/drawing/2014/main" id="{940A262E-E8FD-456F-979F-92833A12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743">
            <a:extLst xmlns:a="http://schemas.openxmlformats.org/drawingml/2006/main">
              <a:ext uri="{FF2B5EF4-FFF2-40B4-BE49-F238E27FC236}">
                <a16:creationId xmlns:a16="http://schemas.microsoft.com/office/drawing/2014/main" id="{205FD0BD-23BE-4BCF-801D-8A6C5F23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744">
            <a:extLst xmlns:a="http://schemas.openxmlformats.org/drawingml/2006/main">
              <a:ext uri="{FF2B5EF4-FFF2-40B4-BE49-F238E27FC236}">
                <a16:creationId xmlns:a16="http://schemas.microsoft.com/office/drawing/2014/main" id="{7E8F8FBC-72AC-492C-A5BC-5D9E327F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745">
            <a:extLst xmlns:a="http://schemas.openxmlformats.org/drawingml/2006/main">
              <a:ext uri="{FF2B5EF4-FFF2-40B4-BE49-F238E27FC236}">
                <a16:creationId xmlns:a16="http://schemas.microsoft.com/office/drawing/2014/main" id="{680B8C3D-612C-4819-9DA6-D303388A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746">
            <a:extLst xmlns:a="http://schemas.openxmlformats.org/drawingml/2006/main">
              <a:ext uri="{FF2B5EF4-FFF2-40B4-BE49-F238E27FC236}">
                <a16:creationId xmlns:a16="http://schemas.microsoft.com/office/drawing/2014/main" id="{4C51283B-B189-4793-91ED-2EE1EE02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747">
            <a:extLst xmlns:a="http://schemas.openxmlformats.org/drawingml/2006/main">
              <a:ext uri="{FF2B5EF4-FFF2-40B4-BE49-F238E27FC236}">
                <a16:creationId xmlns:a16="http://schemas.microsoft.com/office/drawing/2014/main" id="{FE8C009B-3005-428F-AE74-8E682219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973">
            <a:extLst xmlns:a="http://schemas.openxmlformats.org/drawingml/2006/main">
              <a:ext uri="{FF2B5EF4-FFF2-40B4-BE49-F238E27FC236}">
                <a16:creationId xmlns:a16="http://schemas.microsoft.com/office/drawing/2014/main" id="{6F3836F0-33A4-4869-97B9-A4B41A4C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7c464d56fa4644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3c004fb71cd4aff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ec85d5928c4122"/>
              </a:rPr>
              <a:t>Google Sites ↗</a:t>
            </a:r>
          </a:p>
        </p:txBody>
      </p:sp>
      <p:sp>
        <p:nvSpPr>
          <p:cNvPr id="20" name="shape-1035">
            <a:extLst xmlns:a="http://schemas.openxmlformats.org/drawingml/2006/main">
              <a:ext uri="{FF2B5EF4-FFF2-40B4-BE49-F238E27FC236}">
                <a16:creationId xmlns:a16="http://schemas.microsoft.com/office/drawing/2014/main" id="{411D852C-3E1A-4177-82A7-0A1A74D2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7b049ad2c46d5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36">
            <a:extLst xmlns:a="http://schemas.openxmlformats.org/drawingml/2006/main">
              <a:ext uri="{FF2B5EF4-FFF2-40B4-BE49-F238E27FC236}">
                <a16:creationId xmlns:a16="http://schemas.microsoft.com/office/drawing/2014/main" id="{B08FA1DE-1785-4625-B95B-9574E9C6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f2787ee804ce7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37">
            <a:extLst xmlns:a="http://schemas.openxmlformats.org/drawingml/2006/main">
              <a:ext uri="{FF2B5EF4-FFF2-40B4-BE49-F238E27FC236}">
                <a16:creationId xmlns:a16="http://schemas.microsoft.com/office/drawing/2014/main" id="{6B8EF605-7DB7-403E-A2A9-4DD86A3C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740250a814d4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38">
            <a:extLst xmlns:a="http://schemas.openxmlformats.org/drawingml/2006/main">
              <a:ext uri="{FF2B5EF4-FFF2-40B4-BE49-F238E27FC236}">
                <a16:creationId xmlns:a16="http://schemas.microsoft.com/office/drawing/2014/main" id="{A19D8D96-3026-4D41-B86F-502A389F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83475554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748">
            <a:extLst xmlns:a="http://schemas.openxmlformats.org/drawingml/2006/main">
              <a:ext uri="{FF2B5EF4-FFF2-40B4-BE49-F238E27FC236}">
                <a16:creationId xmlns:a16="http://schemas.microsoft.com/office/drawing/2014/main" id="{26403407-DE15-4F07-BD5B-BC57B956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DF32D3-3D86-48CB-AB37-823CF0A4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7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50">
            <a:extLst xmlns:a="http://schemas.openxmlformats.org/drawingml/2006/main">
              <a:ext uri="{FF2B5EF4-FFF2-40B4-BE49-F238E27FC236}">
                <a16:creationId xmlns:a16="http://schemas.microsoft.com/office/drawing/2014/main" id="{251B0B1F-A6D0-4564-AD95-0E1EC9E8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A2B4B1-7132-4CB2-A0A3-FF41AB4E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751">
            <a:extLst xmlns:a="http://schemas.openxmlformats.org/drawingml/2006/main">
              <a:ext uri="{FF2B5EF4-FFF2-40B4-BE49-F238E27FC236}">
                <a16:creationId xmlns:a16="http://schemas.microsoft.com/office/drawing/2014/main" id="{D76AE11C-7054-4006-8F98-BF2B6E55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52">
            <a:extLst xmlns:a="http://schemas.openxmlformats.org/drawingml/2006/main">
              <a:ext uri="{FF2B5EF4-FFF2-40B4-BE49-F238E27FC236}">
                <a16:creationId xmlns:a16="http://schemas.microsoft.com/office/drawing/2014/main" id="{ACAF9838-AEA3-4A62-A452-6508BC10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53">
            <a:extLst xmlns:a="http://schemas.openxmlformats.org/drawingml/2006/main">
              <a:ext uri="{FF2B5EF4-FFF2-40B4-BE49-F238E27FC236}">
                <a16:creationId xmlns:a16="http://schemas.microsoft.com/office/drawing/2014/main" id="{857300CB-64A6-4FB2-B51B-59745719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754">
            <a:extLst xmlns:a="http://schemas.openxmlformats.org/drawingml/2006/main">
              <a:ext uri="{FF2B5EF4-FFF2-40B4-BE49-F238E27FC236}">
                <a16:creationId xmlns:a16="http://schemas.microsoft.com/office/drawing/2014/main" id="{4BB9D238-491B-4093-A61A-77ECA9D7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755">
            <a:extLst xmlns:a="http://schemas.openxmlformats.org/drawingml/2006/main">
              <a:ext uri="{FF2B5EF4-FFF2-40B4-BE49-F238E27FC236}">
                <a16:creationId xmlns:a16="http://schemas.microsoft.com/office/drawing/2014/main" id="{24D929C3-D4BB-45D7-B707-D0DFA606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56">
            <a:extLst xmlns:a="http://schemas.openxmlformats.org/drawingml/2006/main">
              <a:ext uri="{FF2B5EF4-FFF2-40B4-BE49-F238E27FC236}">
                <a16:creationId xmlns:a16="http://schemas.microsoft.com/office/drawing/2014/main" id="{0952AA52-D384-4614-AFA8-8D97ED4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57">
            <a:extLst xmlns:a="http://schemas.openxmlformats.org/drawingml/2006/main">
              <a:ext uri="{FF2B5EF4-FFF2-40B4-BE49-F238E27FC236}">
                <a16:creationId xmlns:a16="http://schemas.microsoft.com/office/drawing/2014/main" id="{0385B8C0-F202-470F-B3D7-B295ED22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758">
            <a:extLst xmlns:a="http://schemas.openxmlformats.org/drawingml/2006/main">
              <a:ext uri="{FF2B5EF4-FFF2-40B4-BE49-F238E27FC236}">
                <a16:creationId xmlns:a16="http://schemas.microsoft.com/office/drawing/2014/main" id="{B79830D1-BEA0-42C4-A411-F6A6CA11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759">
            <a:extLst xmlns:a="http://schemas.openxmlformats.org/drawingml/2006/main">
              <a:ext uri="{FF2B5EF4-FFF2-40B4-BE49-F238E27FC236}">
                <a16:creationId xmlns:a16="http://schemas.microsoft.com/office/drawing/2014/main" id="{5237984E-D7E1-41BD-BC82-622D00BC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60">
            <a:extLst xmlns:a="http://schemas.openxmlformats.org/drawingml/2006/main">
              <a:ext uri="{FF2B5EF4-FFF2-40B4-BE49-F238E27FC236}">
                <a16:creationId xmlns:a16="http://schemas.microsoft.com/office/drawing/2014/main" id="{FB9F7026-601E-4963-916B-B36D215A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1">
            <a:extLst xmlns:a="http://schemas.openxmlformats.org/drawingml/2006/main">
              <a:ext uri="{FF2B5EF4-FFF2-40B4-BE49-F238E27FC236}">
                <a16:creationId xmlns:a16="http://schemas.microsoft.com/office/drawing/2014/main" id="{39E6AA55-2296-4088-AF46-183F4F61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762">
            <a:extLst xmlns:a="http://schemas.openxmlformats.org/drawingml/2006/main">
              <a:ext uri="{FF2B5EF4-FFF2-40B4-BE49-F238E27FC236}">
                <a16:creationId xmlns:a16="http://schemas.microsoft.com/office/drawing/2014/main" id="{407D8555-1A36-48D1-B89A-CF1AE0CB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763">
            <a:extLst xmlns:a="http://schemas.openxmlformats.org/drawingml/2006/main">
              <a:ext uri="{FF2B5EF4-FFF2-40B4-BE49-F238E27FC236}">
                <a16:creationId xmlns:a16="http://schemas.microsoft.com/office/drawing/2014/main" id="{86F3F5A6-0799-4DCD-A6A2-FBDF45C8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64">
            <a:extLst xmlns:a="http://schemas.openxmlformats.org/drawingml/2006/main">
              <a:ext uri="{FF2B5EF4-FFF2-40B4-BE49-F238E27FC236}">
                <a16:creationId xmlns:a16="http://schemas.microsoft.com/office/drawing/2014/main" id="{420F675A-66D9-444E-BE33-3FA0597E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65">
            <a:extLst xmlns:a="http://schemas.openxmlformats.org/drawingml/2006/main">
              <a:ext uri="{FF2B5EF4-FFF2-40B4-BE49-F238E27FC236}">
                <a16:creationId xmlns:a16="http://schemas.microsoft.com/office/drawing/2014/main" id="{7D8B3971-1AE2-4A2A-83E9-4500E056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766">
            <a:extLst xmlns:a="http://schemas.openxmlformats.org/drawingml/2006/main">
              <a:ext uri="{FF2B5EF4-FFF2-40B4-BE49-F238E27FC236}">
                <a16:creationId xmlns:a16="http://schemas.microsoft.com/office/drawing/2014/main" id="{B7C34FA4-70AF-401D-95F3-7F251978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974">
            <a:extLst xmlns:a="http://schemas.openxmlformats.org/drawingml/2006/main">
              <a:ext uri="{FF2B5EF4-FFF2-40B4-BE49-F238E27FC236}">
                <a16:creationId xmlns:a16="http://schemas.microsoft.com/office/drawing/2014/main" id="{6B2DDE42-2D6B-45ED-B4AD-7A27ACD5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9bf706e2744aef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5eab747b884850"/>
              </a:rPr>
              <a:t>會議紀錄 ↗</a:t>
            </a:r>
          </a:p>
        </p:txBody>
      </p:sp>
      <p:sp>
        <p:nvSpPr>
          <p:cNvPr id="23" name="shape-1039">
            <a:extLst xmlns:a="http://schemas.openxmlformats.org/drawingml/2006/main">
              <a:ext uri="{FF2B5EF4-FFF2-40B4-BE49-F238E27FC236}">
                <a16:creationId xmlns:a16="http://schemas.microsoft.com/office/drawing/2014/main" id="{64ECA62C-20BB-4B7A-81C3-BB32EC88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952d69a8e439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040">
            <a:extLst xmlns:a="http://schemas.openxmlformats.org/drawingml/2006/main">
              <a:ext uri="{FF2B5EF4-FFF2-40B4-BE49-F238E27FC236}">
                <a16:creationId xmlns:a16="http://schemas.microsoft.com/office/drawing/2014/main" id="{87B39582-57FE-494A-B32A-F571312F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9c36d9317347e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041">
            <a:extLst xmlns:a="http://schemas.openxmlformats.org/drawingml/2006/main">
              <a:ext uri="{FF2B5EF4-FFF2-40B4-BE49-F238E27FC236}">
                <a16:creationId xmlns:a16="http://schemas.microsoft.com/office/drawing/2014/main" id="{0EA4A091-9DAC-4ACF-AC2A-2D3FE448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23447255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67">
            <a:extLst xmlns:a="http://schemas.openxmlformats.org/drawingml/2006/main">
              <a:ext uri="{FF2B5EF4-FFF2-40B4-BE49-F238E27FC236}">
                <a16:creationId xmlns:a16="http://schemas.microsoft.com/office/drawing/2014/main" id="{FC8AA9B4-C727-43DE-8A62-BF1236AD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132034-1E50-4F97-8D22-C4DD3076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7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69">
            <a:extLst xmlns:a="http://schemas.openxmlformats.org/drawingml/2006/main">
              <a:ext uri="{FF2B5EF4-FFF2-40B4-BE49-F238E27FC236}">
                <a16:creationId xmlns:a16="http://schemas.microsoft.com/office/drawing/2014/main" id="{1B2F2B39-54CC-4DFE-9179-87F4054C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DB9267-2A9D-4D6D-9F13-88415F92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770">
            <a:extLst xmlns:a="http://schemas.openxmlformats.org/drawingml/2006/main">
              <a:ext uri="{FF2B5EF4-FFF2-40B4-BE49-F238E27FC236}">
                <a16:creationId xmlns:a16="http://schemas.microsoft.com/office/drawing/2014/main" id="{FB17028A-BE76-47AD-A041-B75AC07C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71">
            <a:extLst xmlns:a="http://schemas.openxmlformats.org/drawingml/2006/main">
              <a:ext uri="{FF2B5EF4-FFF2-40B4-BE49-F238E27FC236}">
                <a16:creationId xmlns:a16="http://schemas.microsoft.com/office/drawing/2014/main" id="{CDBFDDE6-BC20-479F-B3D6-6EA3001C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772">
            <a:extLst xmlns:a="http://schemas.openxmlformats.org/drawingml/2006/main">
              <a:ext uri="{FF2B5EF4-FFF2-40B4-BE49-F238E27FC236}">
                <a16:creationId xmlns:a16="http://schemas.microsoft.com/office/drawing/2014/main" id="{884D230F-9F9A-4E07-9FD8-853B3824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773">
            <a:extLst xmlns:a="http://schemas.openxmlformats.org/drawingml/2006/main">
              <a:ext uri="{FF2B5EF4-FFF2-40B4-BE49-F238E27FC236}">
                <a16:creationId xmlns:a16="http://schemas.microsoft.com/office/drawing/2014/main" id="{4D2C3825-EA35-4CE8-8D9F-5FC64060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774">
            <a:extLst xmlns:a="http://schemas.openxmlformats.org/drawingml/2006/main">
              <a:ext uri="{FF2B5EF4-FFF2-40B4-BE49-F238E27FC236}">
                <a16:creationId xmlns:a16="http://schemas.microsoft.com/office/drawing/2014/main" id="{9DB922C0-F3DE-40F6-B06E-DF7ED7A5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775">
            <a:extLst xmlns:a="http://schemas.openxmlformats.org/drawingml/2006/main">
              <a:ext uri="{FF2B5EF4-FFF2-40B4-BE49-F238E27FC236}">
                <a16:creationId xmlns:a16="http://schemas.microsoft.com/office/drawing/2014/main" id="{EE8738C0-C0E9-4146-A371-1DE78B8E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776">
            <a:extLst xmlns:a="http://schemas.openxmlformats.org/drawingml/2006/main">
              <a:ext uri="{FF2B5EF4-FFF2-40B4-BE49-F238E27FC236}">
                <a16:creationId xmlns:a16="http://schemas.microsoft.com/office/drawing/2014/main" id="{37A883D5-C10D-4068-AC2C-953E0379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777">
            <a:extLst xmlns:a="http://schemas.openxmlformats.org/drawingml/2006/main">
              <a:ext uri="{FF2B5EF4-FFF2-40B4-BE49-F238E27FC236}">
                <a16:creationId xmlns:a16="http://schemas.microsoft.com/office/drawing/2014/main" id="{473BEF3C-E4D8-4B8F-BD16-F093909F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778">
            <a:extLst xmlns:a="http://schemas.openxmlformats.org/drawingml/2006/main">
              <a:ext uri="{FF2B5EF4-FFF2-40B4-BE49-F238E27FC236}">
                <a16:creationId xmlns:a16="http://schemas.microsoft.com/office/drawing/2014/main" id="{E1E0CAF6-2C34-415F-9019-EEC6D09B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779">
            <a:extLst xmlns:a="http://schemas.openxmlformats.org/drawingml/2006/main">
              <a:ext uri="{FF2B5EF4-FFF2-40B4-BE49-F238E27FC236}">
                <a16:creationId xmlns:a16="http://schemas.microsoft.com/office/drawing/2014/main" id="{99BE7593-0B6B-4A57-ACB7-3A29B9CE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975">
            <a:extLst xmlns:a="http://schemas.openxmlformats.org/drawingml/2006/main">
              <a:ext uri="{FF2B5EF4-FFF2-40B4-BE49-F238E27FC236}">
                <a16:creationId xmlns:a16="http://schemas.microsoft.com/office/drawing/2014/main" id="{8296CB90-ABDB-46A1-8ECD-E62F0F69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51205777924d69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4d0791fce24068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235910a8ab4587"/>
              </a:rPr>
              <a:t>EZPage ↗</a:t>
            </a:r>
          </a:p>
        </p:txBody>
      </p:sp>
      <p:sp>
        <p:nvSpPr>
          <p:cNvPr id="19" name="shape-1042">
            <a:extLst xmlns:a="http://schemas.openxmlformats.org/drawingml/2006/main">
              <a:ext uri="{FF2B5EF4-FFF2-40B4-BE49-F238E27FC236}">
                <a16:creationId xmlns:a16="http://schemas.microsoft.com/office/drawing/2014/main" id="{0B27F5BD-60AA-4970-9520-43990F48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3150307c8489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43">
            <a:extLst xmlns:a="http://schemas.openxmlformats.org/drawingml/2006/main">
              <a:ext uri="{FF2B5EF4-FFF2-40B4-BE49-F238E27FC236}">
                <a16:creationId xmlns:a16="http://schemas.microsoft.com/office/drawing/2014/main" id="{14C6251E-A17A-4CC9-9AB8-1B8E2C40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eb8fdc100468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1044">
            <a:extLst xmlns:a="http://schemas.openxmlformats.org/drawingml/2006/main">
              <a:ext uri="{FF2B5EF4-FFF2-40B4-BE49-F238E27FC236}">
                <a16:creationId xmlns:a16="http://schemas.microsoft.com/office/drawing/2014/main" id="{59ACC74C-7FC5-470F-8DA7-5D5E4D6D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cd745a600406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1045">
            <a:extLst xmlns:a="http://schemas.openxmlformats.org/drawingml/2006/main">
              <a:ext uri="{FF2B5EF4-FFF2-40B4-BE49-F238E27FC236}">
                <a16:creationId xmlns:a16="http://schemas.microsoft.com/office/drawing/2014/main" id="{7E7783C7-B3F3-4256-BB57-2BD2274C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549891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80">
            <a:extLst xmlns:a="http://schemas.openxmlformats.org/drawingml/2006/main">
              <a:ext uri="{FF2B5EF4-FFF2-40B4-BE49-F238E27FC236}">
                <a16:creationId xmlns:a16="http://schemas.microsoft.com/office/drawing/2014/main" id="{7841E184-6A0E-4F6B-B51C-BD065F0F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44941E-CB54-4703-9CDA-D37ED2FC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7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82">
            <a:extLst xmlns:a="http://schemas.openxmlformats.org/drawingml/2006/main">
              <a:ext uri="{FF2B5EF4-FFF2-40B4-BE49-F238E27FC236}">
                <a16:creationId xmlns:a16="http://schemas.microsoft.com/office/drawing/2014/main" id="{7728C30D-7FB0-49DD-9EEE-A48937FC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6345D64-B65E-4927-A4BF-889967D3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shape-783">
            <a:extLst xmlns:a="http://schemas.openxmlformats.org/drawingml/2006/main">
              <a:ext uri="{FF2B5EF4-FFF2-40B4-BE49-F238E27FC236}">
                <a16:creationId xmlns:a16="http://schemas.microsoft.com/office/drawing/2014/main" id="{39108306-406E-4970-89BC-CAD613C2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84">
            <a:extLst xmlns:a="http://schemas.openxmlformats.org/drawingml/2006/main">
              <a:ext uri="{FF2B5EF4-FFF2-40B4-BE49-F238E27FC236}">
                <a16:creationId xmlns:a16="http://schemas.microsoft.com/office/drawing/2014/main" id="{1ECF1BE4-6385-4117-8965-500BCEDB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85">
            <a:extLst xmlns:a="http://schemas.openxmlformats.org/drawingml/2006/main">
              <a:ext uri="{FF2B5EF4-FFF2-40B4-BE49-F238E27FC236}">
                <a16:creationId xmlns:a16="http://schemas.microsoft.com/office/drawing/2014/main" id="{26D496A4-A97A-44D3-9E27-E36A591E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86">
            <a:extLst xmlns:a="http://schemas.openxmlformats.org/drawingml/2006/main">
              <a:ext uri="{FF2B5EF4-FFF2-40B4-BE49-F238E27FC236}">
                <a16:creationId xmlns:a16="http://schemas.microsoft.com/office/drawing/2014/main" id="{9DF4D0F5-7E6F-4D1A-B443-2C23E73E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787">
            <a:extLst xmlns:a="http://schemas.openxmlformats.org/drawingml/2006/main">
              <a:ext uri="{FF2B5EF4-FFF2-40B4-BE49-F238E27FC236}">
                <a16:creationId xmlns:a16="http://schemas.microsoft.com/office/drawing/2014/main" id="{9FE766C1-EC77-460F-B3C6-7D5814EC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788">
            <a:extLst xmlns:a="http://schemas.openxmlformats.org/drawingml/2006/main">
              <a:ext uri="{FF2B5EF4-FFF2-40B4-BE49-F238E27FC236}">
                <a16:creationId xmlns:a16="http://schemas.microsoft.com/office/drawing/2014/main" id="{97E3C0BC-D857-4F24-B6C5-3B776532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89">
            <a:extLst xmlns:a="http://schemas.openxmlformats.org/drawingml/2006/main">
              <a:ext uri="{FF2B5EF4-FFF2-40B4-BE49-F238E27FC236}">
                <a16:creationId xmlns:a16="http://schemas.microsoft.com/office/drawing/2014/main" id="{318C4040-08C9-4331-9F16-A96F3307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90">
            <a:extLst xmlns:a="http://schemas.openxmlformats.org/drawingml/2006/main">
              <a:ext uri="{FF2B5EF4-FFF2-40B4-BE49-F238E27FC236}">
                <a16:creationId xmlns:a16="http://schemas.microsoft.com/office/drawing/2014/main" id="{E2B0BBAE-C7DA-42D0-9A5E-BD6A3A60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91">
            <a:extLst xmlns:a="http://schemas.openxmlformats.org/drawingml/2006/main">
              <a:ext uri="{FF2B5EF4-FFF2-40B4-BE49-F238E27FC236}">
                <a16:creationId xmlns:a16="http://schemas.microsoft.com/office/drawing/2014/main" id="{B2F770E6-AFD7-4EAF-B99F-79939487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92">
            <a:extLst xmlns:a="http://schemas.openxmlformats.org/drawingml/2006/main">
              <a:ext uri="{FF2B5EF4-FFF2-40B4-BE49-F238E27FC236}">
                <a16:creationId xmlns:a16="http://schemas.microsoft.com/office/drawing/2014/main" id="{DDB36D0F-EA02-4E61-92A7-C2D9E5C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793">
            <a:extLst xmlns:a="http://schemas.openxmlformats.org/drawingml/2006/main">
              <a:ext uri="{FF2B5EF4-FFF2-40B4-BE49-F238E27FC236}">
                <a16:creationId xmlns:a16="http://schemas.microsoft.com/office/drawing/2014/main" id="{50E8CA80-5E55-4246-B7B0-13C856F7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794">
            <a:extLst xmlns:a="http://schemas.openxmlformats.org/drawingml/2006/main">
              <a:ext uri="{FF2B5EF4-FFF2-40B4-BE49-F238E27FC236}">
                <a16:creationId xmlns:a16="http://schemas.microsoft.com/office/drawing/2014/main" id="{0FFA932A-3CA2-4776-B4F0-7FB71B01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95">
            <a:extLst xmlns:a="http://schemas.openxmlformats.org/drawingml/2006/main">
              <a:ext uri="{FF2B5EF4-FFF2-40B4-BE49-F238E27FC236}">
                <a16:creationId xmlns:a16="http://schemas.microsoft.com/office/drawing/2014/main" id="{63682765-8A0D-43D4-A7C7-BF08348A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96">
            <a:extLst xmlns:a="http://schemas.openxmlformats.org/drawingml/2006/main">
              <a:ext uri="{FF2B5EF4-FFF2-40B4-BE49-F238E27FC236}">
                <a16:creationId xmlns:a16="http://schemas.microsoft.com/office/drawing/2014/main" id="{BFA4DC98-0202-444C-B16A-B4058ED7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97">
            <a:extLst xmlns:a="http://schemas.openxmlformats.org/drawingml/2006/main">
              <a:ext uri="{FF2B5EF4-FFF2-40B4-BE49-F238E27FC236}">
                <a16:creationId xmlns:a16="http://schemas.microsoft.com/office/drawing/2014/main" id="{DDD9E0B0-0C51-4318-BCD7-2ABEB82C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98">
            <a:extLst xmlns:a="http://schemas.openxmlformats.org/drawingml/2006/main">
              <a:ext uri="{FF2B5EF4-FFF2-40B4-BE49-F238E27FC236}">
                <a16:creationId xmlns:a16="http://schemas.microsoft.com/office/drawing/2014/main" id="{9D992319-C07E-47ED-B9D3-93524FB4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799">
            <a:extLst xmlns:a="http://schemas.openxmlformats.org/drawingml/2006/main">
              <a:ext uri="{FF2B5EF4-FFF2-40B4-BE49-F238E27FC236}">
                <a16:creationId xmlns:a16="http://schemas.microsoft.com/office/drawing/2014/main" id="{30ACDE01-E544-4FDD-BFEE-2467EE5E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800">
            <a:extLst xmlns:a="http://schemas.openxmlformats.org/drawingml/2006/main">
              <a:ext uri="{FF2B5EF4-FFF2-40B4-BE49-F238E27FC236}">
                <a16:creationId xmlns:a16="http://schemas.microsoft.com/office/drawing/2014/main" id="{5A7F9DEE-B6CE-45F1-AAAD-A5EE2DA5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01">
            <a:extLst xmlns:a="http://schemas.openxmlformats.org/drawingml/2006/main">
              <a:ext uri="{FF2B5EF4-FFF2-40B4-BE49-F238E27FC236}">
                <a16:creationId xmlns:a16="http://schemas.microsoft.com/office/drawing/2014/main" id="{C3C830AA-2436-43BE-810A-1E8084B1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02">
            <a:extLst xmlns:a="http://schemas.openxmlformats.org/drawingml/2006/main">
              <a:ext uri="{FF2B5EF4-FFF2-40B4-BE49-F238E27FC236}">
                <a16:creationId xmlns:a16="http://schemas.microsoft.com/office/drawing/2014/main" id="{67697F79-DE0D-465E-9865-5B27A7E1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03">
            <a:extLst xmlns:a="http://schemas.openxmlformats.org/drawingml/2006/main">
              <a:ext uri="{FF2B5EF4-FFF2-40B4-BE49-F238E27FC236}">
                <a16:creationId xmlns:a16="http://schemas.microsoft.com/office/drawing/2014/main" id="{3B1E6E40-7CC6-4B17-8B74-711D1290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04">
            <a:extLst xmlns:a="http://schemas.openxmlformats.org/drawingml/2006/main">
              <a:ext uri="{FF2B5EF4-FFF2-40B4-BE49-F238E27FC236}">
                <a16:creationId xmlns:a16="http://schemas.microsoft.com/office/drawing/2014/main" id="{B4C92A58-161C-4569-A33C-30E00FD2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805">
            <a:extLst xmlns:a="http://schemas.openxmlformats.org/drawingml/2006/main">
              <a:ext uri="{FF2B5EF4-FFF2-40B4-BE49-F238E27FC236}">
                <a16:creationId xmlns:a16="http://schemas.microsoft.com/office/drawing/2014/main" id="{BAED19A3-3E69-4BA0-B91A-4F620CD0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806">
            <a:extLst xmlns:a="http://schemas.openxmlformats.org/drawingml/2006/main">
              <a:ext uri="{FF2B5EF4-FFF2-40B4-BE49-F238E27FC236}">
                <a16:creationId xmlns:a16="http://schemas.microsoft.com/office/drawing/2014/main" id="{7FA08234-10F9-4631-B862-D993AA37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77">
            <a:extLst xmlns:a="http://schemas.openxmlformats.org/drawingml/2006/main">
              <a:ext uri="{FF2B5EF4-FFF2-40B4-BE49-F238E27FC236}">
                <a16:creationId xmlns:a16="http://schemas.microsoft.com/office/drawing/2014/main" id="{1389934D-1819-42D2-964E-DD9F8F98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f89583bcc14768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c5471dd46df45ff"/>
              </a:rPr>
              <a:t>會議報告站 ↗</a:t>
            </a:r>
          </a:p>
        </p:txBody>
      </p:sp>
      <p:sp>
        <p:nvSpPr>
          <p:cNvPr id="31" name="shape-1050">
            <a:extLst xmlns:a="http://schemas.openxmlformats.org/drawingml/2006/main">
              <a:ext uri="{FF2B5EF4-FFF2-40B4-BE49-F238E27FC236}">
                <a16:creationId xmlns:a16="http://schemas.microsoft.com/office/drawing/2014/main" id="{57E1A5EE-26BE-40F8-B2C4-4A6286DA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db71e738346c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51">
            <a:extLst xmlns:a="http://schemas.openxmlformats.org/drawingml/2006/main">
              <a:ext uri="{FF2B5EF4-FFF2-40B4-BE49-F238E27FC236}">
                <a16:creationId xmlns:a16="http://schemas.microsoft.com/office/drawing/2014/main" id="{2C8FE7F9-F610-4BF6-B336-D0BFC77A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4886240df486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52">
            <a:extLst xmlns:a="http://schemas.openxmlformats.org/drawingml/2006/main">
              <a:ext uri="{FF2B5EF4-FFF2-40B4-BE49-F238E27FC236}">
                <a16:creationId xmlns:a16="http://schemas.microsoft.com/office/drawing/2014/main" id="{5ACA07FB-05CF-46D9-A9B7-D7744408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63412452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807">
            <a:extLst xmlns:a="http://schemas.openxmlformats.org/drawingml/2006/main">
              <a:ext uri="{FF2B5EF4-FFF2-40B4-BE49-F238E27FC236}">
                <a16:creationId xmlns:a16="http://schemas.microsoft.com/office/drawing/2014/main" id="{DFFB9E33-113D-4A18-BBF3-2B0106D4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D516D0-0E5E-4CCC-B619-BF9EB9D9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8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9">
            <a:extLst xmlns:a="http://schemas.openxmlformats.org/drawingml/2006/main">
              <a:ext uri="{FF2B5EF4-FFF2-40B4-BE49-F238E27FC236}">
                <a16:creationId xmlns:a16="http://schemas.microsoft.com/office/drawing/2014/main" id="{CFCC7801-D2EA-48D3-8FAF-035B13C3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BC32D1-155F-4556-925F-F5646565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810">
            <a:extLst xmlns:a="http://schemas.openxmlformats.org/drawingml/2006/main">
              <a:ext uri="{FF2B5EF4-FFF2-40B4-BE49-F238E27FC236}">
                <a16:creationId xmlns:a16="http://schemas.microsoft.com/office/drawing/2014/main" id="{ED3BFEA7-F257-475B-A20B-75293A48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11">
            <a:extLst xmlns:a="http://schemas.openxmlformats.org/drawingml/2006/main">
              <a:ext uri="{FF2B5EF4-FFF2-40B4-BE49-F238E27FC236}">
                <a16:creationId xmlns:a16="http://schemas.microsoft.com/office/drawing/2014/main" id="{93BEB7F1-1C4A-4B81-9E11-B4F05849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12">
            <a:extLst xmlns:a="http://schemas.openxmlformats.org/drawingml/2006/main">
              <a:ext uri="{FF2B5EF4-FFF2-40B4-BE49-F238E27FC236}">
                <a16:creationId xmlns:a16="http://schemas.microsoft.com/office/drawing/2014/main" id="{00C017A1-4EFF-4558-9FDB-C10D24B2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13">
            <a:extLst xmlns:a="http://schemas.openxmlformats.org/drawingml/2006/main">
              <a:ext uri="{FF2B5EF4-FFF2-40B4-BE49-F238E27FC236}">
                <a16:creationId xmlns:a16="http://schemas.microsoft.com/office/drawing/2014/main" id="{5B2A2444-0E95-4D88-8B71-3BD6B33A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814">
            <a:extLst xmlns:a="http://schemas.openxmlformats.org/drawingml/2006/main">
              <a:ext uri="{FF2B5EF4-FFF2-40B4-BE49-F238E27FC236}">
                <a16:creationId xmlns:a16="http://schemas.microsoft.com/office/drawing/2014/main" id="{336EEE4A-B066-4C29-9455-7B92C35A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815">
            <a:extLst xmlns:a="http://schemas.openxmlformats.org/drawingml/2006/main">
              <a:ext uri="{FF2B5EF4-FFF2-40B4-BE49-F238E27FC236}">
                <a16:creationId xmlns:a16="http://schemas.microsoft.com/office/drawing/2014/main" id="{A85B7FD5-FD9F-4404-A198-173A5B58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16">
            <a:extLst xmlns:a="http://schemas.openxmlformats.org/drawingml/2006/main">
              <a:ext uri="{FF2B5EF4-FFF2-40B4-BE49-F238E27FC236}">
                <a16:creationId xmlns:a16="http://schemas.microsoft.com/office/drawing/2014/main" id="{AC99B58E-2926-4F5F-8249-116BBCAA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17">
            <a:extLst xmlns:a="http://schemas.openxmlformats.org/drawingml/2006/main">
              <a:ext uri="{FF2B5EF4-FFF2-40B4-BE49-F238E27FC236}">
                <a16:creationId xmlns:a16="http://schemas.microsoft.com/office/drawing/2014/main" id="{C484E61D-BF69-48A5-BFE7-6FB94BB0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18">
            <a:extLst xmlns:a="http://schemas.openxmlformats.org/drawingml/2006/main">
              <a:ext uri="{FF2B5EF4-FFF2-40B4-BE49-F238E27FC236}">
                <a16:creationId xmlns:a16="http://schemas.microsoft.com/office/drawing/2014/main" id="{9DC85731-AA65-457C-A895-515A404E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19">
            <a:extLst xmlns:a="http://schemas.openxmlformats.org/drawingml/2006/main">
              <a:ext uri="{FF2B5EF4-FFF2-40B4-BE49-F238E27FC236}">
                <a16:creationId xmlns:a16="http://schemas.microsoft.com/office/drawing/2014/main" id="{B0D785D7-EC20-40AA-BAA5-B95F047B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820">
            <a:extLst xmlns:a="http://schemas.openxmlformats.org/drawingml/2006/main">
              <a:ext uri="{FF2B5EF4-FFF2-40B4-BE49-F238E27FC236}">
                <a16:creationId xmlns:a16="http://schemas.microsoft.com/office/drawing/2014/main" id="{34EC9F75-CF96-4608-89BD-F5CD9E55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821">
            <a:extLst xmlns:a="http://schemas.openxmlformats.org/drawingml/2006/main">
              <a:ext uri="{FF2B5EF4-FFF2-40B4-BE49-F238E27FC236}">
                <a16:creationId xmlns:a16="http://schemas.microsoft.com/office/drawing/2014/main" id="{CFC25C99-684D-4DDF-B59B-C92C263B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22">
            <a:extLst xmlns:a="http://schemas.openxmlformats.org/drawingml/2006/main">
              <a:ext uri="{FF2B5EF4-FFF2-40B4-BE49-F238E27FC236}">
                <a16:creationId xmlns:a16="http://schemas.microsoft.com/office/drawing/2014/main" id="{86D3BD3B-5BAB-47F4-A046-07836439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23">
            <a:extLst xmlns:a="http://schemas.openxmlformats.org/drawingml/2006/main">
              <a:ext uri="{FF2B5EF4-FFF2-40B4-BE49-F238E27FC236}">
                <a16:creationId xmlns:a16="http://schemas.microsoft.com/office/drawing/2014/main" id="{977340FB-60AA-4729-9A77-1F8A8116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24">
            <a:extLst xmlns:a="http://schemas.openxmlformats.org/drawingml/2006/main">
              <a:ext uri="{FF2B5EF4-FFF2-40B4-BE49-F238E27FC236}">
                <a16:creationId xmlns:a16="http://schemas.microsoft.com/office/drawing/2014/main" id="{476C05BE-5DEB-4A58-97EF-1FF761F8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25">
            <a:extLst xmlns:a="http://schemas.openxmlformats.org/drawingml/2006/main">
              <a:ext uri="{FF2B5EF4-FFF2-40B4-BE49-F238E27FC236}">
                <a16:creationId xmlns:a16="http://schemas.microsoft.com/office/drawing/2014/main" id="{807C9CAE-55B5-4189-A6BD-4DCA0D28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826">
            <a:extLst xmlns:a="http://schemas.openxmlformats.org/drawingml/2006/main">
              <a:ext uri="{FF2B5EF4-FFF2-40B4-BE49-F238E27FC236}">
                <a16:creationId xmlns:a16="http://schemas.microsoft.com/office/drawing/2014/main" id="{06D776FE-D48F-4502-9CB5-7CD68AFF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827">
            <a:extLst xmlns:a="http://schemas.openxmlformats.org/drawingml/2006/main">
              <a:ext uri="{FF2B5EF4-FFF2-40B4-BE49-F238E27FC236}">
                <a16:creationId xmlns:a16="http://schemas.microsoft.com/office/drawing/2014/main" id="{AECE6C1D-D6F2-45E2-A3B8-78E4BBDB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28">
            <a:extLst xmlns:a="http://schemas.openxmlformats.org/drawingml/2006/main">
              <a:ext uri="{FF2B5EF4-FFF2-40B4-BE49-F238E27FC236}">
                <a16:creationId xmlns:a16="http://schemas.microsoft.com/office/drawing/2014/main" id="{A7F064E5-37D2-4932-B6CE-09D78192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29">
            <a:extLst xmlns:a="http://schemas.openxmlformats.org/drawingml/2006/main">
              <a:ext uri="{FF2B5EF4-FFF2-40B4-BE49-F238E27FC236}">
                <a16:creationId xmlns:a16="http://schemas.microsoft.com/office/drawing/2014/main" id="{1691A5B3-6BF5-4E07-92F9-955E41D4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30">
            <a:extLst xmlns:a="http://schemas.openxmlformats.org/drawingml/2006/main">
              <a:ext uri="{FF2B5EF4-FFF2-40B4-BE49-F238E27FC236}">
                <a16:creationId xmlns:a16="http://schemas.microsoft.com/office/drawing/2014/main" id="{A98E983C-A723-4801-AF7B-36AC7B56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31">
            <a:extLst xmlns:a="http://schemas.openxmlformats.org/drawingml/2006/main">
              <a:ext uri="{FF2B5EF4-FFF2-40B4-BE49-F238E27FC236}">
                <a16:creationId xmlns:a16="http://schemas.microsoft.com/office/drawing/2014/main" id="{22DCCC27-A084-4BBB-8A4E-A4B4CFEE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832">
            <a:extLst xmlns:a="http://schemas.openxmlformats.org/drawingml/2006/main">
              <a:ext uri="{FF2B5EF4-FFF2-40B4-BE49-F238E27FC236}">
                <a16:creationId xmlns:a16="http://schemas.microsoft.com/office/drawing/2014/main" id="{536F7382-8A5F-48E7-B50B-BED112CD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833">
            <a:extLst xmlns:a="http://schemas.openxmlformats.org/drawingml/2006/main">
              <a:ext uri="{FF2B5EF4-FFF2-40B4-BE49-F238E27FC236}">
                <a16:creationId xmlns:a16="http://schemas.microsoft.com/office/drawing/2014/main" id="{A1941926-6E62-407E-8E11-822C4651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834">
            <a:extLst xmlns:a="http://schemas.openxmlformats.org/drawingml/2006/main">
              <a:ext uri="{FF2B5EF4-FFF2-40B4-BE49-F238E27FC236}">
                <a16:creationId xmlns:a16="http://schemas.microsoft.com/office/drawing/2014/main" id="{64A3B308-874A-498D-91BC-E3326DA7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835">
            <a:extLst xmlns:a="http://schemas.openxmlformats.org/drawingml/2006/main">
              <a:ext uri="{FF2B5EF4-FFF2-40B4-BE49-F238E27FC236}">
                <a16:creationId xmlns:a16="http://schemas.microsoft.com/office/drawing/2014/main" id="{84F3032A-C408-463B-B86E-51529866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836">
            <a:extLst xmlns:a="http://schemas.openxmlformats.org/drawingml/2006/main">
              <a:ext uri="{FF2B5EF4-FFF2-40B4-BE49-F238E27FC236}">
                <a16:creationId xmlns:a16="http://schemas.microsoft.com/office/drawing/2014/main" id="{97AF1CD0-AD79-4619-8DE3-8316148D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837">
            <a:extLst xmlns:a="http://schemas.openxmlformats.org/drawingml/2006/main">
              <a:ext uri="{FF2B5EF4-FFF2-40B4-BE49-F238E27FC236}">
                <a16:creationId xmlns:a16="http://schemas.microsoft.com/office/drawing/2014/main" id="{A4D90AEB-372F-424A-B0D6-5D6DD8C5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978">
            <a:extLst xmlns:a="http://schemas.openxmlformats.org/drawingml/2006/main">
              <a:ext uri="{FF2B5EF4-FFF2-40B4-BE49-F238E27FC236}">
                <a16:creationId xmlns:a16="http://schemas.microsoft.com/office/drawing/2014/main" id="{11C01C5B-A73A-4759-964A-AED2C3B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1ca9344faa4922"/>
              </a:rPr>
              <a:t>開啟 GitHub Pages ↗</a:t>
            </a:r>
          </a:p>
        </p:txBody>
      </p:sp>
      <p:sp>
        <p:nvSpPr>
          <p:cNvPr id="35" name="shape-1053">
            <a:extLst xmlns:a="http://schemas.openxmlformats.org/drawingml/2006/main">
              <a:ext uri="{FF2B5EF4-FFF2-40B4-BE49-F238E27FC236}">
                <a16:creationId xmlns:a16="http://schemas.microsoft.com/office/drawing/2014/main" id="{8CA7E660-DCCC-4CA6-B924-F93696C0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f61a2068245c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1054">
            <a:extLst xmlns:a="http://schemas.openxmlformats.org/drawingml/2006/main">
              <a:ext uri="{FF2B5EF4-FFF2-40B4-BE49-F238E27FC236}">
                <a16:creationId xmlns:a16="http://schemas.microsoft.com/office/drawing/2014/main" id="{68801963-BFED-4C29-8DDF-C48FFF4C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189615412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838">
            <a:extLst xmlns:a="http://schemas.openxmlformats.org/drawingml/2006/main">
              <a:ext uri="{FF2B5EF4-FFF2-40B4-BE49-F238E27FC236}">
                <a16:creationId xmlns:a16="http://schemas.microsoft.com/office/drawing/2014/main" id="{E02E8E06-6C9E-4934-9441-5A558BD9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2268D6-1BF2-4FDC-B297-9C85228F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8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0">
            <a:extLst xmlns:a="http://schemas.openxmlformats.org/drawingml/2006/main">
              <a:ext uri="{FF2B5EF4-FFF2-40B4-BE49-F238E27FC236}">
                <a16:creationId xmlns:a16="http://schemas.microsoft.com/office/drawing/2014/main" id="{4AF1BDC4-4DE7-4C17-8100-AF0A47D2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B5565B-F7E1-420C-8BBB-10781BEB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841">
            <a:extLst xmlns:a="http://schemas.openxmlformats.org/drawingml/2006/main">
              <a:ext uri="{FF2B5EF4-FFF2-40B4-BE49-F238E27FC236}">
                <a16:creationId xmlns:a16="http://schemas.microsoft.com/office/drawing/2014/main" id="{7C05246D-983E-4200-9359-E9A82EAC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42">
            <a:extLst xmlns:a="http://schemas.openxmlformats.org/drawingml/2006/main">
              <a:ext uri="{FF2B5EF4-FFF2-40B4-BE49-F238E27FC236}">
                <a16:creationId xmlns:a16="http://schemas.microsoft.com/office/drawing/2014/main" id="{9F32511E-D815-4C61-910B-D14EEBC4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43">
            <a:extLst xmlns:a="http://schemas.openxmlformats.org/drawingml/2006/main">
              <a:ext uri="{FF2B5EF4-FFF2-40B4-BE49-F238E27FC236}">
                <a16:creationId xmlns:a16="http://schemas.microsoft.com/office/drawing/2014/main" id="{1C1FC013-2EC6-4B9E-9EA2-5EBD433E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44">
            <a:extLst xmlns:a="http://schemas.openxmlformats.org/drawingml/2006/main">
              <a:ext uri="{FF2B5EF4-FFF2-40B4-BE49-F238E27FC236}">
                <a16:creationId xmlns:a16="http://schemas.microsoft.com/office/drawing/2014/main" id="{2F5271FC-C743-40AC-ACF3-F593F329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845">
            <a:extLst xmlns:a="http://schemas.openxmlformats.org/drawingml/2006/main">
              <a:ext uri="{FF2B5EF4-FFF2-40B4-BE49-F238E27FC236}">
                <a16:creationId xmlns:a16="http://schemas.microsoft.com/office/drawing/2014/main" id="{DD1040B2-5125-4A63-8C90-A8937099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846">
            <a:extLst xmlns:a="http://schemas.openxmlformats.org/drawingml/2006/main">
              <a:ext uri="{FF2B5EF4-FFF2-40B4-BE49-F238E27FC236}">
                <a16:creationId xmlns:a16="http://schemas.microsoft.com/office/drawing/2014/main" id="{6C7198B9-8D2C-4AFF-BF8C-FD31BDB1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47">
            <a:extLst xmlns:a="http://schemas.openxmlformats.org/drawingml/2006/main">
              <a:ext uri="{FF2B5EF4-FFF2-40B4-BE49-F238E27FC236}">
                <a16:creationId xmlns:a16="http://schemas.microsoft.com/office/drawing/2014/main" id="{5035174F-579F-4702-BAE3-F0EDD460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48">
            <a:extLst xmlns:a="http://schemas.openxmlformats.org/drawingml/2006/main">
              <a:ext uri="{FF2B5EF4-FFF2-40B4-BE49-F238E27FC236}">
                <a16:creationId xmlns:a16="http://schemas.microsoft.com/office/drawing/2014/main" id="{95504D33-CF25-4D70-B771-02F834D6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49">
            <a:extLst xmlns:a="http://schemas.openxmlformats.org/drawingml/2006/main">
              <a:ext uri="{FF2B5EF4-FFF2-40B4-BE49-F238E27FC236}">
                <a16:creationId xmlns:a16="http://schemas.microsoft.com/office/drawing/2014/main" id="{B8B7B005-7FE2-4702-A1D1-20DE2D67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50">
            <a:extLst xmlns:a="http://schemas.openxmlformats.org/drawingml/2006/main">
              <a:ext uri="{FF2B5EF4-FFF2-40B4-BE49-F238E27FC236}">
                <a16:creationId xmlns:a16="http://schemas.microsoft.com/office/drawing/2014/main" id="{EE4C5716-9440-4AFB-AA7E-348E7C72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851">
            <a:extLst xmlns:a="http://schemas.openxmlformats.org/drawingml/2006/main">
              <a:ext uri="{FF2B5EF4-FFF2-40B4-BE49-F238E27FC236}">
                <a16:creationId xmlns:a16="http://schemas.microsoft.com/office/drawing/2014/main" id="{45DD50E3-082C-4BB5-88AD-CEB3C299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852">
            <a:extLst xmlns:a="http://schemas.openxmlformats.org/drawingml/2006/main">
              <a:ext uri="{FF2B5EF4-FFF2-40B4-BE49-F238E27FC236}">
                <a16:creationId xmlns:a16="http://schemas.microsoft.com/office/drawing/2014/main" id="{D173D726-E328-472A-B1BB-D1013ECF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53">
            <a:extLst xmlns:a="http://schemas.openxmlformats.org/drawingml/2006/main">
              <a:ext uri="{FF2B5EF4-FFF2-40B4-BE49-F238E27FC236}">
                <a16:creationId xmlns:a16="http://schemas.microsoft.com/office/drawing/2014/main" id="{E3BB04BD-1467-4217-AA4A-DEFA2ADA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54">
            <a:extLst xmlns:a="http://schemas.openxmlformats.org/drawingml/2006/main">
              <a:ext uri="{FF2B5EF4-FFF2-40B4-BE49-F238E27FC236}">
                <a16:creationId xmlns:a16="http://schemas.microsoft.com/office/drawing/2014/main" id="{E07A9BBD-94E6-45F9-8357-BA817E40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55">
            <a:extLst xmlns:a="http://schemas.openxmlformats.org/drawingml/2006/main">
              <a:ext uri="{FF2B5EF4-FFF2-40B4-BE49-F238E27FC236}">
                <a16:creationId xmlns:a16="http://schemas.microsoft.com/office/drawing/2014/main" id="{5EE3C80C-9D8A-404C-8566-CBF1676F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56">
            <a:extLst xmlns:a="http://schemas.openxmlformats.org/drawingml/2006/main">
              <a:ext uri="{FF2B5EF4-FFF2-40B4-BE49-F238E27FC236}">
                <a16:creationId xmlns:a16="http://schemas.microsoft.com/office/drawing/2014/main" id="{B179AD6A-AAA1-4069-AC21-9F9AD153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857">
            <a:extLst xmlns:a="http://schemas.openxmlformats.org/drawingml/2006/main">
              <a:ext uri="{FF2B5EF4-FFF2-40B4-BE49-F238E27FC236}">
                <a16:creationId xmlns:a16="http://schemas.microsoft.com/office/drawing/2014/main" id="{1D4EDF09-B4FB-42E7-841A-7F816014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858">
            <a:extLst xmlns:a="http://schemas.openxmlformats.org/drawingml/2006/main">
              <a:ext uri="{FF2B5EF4-FFF2-40B4-BE49-F238E27FC236}">
                <a16:creationId xmlns:a16="http://schemas.microsoft.com/office/drawing/2014/main" id="{1462DCC7-CB31-444B-871A-98746E3C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59">
            <a:extLst xmlns:a="http://schemas.openxmlformats.org/drawingml/2006/main">
              <a:ext uri="{FF2B5EF4-FFF2-40B4-BE49-F238E27FC236}">
                <a16:creationId xmlns:a16="http://schemas.microsoft.com/office/drawing/2014/main" id="{8E6FF9E5-FF12-4FEB-AE89-448C3612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60">
            <a:extLst xmlns:a="http://schemas.openxmlformats.org/drawingml/2006/main">
              <a:ext uri="{FF2B5EF4-FFF2-40B4-BE49-F238E27FC236}">
                <a16:creationId xmlns:a16="http://schemas.microsoft.com/office/drawing/2014/main" id="{3C2FA0E8-F287-47AF-B23C-F0DF04BB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61">
            <a:extLst xmlns:a="http://schemas.openxmlformats.org/drawingml/2006/main">
              <a:ext uri="{FF2B5EF4-FFF2-40B4-BE49-F238E27FC236}">
                <a16:creationId xmlns:a16="http://schemas.microsoft.com/office/drawing/2014/main" id="{41F4F84A-B240-4E79-9668-65B8A2BB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62">
            <a:extLst xmlns:a="http://schemas.openxmlformats.org/drawingml/2006/main">
              <a:ext uri="{FF2B5EF4-FFF2-40B4-BE49-F238E27FC236}">
                <a16:creationId xmlns:a16="http://schemas.microsoft.com/office/drawing/2014/main" id="{0EF84C20-302E-4EAF-8648-09021B00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863">
            <a:extLst xmlns:a="http://schemas.openxmlformats.org/drawingml/2006/main">
              <a:ext uri="{FF2B5EF4-FFF2-40B4-BE49-F238E27FC236}">
                <a16:creationId xmlns:a16="http://schemas.microsoft.com/office/drawing/2014/main" id="{E88FBBB6-FCF9-49A8-BC35-49AE2A19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864">
            <a:extLst xmlns:a="http://schemas.openxmlformats.org/drawingml/2006/main">
              <a:ext uri="{FF2B5EF4-FFF2-40B4-BE49-F238E27FC236}">
                <a16:creationId xmlns:a16="http://schemas.microsoft.com/office/drawing/2014/main" id="{898602AD-0134-4947-855B-268C3402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865">
            <a:extLst xmlns:a="http://schemas.openxmlformats.org/drawingml/2006/main">
              <a:ext uri="{FF2B5EF4-FFF2-40B4-BE49-F238E27FC236}">
                <a16:creationId xmlns:a16="http://schemas.microsoft.com/office/drawing/2014/main" id="{36518ADB-0CF6-46D7-9595-CDACCBD5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866">
            <a:extLst xmlns:a="http://schemas.openxmlformats.org/drawingml/2006/main">
              <a:ext uri="{FF2B5EF4-FFF2-40B4-BE49-F238E27FC236}">
                <a16:creationId xmlns:a16="http://schemas.microsoft.com/office/drawing/2014/main" id="{143E5F4F-4572-45E1-9D3C-AFDE67AD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867">
            <a:extLst xmlns:a="http://schemas.openxmlformats.org/drawingml/2006/main">
              <a:ext uri="{FF2B5EF4-FFF2-40B4-BE49-F238E27FC236}">
                <a16:creationId xmlns:a16="http://schemas.microsoft.com/office/drawing/2014/main" id="{224E4D8E-301B-4430-938C-3962FEEE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868">
            <a:extLst xmlns:a="http://schemas.openxmlformats.org/drawingml/2006/main">
              <a:ext uri="{FF2B5EF4-FFF2-40B4-BE49-F238E27FC236}">
                <a16:creationId xmlns:a16="http://schemas.microsoft.com/office/drawing/2014/main" id="{51A08F25-4D7B-4CED-B0E7-80D5C81A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979">
            <a:extLst xmlns:a="http://schemas.openxmlformats.org/drawingml/2006/main">
              <a:ext uri="{FF2B5EF4-FFF2-40B4-BE49-F238E27FC236}">
                <a16:creationId xmlns:a16="http://schemas.microsoft.com/office/drawing/2014/main" id="{AB6F7673-F84A-4B93-8F7B-EABE3A9A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06a908e9ea4fe6"/>
              </a:rPr>
              <a:t>開啟 EZPage ↗</a:t>
            </a:r>
          </a:p>
        </p:txBody>
      </p:sp>
      <p:sp>
        <p:nvSpPr>
          <p:cNvPr id="38" name="shape-1055">
            <a:extLst xmlns:a="http://schemas.openxmlformats.org/drawingml/2006/main">
              <a:ext uri="{FF2B5EF4-FFF2-40B4-BE49-F238E27FC236}">
                <a16:creationId xmlns:a16="http://schemas.microsoft.com/office/drawing/2014/main" id="{43EEE921-A269-4709-9EBA-E6195B06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a7153c4e34b1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1056">
            <a:extLst xmlns:a="http://schemas.openxmlformats.org/drawingml/2006/main">
              <a:ext uri="{FF2B5EF4-FFF2-40B4-BE49-F238E27FC236}">
                <a16:creationId xmlns:a16="http://schemas.microsoft.com/office/drawing/2014/main" id="{C0736B97-37AC-4D0E-8233-39CDE32B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80817428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869">
            <a:extLst xmlns:a="http://schemas.openxmlformats.org/drawingml/2006/main">
              <a:ext uri="{FF2B5EF4-FFF2-40B4-BE49-F238E27FC236}">
                <a16:creationId xmlns:a16="http://schemas.microsoft.com/office/drawing/2014/main" id="{FA061A5E-83C0-436F-9650-74C9D53F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DDD742-BEEA-49CD-963B-E8AFB625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8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71">
            <a:extLst xmlns:a="http://schemas.openxmlformats.org/drawingml/2006/main">
              <a:ext uri="{FF2B5EF4-FFF2-40B4-BE49-F238E27FC236}">
                <a16:creationId xmlns:a16="http://schemas.microsoft.com/office/drawing/2014/main" id="{B6724D19-1E01-48BD-AA40-EB016DD3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2D3A97-9BF6-448F-92D9-B3BEAB76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text-872">
            <a:extLst xmlns:a="http://schemas.openxmlformats.org/drawingml/2006/main">
              <a:ext uri="{FF2B5EF4-FFF2-40B4-BE49-F238E27FC236}">
                <a16:creationId xmlns:a16="http://schemas.microsoft.com/office/drawing/2014/main" id="{5C874E71-4A88-4490-AFF0-89E72CDE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873">
            <a:extLst xmlns:a="http://schemas.openxmlformats.org/drawingml/2006/main">
              <a:ext uri="{FF2B5EF4-FFF2-40B4-BE49-F238E27FC236}">
                <a16:creationId xmlns:a16="http://schemas.microsoft.com/office/drawing/2014/main" id="{5265C49C-FDB6-4FA7-AB99-FEC0F6CA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874">
            <a:extLst xmlns:a="http://schemas.openxmlformats.org/drawingml/2006/main">
              <a:ext uri="{FF2B5EF4-FFF2-40B4-BE49-F238E27FC236}">
                <a16:creationId xmlns:a16="http://schemas.microsoft.com/office/drawing/2014/main" id="{12136B85-638C-4595-AB08-53925C3E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75">
            <a:extLst xmlns:a="http://schemas.openxmlformats.org/drawingml/2006/main">
              <a:ext uri="{FF2B5EF4-FFF2-40B4-BE49-F238E27FC236}">
                <a16:creationId xmlns:a16="http://schemas.microsoft.com/office/drawing/2014/main" id="{E0752666-6A3B-4864-81C4-AD5E5E69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876">
            <a:extLst xmlns:a="http://schemas.openxmlformats.org/drawingml/2006/main">
              <a:ext uri="{FF2B5EF4-FFF2-40B4-BE49-F238E27FC236}">
                <a16:creationId xmlns:a16="http://schemas.microsoft.com/office/drawing/2014/main" id="{11727AFC-80DE-4E1C-9FE9-6C846852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77">
            <a:extLst xmlns:a="http://schemas.openxmlformats.org/drawingml/2006/main">
              <a:ext uri="{FF2B5EF4-FFF2-40B4-BE49-F238E27FC236}">
                <a16:creationId xmlns:a16="http://schemas.microsoft.com/office/drawing/2014/main" id="{DCCB49FF-CB96-47F8-9758-436C7FA3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878">
            <a:extLst xmlns:a="http://schemas.openxmlformats.org/drawingml/2006/main">
              <a:ext uri="{FF2B5EF4-FFF2-40B4-BE49-F238E27FC236}">
                <a16:creationId xmlns:a16="http://schemas.microsoft.com/office/drawing/2014/main" id="{D25A556F-6DEA-4F53-B660-D456F569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879">
            <a:extLst xmlns:a="http://schemas.openxmlformats.org/drawingml/2006/main">
              <a:ext uri="{FF2B5EF4-FFF2-40B4-BE49-F238E27FC236}">
                <a16:creationId xmlns:a16="http://schemas.microsoft.com/office/drawing/2014/main" id="{105EE00D-E5A5-4A26-9FE9-E4458F4E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880">
            <a:extLst xmlns:a="http://schemas.openxmlformats.org/drawingml/2006/main">
              <a:ext uri="{FF2B5EF4-FFF2-40B4-BE49-F238E27FC236}">
                <a16:creationId xmlns:a16="http://schemas.microsoft.com/office/drawing/2014/main" id="{39FB8829-9B30-4E5A-937C-41B787CE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881">
            <a:extLst xmlns:a="http://schemas.openxmlformats.org/drawingml/2006/main">
              <a:ext uri="{FF2B5EF4-FFF2-40B4-BE49-F238E27FC236}">
                <a16:creationId xmlns:a16="http://schemas.microsoft.com/office/drawing/2014/main" id="{BD55DC9E-B03C-4412-983A-CBF69E9F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882">
            <a:extLst xmlns:a="http://schemas.openxmlformats.org/drawingml/2006/main">
              <a:ext uri="{FF2B5EF4-FFF2-40B4-BE49-F238E27FC236}">
                <a16:creationId xmlns:a16="http://schemas.microsoft.com/office/drawing/2014/main" id="{49B1D2FC-9164-4925-AEEB-BB22006C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883">
            <a:extLst xmlns:a="http://schemas.openxmlformats.org/drawingml/2006/main">
              <a:ext uri="{FF2B5EF4-FFF2-40B4-BE49-F238E27FC236}">
                <a16:creationId xmlns:a16="http://schemas.microsoft.com/office/drawing/2014/main" id="{1E8CDA22-618E-4C8D-9FBF-6E756E62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884">
            <a:extLst xmlns:a="http://schemas.openxmlformats.org/drawingml/2006/main">
              <a:ext uri="{FF2B5EF4-FFF2-40B4-BE49-F238E27FC236}">
                <a16:creationId xmlns:a16="http://schemas.microsoft.com/office/drawing/2014/main" id="{00E2629F-52A6-4250-920B-140FCFFA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976">
            <a:extLst xmlns:a="http://schemas.openxmlformats.org/drawingml/2006/main">
              <a:ext uri="{FF2B5EF4-FFF2-40B4-BE49-F238E27FC236}">
                <a16:creationId xmlns:a16="http://schemas.microsoft.com/office/drawing/2014/main" id="{FBDA39FA-BE38-4947-9432-E207A8F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31d857be5a4c30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701079e0f745ea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a272875561464a"/>
              </a:rPr>
              <a:t>Google Sites ↗</a:t>
            </a:r>
          </a:p>
        </p:txBody>
      </p:sp>
      <p:sp>
        <p:nvSpPr>
          <p:cNvPr id="20" name="shape-1046">
            <a:extLst xmlns:a="http://schemas.openxmlformats.org/drawingml/2006/main">
              <a:ext uri="{FF2B5EF4-FFF2-40B4-BE49-F238E27FC236}">
                <a16:creationId xmlns:a16="http://schemas.microsoft.com/office/drawing/2014/main" id="{17DB23C4-5D2C-4BA5-BEBC-3095B1AD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d6c93f1304fc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47">
            <a:extLst xmlns:a="http://schemas.openxmlformats.org/drawingml/2006/main">
              <a:ext uri="{FF2B5EF4-FFF2-40B4-BE49-F238E27FC236}">
                <a16:creationId xmlns:a16="http://schemas.microsoft.com/office/drawing/2014/main" id="{66B12A89-49AB-46A6-BA0E-A591D735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f734b0f674ca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48">
            <a:extLst xmlns:a="http://schemas.openxmlformats.org/drawingml/2006/main">
              <a:ext uri="{FF2B5EF4-FFF2-40B4-BE49-F238E27FC236}">
                <a16:creationId xmlns:a16="http://schemas.microsoft.com/office/drawing/2014/main" id="{F02F54C8-1C63-4560-AF1A-A9DBA5DB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85c480c7849b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49">
            <a:extLst xmlns:a="http://schemas.openxmlformats.org/drawingml/2006/main">
              <a:ext uri="{FF2B5EF4-FFF2-40B4-BE49-F238E27FC236}">
                <a16:creationId xmlns:a16="http://schemas.microsoft.com/office/drawing/2014/main" id="{887A5513-230F-4B86-9702-FE831E75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72665582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85">
            <a:extLst xmlns:a="http://schemas.openxmlformats.org/drawingml/2006/main">
              <a:ext uri="{FF2B5EF4-FFF2-40B4-BE49-F238E27FC236}">
                <a16:creationId xmlns:a16="http://schemas.microsoft.com/office/drawing/2014/main" id="{8DC01D0B-5FBB-4083-A8C1-945161B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TOOL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4D4C02-36F1-4786-B3D2-8ED6627B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效率提高之後，省下的時間要還給人生</a:t>
            </a:r>
          </a:p>
        </p:txBody>
      </p:sp>
      <p:cxnSp>
        <p:nvCxnSpPr>
          <p:cNvPr id="24" name="shape-8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87">
            <a:extLst xmlns:a="http://schemas.openxmlformats.org/drawingml/2006/main">
              <a:ext uri="{FF2B5EF4-FFF2-40B4-BE49-F238E27FC236}">
                <a16:creationId xmlns:a16="http://schemas.microsoft.com/office/drawing/2014/main" id="{70443F31-9FDA-47F2-BEA9-DE946F98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B541ED-A1F3-4414-84D1-BA286285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888">
            <a:extLst xmlns:a="http://schemas.openxmlformats.org/drawingml/2006/main">
              <a:ext uri="{FF2B5EF4-FFF2-40B4-BE49-F238E27FC236}">
                <a16:creationId xmlns:a16="http://schemas.microsoft.com/office/drawing/2014/main" id="{B515A0F2-BC3B-41AF-8789-0BEF89FA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89">
            <a:extLst xmlns:a="http://schemas.openxmlformats.org/drawingml/2006/main">
              <a:ext uri="{FF2B5EF4-FFF2-40B4-BE49-F238E27FC236}">
                <a16:creationId xmlns:a16="http://schemas.microsoft.com/office/drawing/2014/main" id="{0BC2F1EB-EC78-45A8-833F-92079828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90">
            <a:extLst xmlns:a="http://schemas.openxmlformats.org/drawingml/2006/main">
              <a:ext uri="{FF2B5EF4-FFF2-40B4-BE49-F238E27FC236}">
                <a16:creationId xmlns:a16="http://schemas.microsoft.com/office/drawing/2014/main" id="{93B94E24-2537-4097-8660-5932066C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不是更多任務</a:t>
            </a:r>
          </a:p>
        </p:txBody>
      </p:sp>
      <p:sp>
        <p:nvSpPr>
          <p:cNvPr id="9" name="text-891">
            <a:extLst xmlns:a="http://schemas.openxmlformats.org/drawingml/2006/main">
              <a:ext uri="{FF2B5EF4-FFF2-40B4-BE49-F238E27FC236}">
                <a16:creationId xmlns:a16="http://schemas.microsoft.com/office/drawing/2014/main" id="{5B2C2D10-A0F1-4845-A8FC-79F42382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讓一件事更快完成；空出的時間，不必自動再塞滿。</a:t>
            </a:r>
          </a:p>
        </p:txBody>
      </p:sp>
      <p:sp>
        <p:nvSpPr>
          <p:cNvPr id="10" name="shape-892">
            <a:extLst xmlns:a="http://schemas.openxmlformats.org/drawingml/2006/main">
              <a:ext uri="{FF2B5EF4-FFF2-40B4-BE49-F238E27FC236}">
                <a16:creationId xmlns:a16="http://schemas.microsoft.com/office/drawing/2014/main" id="{48585007-7F20-4535-B6BE-09998FCB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93">
            <a:extLst xmlns:a="http://schemas.openxmlformats.org/drawingml/2006/main">
              <a:ext uri="{FF2B5EF4-FFF2-40B4-BE49-F238E27FC236}">
                <a16:creationId xmlns:a16="http://schemas.microsoft.com/office/drawing/2014/main" id="{66EA7DDD-7827-4E4A-9D8E-13D0E3C5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94">
            <a:extLst xmlns:a="http://schemas.openxmlformats.org/drawingml/2006/main">
              <a:ext uri="{FF2B5EF4-FFF2-40B4-BE49-F238E27FC236}">
                <a16:creationId xmlns:a16="http://schemas.microsoft.com/office/drawing/2014/main" id="{24D42E14-BA2D-463D-A90C-F67F4F5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真正重要的事</a:t>
            </a:r>
          </a:p>
        </p:txBody>
      </p:sp>
      <p:sp>
        <p:nvSpPr>
          <p:cNvPr id="13" name="text-895">
            <a:extLst xmlns:a="http://schemas.openxmlformats.org/drawingml/2006/main">
              <a:ext uri="{FF2B5EF4-FFF2-40B4-BE49-F238E27FC236}">
                <a16:creationId xmlns:a16="http://schemas.microsoft.com/office/drawing/2014/main" id="{4B0C2619-1F2D-476D-9E6D-4117574E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培養興趣、探索志向，陪伴孩子與家人，和同儕深入交流。</a:t>
            </a:r>
          </a:p>
        </p:txBody>
      </p:sp>
      <p:sp>
        <p:nvSpPr>
          <p:cNvPr id="14" name="shape-896">
            <a:extLst xmlns:a="http://schemas.openxmlformats.org/drawingml/2006/main">
              <a:ext uri="{FF2B5EF4-FFF2-40B4-BE49-F238E27FC236}">
                <a16:creationId xmlns:a16="http://schemas.microsoft.com/office/drawing/2014/main" id="{651DC1F2-8573-4F41-A194-AC46D972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97">
            <a:extLst xmlns:a="http://schemas.openxmlformats.org/drawingml/2006/main">
              <a:ext uri="{FF2B5EF4-FFF2-40B4-BE49-F238E27FC236}">
                <a16:creationId xmlns:a16="http://schemas.microsoft.com/office/drawing/2014/main" id="{3D267F4F-B3E8-4303-B7E9-CD72F82B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98">
            <a:extLst xmlns:a="http://schemas.openxmlformats.org/drawingml/2006/main">
              <a:ext uri="{FF2B5EF4-FFF2-40B4-BE49-F238E27FC236}">
                <a16:creationId xmlns:a16="http://schemas.microsoft.com/office/drawing/2014/main" id="{2E7A6CF0-B076-467B-BBFB-A47AC77E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保留人的主導權</a:t>
            </a:r>
          </a:p>
        </p:txBody>
      </p:sp>
      <p:sp>
        <p:nvSpPr>
          <p:cNvPr id="17" name="text-899">
            <a:extLst xmlns:a="http://schemas.openxmlformats.org/drawingml/2006/main">
              <a:ext uri="{FF2B5EF4-FFF2-40B4-BE49-F238E27FC236}">
                <a16:creationId xmlns:a16="http://schemas.microsoft.com/office/drawing/2014/main" id="{F5D952E2-26A1-4C6D-ACDB-BA422A4E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我們駕馭 Agent，不讓它把效率轉成無止境的工作清單。</a:t>
            </a:r>
          </a:p>
        </p:txBody>
      </p:sp>
      <p:sp>
        <p:nvSpPr>
          <p:cNvPr id="18" name="shape-900">
            <a:extLst xmlns:a="http://schemas.openxmlformats.org/drawingml/2006/main">
              <a:ext uri="{FF2B5EF4-FFF2-40B4-BE49-F238E27FC236}">
                <a16:creationId xmlns:a16="http://schemas.microsoft.com/office/drawing/2014/main" id="{44FF4656-0C55-4972-8FE4-F3A54B2E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01">
            <a:extLst xmlns:a="http://schemas.openxmlformats.org/drawingml/2006/main">
              <a:ext uri="{FF2B5EF4-FFF2-40B4-BE49-F238E27FC236}">
                <a16:creationId xmlns:a16="http://schemas.microsoft.com/office/drawing/2014/main" id="{AA1337CD-181B-45EC-863A-E2924089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02">
            <a:extLst xmlns:a="http://schemas.openxmlformats.org/drawingml/2006/main">
              <a:ext uri="{FF2B5EF4-FFF2-40B4-BE49-F238E27FC236}">
                <a16:creationId xmlns:a16="http://schemas.microsoft.com/office/drawing/2014/main" id="{5357924D-0371-4EBE-BD09-140A151D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素養教育的所在</a:t>
            </a:r>
          </a:p>
        </p:txBody>
      </p:sp>
      <p:sp>
        <p:nvSpPr>
          <p:cNvPr id="21" name="text-903">
            <a:extLst xmlns:a="http://schemas.openxmlformats.org/drawingml/2006/main">
              <a:ext uri="{FF2B5EF4-FFF2-40B4-BE49-F238E27FC236}">
                <a16:creationId xmlns:a16="http://schemas.microsoft.com/office/drawing/2014/main" id="{9CE79470-EC8C-4303-BA43-C361A893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把工具能力內化成生活選擇，讓科技服務關係、成長與意義。</a:t>
            </a:r>
          </a:p>
        </p:txBody>
      </p:sp>
    </p:spTree>
    <p:extLst>
      <p:ext uri="{BB962C8B-B14F-4D97-AF65-F5344CB8AC3E}">
        <p14:creationId xmlns:p14="http://schemas.microsoft.com/office/powerpoint/2010/main" val="89597178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904">
            <a:extLst xmlns:a="http://schemas.openxmlformats.org/drawingml/2006/main">
              <a:ext uri="{FF2B5EF4-FFF2-40B4-BE49-F238E27FC236}">
                <a16:creationId xmlns:a16="http://schemas.microsoft.com/office/drawing/2014/main" id="{88DED138-AE8F-4F85-AFBE-71F38421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694944-3EB7-476D-849A-3A668D7D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9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06">
            <a:extLst xmlns:a="http://schemas.openxmlformats.org/drawingml/2006/main">
              <a:ext uri="{FF2B5EF4-FFF2-40B4-BE49-F238E27FC236}">
                <a16:creationId xmlns:a16="http://schemas.microsoft.com/office/drawing/2014/main" id="{C5E5FA8B-A848-417B-9C07-D4124879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CC2CDD-EC94-4C38-8EC8-1EE5D01C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shape-907">
            <a:extLst xmlns:a="http://schemas.openxmlformats.org/drawingml/2006/main">
              <a:ext uri="{FF2B5EF4-FFF2-40B4-BE49-F238E27FC236}">
                <a16:creationId xmlns:a16="http://schemas.microsoft.com/office/drawing/2014/main" id="{3ADEBD2F-F3F1-4BD2-A307-82F65D59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08">
            <a:extLst xmlns:a="http://schemas.openxmlformats.org/drawingml/2006/main">
              <a:ext uri="{FF2B5EF4-FFF2-40B4-BE49-F238E27FC236}">
                <a16:creationId xmlns:a16="http://schemas.microsoft.com/office/drawing/2014/main" id="{D626FB38-AC40-41CF-BF04-DBCD14AF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</a:t>
            </a:r>
          </a:p>
        </p:txBody>
      </p:sp>
      <p:sp>
        <p:nvSpPr>
          <p:cNvPr id="8" name="text-909">
            <a:extLst xmlns:a="http://schemas.openxmlformats.org/drawingml/2006/main">
              <a:ext uri="{FF2B5EF4-FFF2-40B4-BE49-F238E27FC236}">
                <a16:creationId xmlns:a16="http://schemas.microsoft.com/office/drawing/2014/main" id="{EBA5ED94-64AF-4FAA-AF68-40117F42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a540ead617d479c"/>
              </a:rPr>
              <a:t>公開網站資源 ↗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bb6b9062c42b0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910">
            <a:extLst xmlns:a="http://schemas.openxmlformats.org/drawingml/2006/main">
              <a:ext uri="{FF2B5EF4-FFF2-40B4-BE49-F238E27FC236}">
                <a16:creationId xmlns:a16="http://schemas.microsoft.com/office/drawing/2014/main" id="{B16DC1E2-914C-4EA0-9123-1536BA06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911">
            <a:extLst xmlns:a="http://schemas.openxmlformats.org/drawingml/2006/main">
              <a:ext uri="{FF2B5EF4-FFF2-40B4-BE49-F238E27FC236}">
                <a16:creationId xmlns:a16="http://schemas.microsoft.com/office/drawing/2014/main" id="{4FF7F41B-FE54-4D86-A35D-57DE1174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912">
            <a:extLst xmlns:a="http://schemas.openxmlformats.org/drawingml/2006/main">
              <a:ext uri="{FF2B5EF4-FFF2-40B4-BE49-F238E27FC236}">
                <a16:creationId xmlns:a16="http://schemas.microsoft.com/office/drawing/2014/main" id="{CC711652-ECB1-4206-BE92-85954C85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3f04e77a6324605"/>
              </a:rPr>
              <a:t>公開網站資源 ↗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f32eabf4c4d38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913">
            <a:extLst xmlns:a="http://schemas.openxmlformats.org/drawingml/2006/main">
              <a:ext uri="{FF2B5EF4-FFF2-40B4-BE49-F238E27FC236}">
                <a16:creationId xmlns:a16="http://schemas.microsoft.com/office/drawing/2014/main" id="{FF3C080F-F3CA-4DE2-861B-A988E704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14">
            <a:extLst xmlns:a="http://schemas.openxmlformats.org/drawingml/2006/main">
              <a:ext uri="{FF2B5EF4-FFF2-40B4-BE49-F238E27FC236}">
                <a16:creationId xmlns:a16="http://schemas.microsoft.com/office/drawing/2014/main" id="{EAD9103B-ACAA-457D-855E-FB443FDD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915">
            <a:extLst xmlns:a="http://schemas.openxmlformats.org/drawingml/2006/main">
              <a:ext uri="{FF2B5EF4-FFF2-40B4-BE49-F238E27FC236}">
                <a16:creationId xmlns:a16="http://schemas.microsoft.com/office/drawing/2014/main" id="{5A4339B5-DA3C-48DB-83A6-E9AD7B80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f41d8f14af49ee"/>
              </a:rPr>
              <a:t>公開網站資源 ↗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86ef0f63745f1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916">
            <a:extLst xmlns:a="http://schemas.openxmlformats.org/drawingml/2006/main">
              <a:ext uri="{FF2B5EF4-FFF2-40B4-BE49-F238E27FC236}">
                <a16:creationId xmlns:a16="http://schemas.microsoft.com/office/drawing/2014/main" id="{43003A46-17FC-4E74-B601-53442A1B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17">
            <a:extLst xmlns:a="http://schemas.openxmlformats.org/drawingml/2006/main">
              <a:ext uri="{FF2B5EF4-FFF2-40B4-BE49-F238E27FC236}">
                <a16:creationId xmlns:a16="http://schemas.microsoft.com/office/drawing/2014/main" id="{C3A1F45F-5B33-4129-826E-46043989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918">
            <a:extLst xmlns:a="http://schemas.openxmlformats.org/drawingml/2006/main">
              <a:ext uri="{FF2B5EF4-FFF2-40B4-BE49-F238E27FC236}">
                <a16:creationId xmlns:a16="http://schemas.microsoft.com/office/drawing/2014/main" id="{F0015433-0559-4F1D-BFB7-10991A7D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4a707c7b3d45e9"/>
              </a:rPr>
              <a:t>公開網站資源 ↗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9acfd549f4b92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919">
            <a:extLst xmlns:a="http://schemas.openxmlformats.org/drawingml/2006/main">
              <a:ext uri="{FF2B5EF4-FFF2-40B4-BE49-F238E27FC236}">
                <a16:creationId xmlns:a16="http://schemas.microsoft.com/office/drawing/2014/main" id="{20FCF46E-85B5-49E1-8D63-0E08C471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920">
            <a:extLst xmlns:a="http://schemas.openxmlformats.org/drawingml/2006/main">
              <a:ext uri="{FF2B5EF4-FFF2-40B4-BE49-F238E27FC236}">
                <a16:creationId xmlns:a16="http://schemas.microsoft.com/office/drawing/2014/main" id="{8EE46E6A-627B-4717-B875-57FD8080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921">
            <a:extLst xmlns:a="http://schemas.openxmlformats.org/drawingml/2006/main">
              <a:ext uri="{FF2B5EF4-FFF2-40B4-BE49-F238E27FC236}">
                <a16:creationId xmlns:a16="http://schemas.microsoft.com/office/drawing/2014/main" id="{A12C74AA-D2B3-41F1-939D-B515579A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f1a1fdb1e1441c"/>
              </a:rPr>
              <a:t>公開網站資源 ↗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13193a86144e2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922">
            <a:extLst xmlns:a="http://schemas.openxmlformats.org/drawingml/2006/main">
              <a:ext uri="{FF2B5EF4-FFF2-40B4-BE49-F238E27FC236}">
                <a16:creationId xmlns:a16="http://schemas.microsoft.com/office/drawing/2014/main" id="{1F5E447E-5DB8-405F-A9A2-BAC1E573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923">
            <a:extLst xmlns:a="http://schemas.openxmlformats.org/drawingml/2006/main">
              <a:ext uri="{FF2B5EF4-FFF2-40B4-BE49-F238E27FC236}">
                <a16:creationId xmlns:a16="http://schemas.microsoft.com/office/drawing/2014/main" id="{8B25DB6C-E27E-459A-94D8-4C9EF6A7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924">
            <a:extLst xmlns:a="http://schemas.openxmlformats.org/drawingml/2006/main">
              <a:ext uri="{FF2B5EF4-FFF2-40B4-BE49-F238E27FC236}">
                <a16:creationId xmlns:a16="http://schemas.microsoft.com/office/drawing/2014/main" id="{BAD2B391-E11A-49F5-9BD7-A97C81DE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c3018d754646e5"/>
              </a:rPr>
              <a:t>公開網站資源 ↗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33903a50cb49b7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925">
            <a:extLst xmlns:a="http://schemas.openxmlformats.org/drawingml/2006/main">
              <a:ext uri="{FF2B5EF4-FFF2-40B4-BE49-F238E27FC236}">
                <a16:creationId xmlns:a16="http://schemas.microsoft.com/office/drawing/2014/main" id="{4B65EA15-B4A7-4239-AF54-6D5210EB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926">
            <a:extLst xmlns:a="http://schemas.openxmlformats.org/drawingml/2006/main">
              <a:ext uri="{FF2B5EF4-FFF2-40B4-BE49-F238E27FC236}">
                <a16:creationId xmlns:a16="http://schemas.microsoft.com/office/drawing/2014/main" id="{3AD72652-C84F-426D-AAB9-1B99FCA8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927">
            <a:extLst xmlns:a="http://schemas.openxmlformats.org/drawingml/2006/main">
              <a:ext uri="{FF2B5EF4-FFF2-40B4-BE49-F238E27FC236}">
                <a16:creationId xmlns:a16="http://schemas.microsoft.com/office/drawing/2014/main" id="{8AEF2937-5181-467A-A791-17FE3B07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374ee157ab042e7"/>
              </a:rPr>
              <a:t>公開網站資源 ↗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50a2febbd48ae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928">
            <a:extLst xmlns:a="http://schemas.openxmlformats.org/drawingml/2006/main">
              <a:ext uri="{FF2B5EF4-FFF2-40B4-BE49-F238E27FC236}">
                <a16:creationId xmlns:a16="http://schemas.microsoft.com/office/drawing/2014/main" id="{576232E2-6BC5-40BE-A2B8-7F441F16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929">
            <a:extLst xmlns:a="http://schemas.openxmlformats.org/drawingml/2006/main">
              <a:ext uri="{FF2B5EF4-FFF2-40B4-BE49-F238E27FC236}">
                <a16:creationId xmlns:a16="http://schemas.microsoft.com/office/drawing/2014/main" id="{A99A4C8F-3F90-401F-983E-1E371927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930">
            <a:extLst xmlns:a="http://schemas.openxmlformats.org/drawingml/2006/main">
              <a:ext uri="{FF2B5EF4-FFF2-40B4-BE49-F238E27FC236}">
                <a16:creationId xmlns:a16="http://schemas.microsoft.com/office/drawing/2014/main" id="{78BCF433-0767-4CA2-8948-D3F9EE46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bda7e596c748cd"/>
              </a:rPr>
              <a:t>公開網站資源 ↗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f522306414d4b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931">
            <a:extLst xmlns:a="http://schemas.openxmlformats.org/drawingml/2006/main">
              <a:ext uri="{FF2B5EF4-FFF2-40B4-BE49-F238E27FC236}">
                <a16:creationId xmlns:a16="http://schemas.microsoft.com/office/drawing/2014/main" id="{78993A20-E106-4C70-99E0-DDE71A03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932">
            <a:extLst xmlns:a="http://schemas.openxmlformats.org/drawingml/2006/main">
              <a:ext uri="{FF2B5EF4-FFF2-40B4-BE49-F238E27FC236}">
                <a16:creationId xmlns:a16="http://schemas.microsoft.com/office/drawing/2014/main" id="{5445D309-3DB7-4DA2-81FE-7658929C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933">
            <a:extLst xmlns:a="http://schemas.openxmlformats.org/drawingml/2006/main">
              <a:ext uri="{FF2B5EF4-FFF2-40B4-BE49-F238E27FC236}">
                <a16:creationId xmlns:a16="http://schemas.microsoft.com/office/drawing/2014/main" id="{98036363-5572-4C00-A17B-AD3FBA54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95295869cc4888"/>
              </a:rPr>
              <a:t>公開網站資源 ↗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f573bc97349f6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934">
            <a:extLst xmlns:a="http://schemas.openxmlformats.org/drawingml/2006/main">
              <a:ext uri="{FF2B5EF4-FFF2-40B4-BE49-F238E27FC236}">
                <a16:creationId xmlns:a16="http://schemas.microsoft.com/office/drawing/2014/main" id="{AFB2395D-F0E3-4699-BCDB-45ADF499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935">
            <a:extLst xmlns:a="http://schemas.openxmlformats.org/drawingml/2006/main">
              <a:ext uri="{FF2B5EF4-FFF2-40B4-BE49-F238E27FC236}">
                <a16:creationId xmlns:a16="http://schemas.microsoft.com/office/drawing/2014/main" id="{0841BA53-0A62-45A8-9090-1C11CB1A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936">
            <a:extLst xmlns:a="http://schemas.openxmlformats.org/drawingml/2006/main">
              <a:ext uri="{FF2B5EF4-FFF2-40B4-BE49-F238E27FC236}">
                <a16:creationId xmlns:a16="http://schemas.microsoft.com/office/drawing/2014/main" id="{43BA8BA8-AE0D-43B1-8021-BEE5DDAE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d3a8f736f34a1a"/>
              </a:rPr>
              <a:t>公開網站資源 ↗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554be3ff294b2e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937">
            <a:extLst xmlns:a="http://schemas.openxmlformats.org/drawingml/2006/main">
              <a:ext uri="{FF2B5EF4-FFF2-40B4-BE49-F238E27FC236}">
                <a16:creationId xmlns:a16="http://schemas.microsoft.com/office/drawing/2014/main" id="{5BE2B66F-FBC4-48CC-8B18-940A9493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411293077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2026-08-25T01:19:24.1220000Z</dcterms:created>
  <dcterms:modified xsi:type="dcterms:W3CDTF">2026-08-25T01:19:24.1220000Z</dcterms:modified>
</coreProperties>
</file>