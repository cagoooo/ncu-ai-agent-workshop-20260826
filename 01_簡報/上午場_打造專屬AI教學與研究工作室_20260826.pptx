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5df6309ba84d6d" /><Relationship Type="http://schemas.openxmlformats.org/officeDocument/2006/relationships/extended-properties" Target="/docProps/app.xml" Id="R5249d73540704c05" /><Relationship Type="http://schemas.openxmlformats.org/officeDocument/2006/relationships/officeDocument" Target="/ppt/presentation.xml" Id="R90830043e9924af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96070e6b90464f"/>
  </p:sldMasterIdLst>
  <p:notesMasterIdLst>
    <p:notesMasterId xmlns:r="http://schemas.openxmlformats.org/officeDocument/2006/relationships" r:id="Rb54fccedf3904e4a"/>
  </p:notesMasterIdLst>
  <p:sldIdLst>
    <p:sldId xmlns:r="http://schemas.openxmlformats.org/officeDocument/2006/relationships" id="256" r:id="Rf925a92f7ed74a86"/>
    <p:sldId xmlns:r="http://schemas.openxmlformats.org/officeDocument/2006/relationships" id="257" r:id="R75558f7dd69347e8"/>
    <p:sldId xmlns:r="http://schemas.openxmlformats.org/officeDocument/2006/relationships" id="258" r:id="R9eda47a8e51c4d16"/>
    <p:sldId xmlns:r="http://schemas.openxmlformats.org/officeDocument/2006/relationships" id="259" r:id="R74546fe6307042dd"/>
    <p:sldId xmlns:r="http://schemas.openxmlformats.org/officeDocument/2006/relationships" id="260" r:id="Re65d060c4dc84b10"/>
    <p:sldId xmlns:r="http://schemas.openxmlformats.org/officeDocument/2006/relationships" id="261" r:id="Rbe8b2f1a8095422b"/>
    <p:sldId xmlns:r="http://schemas.openxmlformats.org/officeDocument/2006/relationships" id="262" r:id="Rb58e894fbc924502"/>
    <p:sldId xmlns:r="http://schemas.openxmlformats.org/officeDocument/2006/relationships" id="263" r:id="R9e8fd183f3234b00"/>
    <p:sldId xmlns:r="http://schemas.openxmlformats.org/officeDocument/2006/relationships" id="264" r:id="R0e2ad6c8e70c4d65"/>
    <p:sldId xmlns:r="http://schemas.openxmlformats.org/officeDocument/2006/relationships" id="265" r:id="Rd6899d0576f44388"/>
    <p:sldId xmlns:r="http://schemas.openxmlformats.org/officeDocument/2006/relationships" id="266" r:id="R757fb55433294144"/>
    <p:sldId xmlns:r="http://schemas.openxmlformats.org/officeDocument/2006/relationships" id="267" r:id="R9627749617d9404a"/>
    <p:sldId xmlns:r="http://schemas.openxmlformats.org/officeDocument/2006/relationships" id="268" r:id="R3bc5160bd4094844"/>
    <p:sldId xmlns:r="http://schemas.openxmlformats.org/officeDocument/2006/relationships" id="269" r:id="R89ae9dd8fe4a434f"/>
    <p:sldId xmlns:r="http://schemas.openxmlformats.org/officeDocument/2006/relationships" id="270" r:id="R4ce56cd2665a49bd"/>
    <p:sldId xmlns:r="http://schemas.openxmlformats.org/officeDocument/2006/relationships" id="271" r:id="Rc89e597cc2794689"/>
    <p:sldId xmlns:r="http://schemas.openxmlformats.org/officeDocument/2006/relationships" id="272" r:id="Rc79e0b48e0df4f8f"/>
    <p:sldId xmlns:r="http://schemas.openxmlformats.org/officeDocument/2006/relationships" id="273" r:id="R38504484bee64f2b"/>
    <p:sldId xmlns:r="http://schemas.openxmlformats.org/officeDocument/2006/relationships" id="274" r:id="R2e268c7723b44fe3"/>
    <p:sldId xmlns:r="http://schemas.openxmlformats.org/officeDocument/2006/relationships" id="275" r:id="Rf689754e12004b91"/>
    <p:sldId xmlns:r="http://schemas.openxmlformats.org/officeDocument/2006/relationships" id="276" r:id="Ra603c31363e64ffb"/>
    <p:sldId xmlns:r="http://schemas.openxmlformats.org/officeDocument/2006/relationships" id="277" r:id="R079ca602086e461b"/>
    <p:sldId xmlns:r="http://schemas.openxmlformats.org/officeDocument/2006/relationships" id="278" r:id="R6eeb8a3959ac4246"/>
    <p:sldId xmlns:r="http://schemas.openxmlformats.org/officeDocument/2006/relationships" id="279" r:id="R31154a2392ca43d7"/>
    <p:sldId xmlns:r="http://schemas.openxmlformats.org/officeDocument/2006/relationships" id="280" r:id="R9f2b3bceb0354f59"/>
    <p:sldId xmlns:r="http://schemas.openxmlformats.org/officeDocument/2006/relationships" id="281" r:id="R39a3168f6f134a3f"/>
    <p:sldId xmlns:r="http://schemas.openxmlformats.org/officeDocument/2006/relationships" id="282" r:id="R5181c015d64045ee"/>
    <p:sldId xmlns:r="http://schemas.openxmlformats.org/officeDocument/2006/relationships" id="283" r:id="Rb6079e89d8524239"/>
    <p:sldId xmlns:r="http://schemas.openxmlformats.org/officeDocument/2006/relationships" id="284" r:id="R7d93c70900ad493f"/>
    <p:sldId xmlns:r="http://schemas.openxmlformats.org/officeDocument/2006/relationships" id="285" r:id="R4fb24809bee948fd"/>
    <p:sldId xmlns:r="http://schemas.openxmlformats.org/officeDocument/2006/relationships" id="286" r:id="R5e5dd3b89c7d4496"/>
    <p:sldId xmlns:r="http://schemas.openxmlformats.org/officeDocument/2006/relationships" id="287" r:id="R2eb5ce5d47944d13"/>
    <p:sldId xmlns:r="http://schemas.openxmlformats.org/officeDocument/2006/relationships" id="288" r:id="Re01817a044774db7"/>
    <p:sldId xmlns:r="http://schemas.openxmlformats.org/officeDocument/2006/relationships" id="289" r:id="R7d71ad20a27c44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354a674b16484e" /><Relationship Type="http://schemas.openxmlformats.org/officeDocument/2006/relationships/slideMaster" Target="/ppt/slideMasters/slideMaster1.xml" Id="Ree96070e6b90464f" /><Relationship Type="http://schemas.openxmlformats.org/officeDocument/2006/relationships/notesMaster" Target="/ppt/notesMasters/notesMaster1.xml" Id="Rb54fccedf3904e4a" /><Relationship Type="http://schemas.openxmlformats.org/officeDocument/2006/relationships/presProps" Target="/ppt/presProps.xml" Id="R4f2c69a4c84349ce" /><Relationship Type="http://schemas.openxmlformats.org/officeDocument/2006/relationships/tableStyles" Target="/ppt/tableStyles.xml" Id="Rf8462f8198514a87" /><Relationship Type="http://schemas.openxmlformats.org/officeDocument/2006/relationships/slide" Target="/ppt/slides/slide1.xml" Id="Rf925a92f7ed74a86" /><Relationship Type="http://schemas.openxmlformats.org/officeDocument/2006/relationships/slide" Target="/ppt/slides/slide2.xml" Id="R75558f7dd69347e8" /><Relationship Type="http://schemas.openxmlformats.org/officeDocument/2006/relationships/slide" Target="/ppt/slides/slide3.xml" Id="R9eda47a8e51c4d16" /><Relationship Type="http://schemas.openxmlformats.org/officeDocument/2006/relationships/slide" Target="/ppt/slides/slide4.xml" Id="R74546fe6307042dd" /><Relationship Type="http://schemas.openxmlformats.org/officeDocument/2006/relationships/slide" Target="/ppt/slides/slide5.xml" Id="Re65d060c4dc84b10" /><Relationship Type="http://schemas.openxmlformats.org/officeDocument/2006/relationships/slide" Target="/ppt/slides/slide6.xml" Id="Rbe8b2f1a8095422b" /><Relationship Type="http://schemas.openxmlformats.org/officeDocument/2006/relationships/slide" Target="/ppt/slides/slide7.xml" Id="Rb58e894fbc924502" /><Relationship Type="http://schemas.openxmlformats.org/officeDocument/2006/relationships/slide" Target="/ppt/slides/slide8.xml" Id="R9e8fd183f3234b00" /><Relationship Type="http://schemas.openxmlformats.org/officeDocument/2006/relationships/slide" Target="/ppt/slides/slide9.xml" Id="R0e2ad6c8e70c4d65" /><Relationship Type="http://schemas.openxmlformats.org/officeDocument/2006/relationships/slide" Target="/ppt/slides/slide10.xml" Id="Rd6899d0576f44388" /><Relationship Type="http://schemas.openxmlformats.org/officeDocument/2006/relationships/slide" Target="/ppt/slides/slide11.xml" Id="R757fb55433294144" /><Relationship Type="http://schemas.openxmlformats.org/officeDocument/2006/relationships/slide" Target="/ppt/slides/slide12.xml" Id="R9627749617d9404a" /><Relationship Type="http://schemas.openxmlformats.org/officeDocument/2006/relationships/slide" Target="/ppt/slides/slide13.xml" Id="R3bc5160bd4094844" /><Relationship Type="http://schemas.openxmlformats.org/officeDocument/2006/relationships/slide" Target="/ppt/slides/slide14.xml" Id="R89ae9dd8fe4a434f" /><Relationship Type="http://schemas.openxmlformats.org/officeDocument/2006/relationships/slide" Target="/ppt/slides/slide15.xml" Id="R4ce56cd2665a49bd" /><Relationship Type="http://schemas.openxmlformats.org/officeDocument/2006/relationships/slide" Target="/ppt/slides/slide16.xml" Id="Rc89e597cc2794689" /><Relationship Type="http://schemas.openxmlformats.org/officeDocument/2006/relationships/slide" Target="/ppt/slides/slide17.xml" Id="Rc79e0b48e0df4f8f" /><Relationship Type="http://schemas.openxmlformats.org/officeDocument/2006/relationships/slide" Target="/ppt/slides/slide18.xml" Id="R38504484bee64f2b" /><Relationship Type="http://schemas.openxmlformats.org/officeDocument/2006/relationships/slide" Target="/ppt/slides/slide19.xml" Id="R2e268c7723b44fe3" /><Relationship Type="http://schemas.openxmlformats.org/officeDocument/2006/relationships/slide" Target="/ppt/slides/slide20.xml" Id="Rf689754e12004b91" /><Relationship Type="http://schemas.openxmlformats.org/officeDocument/2006/relationships/slide" Target="/ppt/slides/slide21.xml" Id="Ra603c31363e64ffb" /><Relationship Type="http://schemas.openxmlformats.org/officeDocument/2006/relationships/slide" Target="/ppt/slides/slide22.xml" Id="R079ca602086e461b" /><Relationship Type="http://schemas.openxmlformats.org/officeDocument/2006/relationships/slide" Target="/ppt/slides/slide23.xml" Id="R6eeb8a3959ac4246" /><Relationship Type="http://schemas.openxmlformats.org/officeDocument/2006/relationships/slide" Target="/ppt/slides/slide24.xml" Id="R31154a2392ca43d7" /><Relationship Type="http://schemas.openxmlformats.org/officeDocument/2006/relationships/slide" Target="/ppt/slides/slide25.xml" Id="R9f2b3bceb0354f59" /><Relationship Type="http://schemas.openxmlformats.org/officeDocument/2006/relationships/slide" Target="/ppt/slides/slide26.xml" Id="R39a3168f6f134a3f" /><Relationship Type="http://schemas.openxmlformats.org/officeDocument/2006/relationships/slide" Target="/ppt/slides/slide27.xml" Id="R5181c015d64045ee" /><Relationship Type="http://schemas.openxmlformats.org/officeDocument/2006/relationships/slide" Target="/ppt/slides/slide28.xml" Id="Rb6079e89d8524239" /><Relationship Type="http://schemas.openxmlformats.org/officeDocument/2006/relationships/slide" Target="/ppt/slides/slide29.xml" Id="R7d93c70900ad493f" /><Relationship Type="http://schemas.openxmlformats.org/officeDocument/2006/relationships/slide" Target="/ppt/slides/slide30.xml" Id="R4fb24809bee948fd" /><Relationship Type="http://schemas.openxmlformats.org/officeDocument/2006/relationships/slide" Target="/ppt/slides/slide31.xml" Id="R5e5dd3b89c7d4496" /><Relationship Type="http://schemas.openxmlformats.org/officeDocument/2006/relationships/slide" Target="/ppt/slides/slide32.xml" Id="R2eb5ce5d47944d13" /><Relationship Type="http://schemas.openxmlformats.org/officeDocument/2006/relationships/slide" Target="/ppt/slides/slide33.xml" Id="Re01817a044774db7" /><Relationship Type="http://schemas.openxmlformats.org/officeDocument/2006/relationships/slide" Target="/ppt/slides/slide34.xml" Id="R7d71ad20a27c44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6e5b1fbf304c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ade029cd4b4741" /><Relationship Type="http://schemas.openxmlformats.org/officeDocument/2006/relationships/notesMaster" Target="/ppt/notesMasters/notesMaster1.xml" Id="R0cf0de32f6484a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2c52cca1d94b60" /><Relationship Type="http://schemas.openxmlformats.org/officeDocument/2006/relationships/notesMaster" Target="/ppt/notesMasters/notesMaster1.xml" Id="R12a49d5cddf440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98cf7bbe694e03" /><Relationship Type="http://schemas.openxmlformats.org/officeDocument/2006/relationships/notesMaster" Target="/ppt/notesMasters/notesMaster1.xml" Id="R0afa52e387614e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962ba614654578" /><Relationship Type="http://schemas.openxmlformats.org/officeDocument/2006/relationships/notesMaster" Target="/ppt/notesMasters/notesMaster1.xml" Id="R50e4df18692b45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1dceabe7de419b" /><Relationship Type="http://schemas.openxmlformats.org/officeDocument/2006/relationships/notesMaster" Target="/ppt/notesMasters/notesMaster1.xml" Id="Rd5766755938a4a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1c42680f624312" /><Relationship Type="http://schemas.openxmlformats.org/officeDocument/2006/relationships/notesMaster" Target="/ppt/notesMasters/notesMaster1.xml" Id="R265a9f27b94e43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2ad74e6d5b40c3" /><Relationship Type="http://schemas.openxmlformats.org/officeDocument/2006/relationships/notesMaster" Target="/ppt/notesMasters/notesMaster1.xml" Id="R6ad77f28f5e74df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5a568e4b1f4ff2" /><Relationship Type="http://schemas.openxmlformats.org/officeDocument/2006/relationships/notesMaster" Target="/ppt/notesMasters/notesMaster1.xml" Id="Rc9c84bc7565c42c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bb45413ed1442b" /><Relationship Type="http://schemas.openxmlformats.org/officeDocument/2006/relationships/notesMaster" Target="/ppt/notesMasters/notesMaster1.xml" Id="Rf3bee9fa726143d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d5ac93da584952" /><Relationship Type="http://schemas.openxmlformats.org/officeDocument/2006/relationships/notesMaster" Target="/ppt/notesMasters/notesMaster1.xml" Id="Rbd40a77b5e824d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b94a3e109c4452" /><Relationship Type="http://schemas.openxmlformats.org/officeDocument/2006/relationships/notesMaster" Target="/ppt/notesMasters/notesMaster1.xml" Id="Rc0c2e7a9763e45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ff42027d53d4ee9" /><Relationship Type="http://schemas.openxmlformats.org/officeDocument/2006/relationships/notesMaster" Target="/ppt/notesMasters/notesMaster1.xml" Id="R147a4e9c35834c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cceb0f6129b4efc" /><Relationship Type="http://schemas.openxmlformats.org/officeDocument/2006/relationships/notesMaster" Target="/ppt/notesMasters/notesMaster1.xml" Id="Rf821ec8292e948e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8110e5575884962" /><Relationship Type="http://schemas.openxmlformats.org/officeDocument/2006/relationships/notesMaster" Target="/ppt/notesMasters/notesMaster1.xml" Id="R40f31d4659d143c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2f0d6fc8c2140af" /><Relationship Type="http://schemas.openxmlformats.org/officeDocument/2006/relationships/notesMaster" Target="/ppt/notesMasters/notesMaster1.xml" Id="R95508b8097694dc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9885802938e44df" /><Relationship Type="http://schemas.openxmlformats.org/officeDocument/2006/relationships/notesMaster" Target="/ppt/notesMasters/notesMaster1.xml" Id="R78b25cf5a7f5474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0fd579c49d848f5" /><Relationship Type="http://schemas.openxmlformats.org/officeDocument/2006/relationships/notesMaster" Target="/ppt/notesMasters/notesMaster1.xml" Id="R217f7fe280a0401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271ed72f8dd4736" /><Relationship Type="http://schemas.openxmlformats.org/officeDocument/2006/relationships/notesMaster" Target="/ppt/notesMasters/notesMaster1.xml" Id="Rdbd719f432d94e6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0c728fc5c7944ac" /><Relationship Type="http://schemas.openxmlformats.org/officeDocument/2006/relationships/notesMaster" Target="/ppt/notesMasters/notesMaster1.xml" Id="Rdccd85db15ad44d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d0d30c4c4004dc4" /><Relationship Type="http://schemas.openxmlformats.org/officeDocument/2006/relationships/notesMaster" Target="/ppt/notesMasters/notesMaster1.xml" Id="Rf96dd3ec381a4ba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580c6cc9dff4899" /><Relationship Type="http://schemas.openxmlformats.org/officeDocument/2006/relationships/notesMaster" Target="/ppt/notesMasters/notesMaster1.xml" Id="R88ae45433d1d4ca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031ff9a45064d20" /><Relationship Type="http://schemas.openxmlformats.org/officeDocument/2006/relationships/notesMaster" Target="/ppt/notesMasters/notesMaster1.xml" Id="Rcac55eeb7d924ad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5111b86d2844df1" /><Relationship Type="http://schemas.openxmlformats.org/officeDocument/2006/relationships/notesMaster" Target="/ppt/notesMasters/notesMaster1.xml" Id="R72559ac3a7bb407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e69ec7335cb408c" /><Relationship Type="http://schemas.openxmlformats.org/officeDocument/2006/relationships/notesMaster" Target="/ppt/notesMasters/notesMaster1.xml" Id="R7883b2419d2e45a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eb2e5f6ba534cd4" /><Relationship Type="http://schemas.openxmlformats.org/officeDocument/2006/relationships/notesMaster" Target="/ppt/notesMasters/notesMaster1.xml" Id="R4a86a52ad6a24d3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381786dff5a468a" /><Relationship Type="http://schemas.openxmlformats.org/officeDocument/2006/relationships/notesMaster" Target="/ppt/notesMasters/notesMaster1.xml" Id="Rcbd12f8201324ad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69338dda7214b43" /><Relationship Type="http://schemas.openxmlformats.org/officeDocument/2006/relationships/notesMaster" Target="/ppt/notesMasters/notesMaster1.xml" Id="Rfd5bcbdb10d045a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289c45a18db49c5" /><Relationship Type="http://schemas.openxmlformats.org/officeDocument/2006/relationships/notesMaster" Target="/ppt/notesMasters/notesMaster1.xml" Id="R66a1758e91db483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ee645f1b3c24988" /><Relationship Type="http://schemas.openxmlformats.org/officeDocument/2006/relationships/notesMaster" Target="/ppt/notesMasters/notesMaster1.xml" Id="Rbf1169b174a84ba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18458b7675f4bd9" /><Relationship Type="http://schemas.openxmlformats.org/officeDocument/2006/relationships/notesMaster" Target="/ppt/notesMasters/notesMaster1.xml" Id="R3e8809fcc8914e7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9d98055072845c3" /><Relationship Type="http://schemas.openxmlformats.org/officeDocument/2006/relationships/notesMaster" Target="/ppt/notesMasters/notesMaster1.xml" Id="Rce42b3a5303048b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9d53bc59ccb4c27" /><Relationship Type="http://schemas.openxmlformats.org/officeDocument/2006/relationships/notesMaster" Target="/ppt/notesMasters/notesMaster1.xml" Id="R169a78008faa4e5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d3e5758cfaf49c1" /><Relationship Type="http://schemas.openxmlformats.org/officeDocument/2006/relationships/notesMaster" Target="/ppt/notesMasters/notesMaster1.xml" Id="R7011056cc83348d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3a0b3ec9b9a45c3" /><Relationship Type="http://schemas.openxmlformats.org/officeDocument/2006/relationships/notesMaster" Target="/ppt/notesMasters/notesMaster1.xml" Id="R4e4d381f5ffe40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請每組選一題，寫成一句：『我希望哪一群學生，在什麼情境下，完成什麼改變？』後續所有工具都服務這一句。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個工具。請依參與者選定的教學問題，搜尋 1–2 個最接近的案例，分析它的使用者、輸入、輸出與互動方式。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示範時刻意問一個來源中沒有答案的問題，讓大家看見系統的邊界。再改寫問題，使它更具體。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逐組巡視，優先協助來源格式與權限。提醒參與者不要上傳含學生個資、未授權教材或敏感研究資料。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請參與者只選一個成品完成，不要同時生成全部。完成後用『內容依據、學生可用、教師可改』三項快速評估。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請大家先寫四格，再貼進 Gem。Google 官方建議的四個思考面向是角色、任務、背景資訊與格式。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可以直接用此範例建立 Gem，再把『課程與研究設計教練』換成自己的專業角色。提醒右側預覽不等於已儲存，完成後要按儲存。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巡視時不要只看正常結果。請測：未提供學生程度、要求捏造引用、要求直接替學生完成作業。觀察 Gem 是否遵守邊界。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 Notebook 產出的教學內容放入公式，但不要一次塞入所有需求。先完成最小可用版本，再迭代。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Canvas 可建立或編輯文件、應用、簡報與程式；程式作品可檢查程式碼、主控台與近期變更。示範時故意製造一個小問題，再用主控台追查。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建議題型：概念分類器、案例決策樹、課程閱讀導覽、形成性自評。避免一開始就做登入、資料庫或複雜多人功能。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讓參與者依維護者與作品型態選擇。若今天只是分享 Canvas 連結，也算完成；部署不是為了增加技術炫技。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官方流程是建立、加入內容、預覽並發布。現場請優先完成一頁式課程入口：目標、使用說明、作品連結、回饋入口。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秒，其他人只回饋兩句：『最有教學價值的是……』『下一版我建議……』。把技術評論留到午後 Agent 升級。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09d2843f7243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66c3c1d31f459a" /><Relationship Type="http://schemas.openxmlformats.org/officeDocument/2006/relationships/slideLayout" Target="/ppt/slideLayouts/slideLayout1.xml" Id="R5b1c6ccffcbb41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1c6ccffcbb41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24175153344a49" /><Relationship Type="http://schemas.openxmlformats.org/officeDocument/2006/relationships/image" Target="/ppt/media/image.png" Id="R908eefc5960a4b65" /><Relationship Type="http://schemas.openxmlformats.org/officeDocument/2006/relationships/notesSlide" Target="/ppt/notesSlides/notesSlide1.xml" Id="Rfeb8cd5f070b45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9f7ed038774faf" /><Relationship Type="http://schemas.openxmlformats.org/officeDocument/2006/relationships/notesSlide" Target="/ppt/notesSlides/notesSlide2.xml" Id="R52bf02ac37b343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25a6a74714f58" /><Relationship Type="http://schemas.openxmlformats.org/officeDocument/2006/relationships/notesSlide" Target="/ppt/notesSlides/notesSlide3.xml" Id="R7b77cd64cdc943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749f581d04376" /><Relationship Type="http://schemas.openxmlformats.org/officeDocument/2006/relationships/notesSlide" Target="/ppt/notesSlides/notesSlide4.xml" Id="Rc852c4b0d73e42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b43bad3b1b4fdb" /><Relationship Type="http://schemas.openxmlformats.org/officeDocument/2006/relationships/notesSlide" Target="/ppt/notesSlides/notesSlide5.xml" Id="Rf3c9d662df2442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4d94ce2bd4b20" /><Relationship Type="http://schemas.openxmlformats.org/officeDocument/2006/relationships/notesSlide" Target="/ppt/notesSlides/notesSlide6.xml" Id="R5b7ff66e3d3c40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be3bb12c4041fa" /><Relationship Type="http://schemas.openxmlformats.org/officeDocument/2006/relationships/image" Target="/ppt/media/image2.png" Id="R4a591003e82049e9" /><Relationship Type="http://schemas.openxmlformats.org/officeDocument/2006/relationships/hyperlink" Target="https://cagoooo.github.io/Akai/" TargetMode="External" Id="Rca987a0aa1764dfd" /><Relationship Type="http://schemas.openxmlformats.org/officeDocument/2006/relationships/notesSlide" Target="/ppt/notesSlides/notesSlide7.xml" Id="Rc0eba737d21944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87c1d64a34694" /><Relationship Type="http://schemas.openxmlformats.org/officeDocument/2006/relationships/hyperlink" Target="https://cagoooo.github.io/Akai/tool/91/" TargetMode="External" Id="Rdc17f5acf652467e" /><Relationship Type="http://schemas.openxmlformats.org/officeDocument/2006/relationships/hyperlink" Target="https://cagoooo.github.io/PhotoPoet/" TargetMode="External" Id="R5e352d17064a4746" /><Relationship Type="http://schemas.openxmlformats.org/officeDocument/2006/relationships/hyperlink" Target="https://cagoooo.github.io/Akai/tool/58/" TargetMode="External" Id="Raf57ae48966143b3" /><Relationship Type="http://schemas.openxmlformats.org/officeDocument/2006/relationships/hyperlink" Target="https://cagoooo.github.io/prepare/" TargetMode="External" Id="R380e180b513d4189" /><Relationship Type="http://schemas.openxmlformats.org/officeDocument/2006/relationships/hyperlink" Target="https://cagoooo.github.io/Akai/tool/11/" TargetMode="External" Id="R9878733219aa4c8c" /><Relationship Type="http://schemas.openxmlformats.org/officeDocument/2006/relationships/hyperlink" Target="https://cagoooo.github.io/Akailao/" TargetMode="External" Id="R0b690e73fcd24fe2" /><Relationship Type="http://schemas.openxmlformats.org/officeDocument/2006/relationships/notesSlide" Target="/ppt/notesSlides/notesSlide8.xml" Id="R2f656fece48746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bfc0ae92894fb1" /><Relationship Type="http://schemas.openxmlformats.org/officeDocument/2006/relationships/hyperlink" Target="https://cagoooo.github.io/Akai/tool/3/" TargetMode="External" Id="R8113c60099334132" /><Relationship Type="http://schemas.openxmlformats.org/officeDocument/2006/relationships/hyperlink" Target="https://cagoooo.github.io/vote/" TargetMode="External" Id="R9f607b1c40f244f3" /><Relationship Type="http://schemas.openxmlformats.org/officeDocument/2006/relationships/hyperlink" Target="https://cagoooo.github.io/Akai/tool/24/" TargetMode="External" Id="R7799a0bced9f4993" /><Relationship Type="http://schemas.openxmlformats.org/officeDocument/2006/relationships/hyperlink" Target="https://sites.google.com/mail2.smes.tyc.edu.tw/114teacher/" TargetMode="External" Id="Ra176e83ad70b4d03" /><Relationship Type="http://schemas.openxmlformats.org/officeDocument/2006/relationships/hyperlink" Target="https://cagoooo.github.io/Akai/tool/81/" TargetMode="External" Id="R3b4b5d37f749438b" /><Relationship Type="http://schemas.openxmlformats.org/officeDocument/2006/relationships/hyperlink" Target="https://cagoooo.github.io/it-cockpit/" TargetMode="External" Id="R4b90080523054ef4" /><Relationship Type="http://schemas.openxmlformats.org/officeDocument/2006/relationships/notesSlide" Target="/ppt/notesSlides/notesSlide9.xml" Id="R76ebadd632814e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8057903b44f3b" /><Relationship Type="http://schemas.openxmlformats.org/officeDocument/2006/relationships/notesSlide" Target="/ppt/notesSlides/notesSlide10.xml" Id="Ra83eb0ba796441e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c0ee55f6494604" /><Relationship Type="http://schemas.openxmlformats.org/officeDocument/2006/relationships/hyperlink" Target="https://notebook.google.com/" TargetMode="External" Id="R67435dcef4c24811" /><Relationship Type="http://schemas.openxmlformats.org/officeDocument/2006/relationships/notesSlide" Target="/ppt/notesSlides/notesSlide11.xml" Id="R9b302fd2cf2e4d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af42ed93c04de0" /><Relationship Type="http://schemas.openxmlformats.org/officeDocument/2006/relationships/hyperlink" Target="https://notebook.google.com/" TargetMode="External" Id="Rda578657aa5f44b1" /><Relationship Type="http://schemas.openxmlformats.org/officeDocument/2006/relationships/notesSlide" Target="/ppt/notesSlides/notesSlide12.xml" Id="Rb21b499b7991451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9a2d7e4214857" /><Relationship Type="http://schemas.openxmlformats.org/officeDocument/2006/relationships/hyperlink" Target="https://notebook.google.com/" TargetMode="External" Id="R27cd1abf0c094c5a" /><Relationship Type="http://schemas.openxmlformats.org/officeDocument/2006/relationships/notesSlide" Target="/ppt/notesSlides/notesSlide13.xml" Id="R0606821eeec9424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7d049aef44c90" /><Relationship Type="http://schemas.openxmlformats.org/officeDocument/2006/relationships/hyperlink" Target="https://notebook.google.com/" TargetMode="External" Id="R23d9d54623f54d1a" /><Relationship Type="http://schemas.openxmlformats.org/officeDocument/2006/relationships/notesSlide" Target="/ppt/notesSlides/notesSlide14.xml" Id="R3e9f1181d8a140d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45533040914748" /><Relationship Type="http://schemas.openxmlformats.org/officeDocument/2006/relationships/hyperlink" Target="https://notebook.google.com/" TargetMode="External" Id="R7f3c1d834f81418f" /><Relationship Type="http://schemas.openxmlformats.org/officeDocument/2006/relationships/notesSlide" Target="/ppt/notesSlides/notesSlide15.xml" Id="R0147f872469b432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af34e93a14cb9" /><Relationship Type="http://schemas.openxmlformats.org/officeDocument/2006/relationships/hyperlink" Target="https://notebook.google.com/" TargetMode="External" Id="Ra18185a8454e4f0e" /><Relationship Type="http://schemas.openxmlformats.org/officeDocument/2006/relationships/notesSlide" Target="/ppt/notesSlides/notesSlide16.xml" Id="R6af2bc8c44a7409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327e0318c4a71" /><Relationship Type="http://schemas.openxmlformats.org/officeDocument/2006/relationships/hyperlink" Target="https://notebook.google.com/" TargetMode="External" Id="R30b5ad90b7b6441e" /><Relationship Type="http://schemas.openxmlformats.org/officeDocument/2006/relationships/notesSlide" Target="/ppt/notesSlides/notesSlide17.xml" Id="Ra4209ca99cc2481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5e393f5a342c9" /><Relationship Type="http://schemas.openxmlformats.org/officeDocument/2006/relationships/hyperlink" Target="https://notebook.google.com/" TargetMode="External" Id="R13d060cf7dba41d0" /><Relationship Type="http://schemas.openxmlformats.org/officeDocument/2006/relationships/notesSlide" Target="/ppt/notesSlides/notesSlide18.xml" Id="R535fe20d2ef6431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bf69f829664010" /><Relationship Type="http://schemas.openxmlformats.org/officeDocument/2006/relationships/hyperlink" Target="https://gemini.google.com/gems/create" TargetMode="External" Id="Rc4d07d98579142df" /><Relationship Type="http://schemas.openxmlformats.org/officeDocument/2006/relationships/notesSlide" Target="/ppt/notesSlides/notesSlide19.xml" Id="R8769ea0f46b4456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6c25009d74e40" /><Relationship Type="http://schemas.openxmlformats.org/officeDocument/2006/relationships/hyperlink" Target="https://gemini.google.com/gems/create" TargetMode="External" Id="R2c8256c946b44ad2" /><Relationship Type="http://schemas.openxmlformats.org/officeDocument/2006/relationships/notesSlide" Target="/ppt/notesSlides/notesSlide20.xml" Id="R155a6eb84ee94e6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04931ab324bc8" /><Relationship Type="http://schemas.openxmlformats.org/officeDocument/2006/relationships/hyperlink" Target="https://gemini.google.com/gems/create" TargetMode="External" Id="R252036acd1654242" /><Relationship Type="http://schemas.openxmlformats.org/officeDocument/2006/relationships/notesSlide" Target="/ppt/notesSlides/notesSlide21.xml" Id="R57b67ffcf78c41b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ee2f7578b4930" /><Relationship Type="http://schemas.openxmlformats.org/officeDocument/2006/relationships/hyperlink" Target="https://gemini.google.com/gems/create" TargetMode="External" Id="R84c425c284904497" /><Relationship Type="http://schemas.openxmlformats.org/officeDocument/2006/relationships/notesSlide" Target="/ppt/notesSlides/notesSlide22.xml" Id="Rebec4bbbecf3402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b89ab88fd4031" /><Relationship Type="http://schemas.openxmlformats.org/officeDocument/2006/relationships/hyperlink" Target="https://gemini.google.com/gems/create" TargetMode="External" Id="R6a18b132b34e42da" /><Relationship Type="http://schemas.openxmlformats.org/officeDocument/2006/relationships/notesSlide" Target="/ppt/notesSlides/notesSlide23.xml" Id="Rd29c520e5df641c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e935e147b4c36" /><Relationship Type="http://schemas.openxmlformats.org/officeDocument/2006/relationships/hyperlink" Target="https://gemini.google.com/gems/create" TargetMode="External" Id="R506ebf94e8a741a8" /><Relationship Type="http://schemas.openxmlformats.org/officeDocument/2006/relationships/notesSlide" Target="/ppt/notesSlides/notesSlide24.xml" Id="Rb1270faaf6e4486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73aa01a1f84a9f" /><Relationship Type="http://schemas.openxmlformats.org/officeDocument/2006/relationships/hyperlink" Target="https://gemini.google.com/app" TargetMode="External" Id="Rd483823ecc0c4dea" /><Relationship Type="http://schemas.openxmlformats.org/officeDocument/2006/relationships/notesSlide" Target="/ppt/notesSlides/notesSlide25.xml" Id="Rfeaed1b592d9494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0180385ee4f63" /><Relationship Type="http://schemas.openxmlformats.org/officeDocument/2006/relationships/hyperlink" Target="https://gemini.google.com/app" TargetMode="External" Id="Raa0a1401f8104854" /><Relationship Type="http://schemas.openxmlformats.org/officeDocument/2006/relationships/notesSlide" Target="/ppt/notesSlides/notesSlide26.xml" Id="Rf222168c05b84cf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de970996c4033" /><Relationship Type="http://schemas.openxmlformats.org/officeDocument/2006/relationships/hyperlink" Target="https://gemini.google.com/app" TargetMode="External" Id="R32e9eb778b3747d9" /><Relationship Type="http://schemas.openxmlformats.org/officeDocument/2006/relationships/notesSlide" Target="/ppt/notesSlides/notesSlide27.xml" Id="Ref56a19bf09f497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d623934b094640" /><Relationship Type="http://schemas.openxmlformats.org/officeDocument/2006/relationships/hyperlink" Target="https://gemini.google.com/app" TargetMode="External" Id="Rf3fc3dfd545e4e2d" /><Relationship Type="http://schemas.openxmlformats.org/officeDocument/2006/relationships/notesSlide" Target="/ppt/notesSlides/notesSlide28.xml" Id="R8e42e3a5272e46b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f5e1afadb14183" /><Relationship Type="http://schemas.openxmlformats.org/officeDocument/2006/relationships/hyperlink" Target="https://gemini.google.com/app" TargetMode="External" Id="R126d05808d534ab7" /><Relationship Type="http://schemas.openxmlformats.org/officeDocument/2006/relationships/notesSlide" Target="/ppt/notesSlides/notesSlide29.xml" Id="Rc3ecb60d3e21429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e12719a084d63" /><Relationship Type="http://schemas.openxmlformats.org/officeDocument/2006/relationships/hyperlink" Target="https://sites.google.com/new" TargetMode="External" Id="Rb0d048a6e11f47de" /><Relationship Type="http://schemas.openxmlformats.org/officeDocument/2006/relationships/hyperlink" Target="https://pages.github.com/" TargetMode="External" Id="R9405cbb80f8e48d8" /><Relationship Type="http://schemas.openxmlformats.org/officeDocument/2006/relationships/notesSlide" Target="/ppt/notesSlides/notesSlide30.xml" Id="Redaa869f396b414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e3c298fe64c53" /><Relationship Type="http://schemas.openxmlformats.org/officeDocument/2006/relationships/hyperlink" Target="https://sites.google.com/new" TargetMode="External" Id="R1b43fed79f664cb6" /><Relationship Type="http://schemas.openxmlformats.org/officeDocument/2006/relationships/notesSlide" Target="/ppt/notesSlides/notesSlide31.xml" Id="R5beda15e0d2f471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62184e15744a2b" /><Relationship Type="http://schemas.openxmlformats.org/officeDocument/2006/relationships/hyperlink" Target="https://pages.github.com/" TargetMode="External" Id="Rcdd5e7906b5f4264" /><Relationship Type="http://schemas.openxmlformats.org/officeDocument/2006/relationships/notesSlide" Target="/ppt/notesSlides/notesSlide32.xml" Id="R3453ede0f3da40a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86f14d4f7745fa" /><Relationship Type="http://schemas.openxmlformats.org/officeDocument/2006/relationships/hyperlink" Target="https://sites.google.com/new" TargetMode="External" Id="Raddc498b09a84608" /><Relationship Type="http://schemas.openxmlformats.org/officeDocument/2006/relationships/hyperlink" Target="https://pages.github.com/" TargetMode="External" Id="R8a1ad4ad9d4246ce" /><Relationship Type="http://schemas.openxmlformats.org/officeDocument/2006/relationships/notesSlide" Target="/ppt/notesSlides/notesSlide33.xml" Id="R10ea630cc9de425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c61195da54bb9" /><Relationship Type="http://schemas.openxmlformats.org/officeDocument/2006/relationships/hyperlink" Target="START_HERE_&#30740;&#32722;&#36039;&#28304;&#23566;&#33322;.html" TargetMode="External" Id="Rd58976bd6a9e4a12" /><Relationship Type="http://schemas.openxmlformats.org/officeDocument/2006/relationships/hyperlink" Target="https://notebook.google.com/" TargetMode="External" Id="R0a10a2d2b0db40a2" /><Relationship Type="http://schemas.openxmlformats.org/officeDocument/2006/relationships/hyperlink" Target="https://gemini.google.com/gems/create" TargetMode="External" Id="Rcade51a7ae014cd6" /><Relationship Type="http://schemas.openxmlformats.org/officeDocument/2006/relationships/hyperlink" Target="https://gemini.google.com/app" TargetMode="External" Id="R7de703f25c6e4e3d" /><Relationship Type="http://schemas.openxmlformats.org/officeDocument/2006/relationships/hyperlink" Target="https://sites.google.com/new" TargetMode="External" Id="R4e0b5f4cfd1a442c" /><Relationship Type="http://schemas.openxmlformats.org/officeDocument/2006/relationships/hyperlink" Target="https://pages.github.com/" TargetMode="External" Id="Rceebdbc1755844be" /><Relationship Type="http://schemas.openxmlformats.org/officeDocument/2006/relationships/notesSlide" Target="/ppt/notesSlides/notesSlide34.xml" Id="R8b02260910a34b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8eefc5960a4b6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6BFC50A1-AC78-46D3-B508-A9B5BCA0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685E9A5-B7C1-43C9-8DA0-B0FCD00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46D042C-7223-4E3F-897A-D49AEDEE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7120D0C-B2D6-4E95-ADE7-D51452AB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44AAFF13-587F-445A-8F70-8FC50E0C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402F2036-B921-4E51-BFDE-6BACE905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2AC13D2F-1546-43CE-91E4-8EB8167A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816617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">
            <a:extLst xmlns:a="http://schemas.openxmlformats.org/drawingml/2006/main">
              <a:ext uri="{FF2B5EF4-FFF2-40B4-BE49-F238E27FC236}">
                <a16:creationId xmlns:a16="http://schemas.microsoft.com/office/drawing/2014/main" id="{ED501F9A-8CD7-4FF2-B9C9-8BBF247C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text-9">
            <a:extLst xmlns:a="http://schemas.openxmlformats.org/drawingml/2006/main">
              <a:ext uri="{FF2B5EF4-FFF2-40B4-BE49-F238E27FC236}">
                <a16:creationId xmlns:a16="http://schemas.microsoft.com/office/drawing/2014/main" id="{F4EC5AC4-DE43-449A-8067-0A9063D3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24" name="shape-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">
            <a:extLst xmlns:a="http://schemas.openxmlformats.org/drawingml/2006/main">
              <a:ext uri="{FF2B5EF4-FFF2-40B4-BE49-F238E27FC236}">
                <a16:creationId xmlns:a16="http://schemas.microsoft.com/office/drawing/2014/main" id="{0FDD94D8-06E2-4B2D-B66E-5E5ADE39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A150BF3-4F7F-449B-ACFC-83C58B7A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text-12">
            <a:extLst xmlns:a="http://schemas.openxmlformats.org/drawingml/2006/main">
              <a:ext uri="{FF2B5EF4-FFF2-40B4-BE49-F238E27FC236}">
                <a16:creationId xmlns:a16="http://schemas.microsoft.com/office/drawing/2014/main" id="{53CE7AE3-510B-49D2-B19E-B662D2FA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13">
            <a:extLst xmlns:a="http://schemas.openxmlformats.org/drawingml/2006/main">
              <a:ext uri="{FF2B5EF4-FFF2-40B4-BE49-F238E27FC236}">
                <a16:creationId xmlns:a16="http://schemas.microsoft.com/office/drawing/2014/main" id="{69694B70-A53C-4AC1-8319-C154A4C7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8" name="text-14">
            <a:extLst xmlns:a="http://schemas.openxmlformats.org/drawingml/2006/main">
              <a:ext uri="{FF2B5EF4-FFF2-40B4-BE49-F238E27FC236}">
                <a16:creationId xmlns:a16="http://schemas.microsoft.com/office/drawing/2014/main" id="{3B243675-2223-4FC8-8732-F5F8AD42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9" name="text-15">
            <a:extLst xmlns:a="http://schemas.openxmlformats.org/drawingml/2006/main">
              <a:ext uri="{FF2B5EF4-FFF2-40B4-BE49-F238E27FC236}">
                <a16:creationId xmlns:a16="http://schemas.microsoft.com/office/drawing/2014/main" id="{26315A59-A9F5-42ED-AE99-09DD48F7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16">
            <a:extLst xmlns:a="http://schemas.openxmlformats.org/drawingml/2006/main">
              <a:ext uri="{FF2B5EF4-FFF2-40B4-BE49-F238E27FC236}">
                <a16:creationId xmlns:a16="http://schemas.microsoft.com/office/drawing/2014/main" id="{F252D8D8-5346-47D7-A8DA-3CF942C5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7">
            <a:extLst xmlns:a="http://schemas.openxmlformats.org/drawingml/2006/main">
              <a:ext uri="{FF2B5EF4-FFF2-40B4-BE49-F238E27FC236}">
                <a16:creationId xmlns:a16="http://schemas.microsoft.com/office/drawing/2014/main" id="{4C433AAF-A5CB-4F46-A305-C3D4B829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12" name="text-18">
            <a:extLst xmlns:a="http://schemas.openxmlformats.org/drawingml/2006/main">
              <a:ext uri="{FF2B5EF4-FFF2-40B4-BE49-F238E27FC236}">
                <a16:creationId xmlns:a16="http://schemas.microsoft.com/office/drawing/2014/main" id="{F64CA78A-B680-482D-ABC1-D07FD3C9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13" name="text-19">
            <a:extLst xmlns:a="http://schemas.openxmlformats.org/drawingml/2006/main">
              <a:ext uri="{FF2B5EF4-FFF2-40B4-BE49-F238E27FC236}">
                <a16:creationId xmlns:a16="http://schemas.microsoft.com/office/drawing/2014/main" id="{34150152-09B7-48CA-A1F0-F244C9B4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20">
            <a:extLst xmlns:a="http://schemas.openxmlformats.org/drawingml/2006/main">
              <a:ext uri="{FF2B5EF4-FFF2-40B4-BE49-F238E27FC236}">
                <a16:creationId xmlns:a16="http://schemas.microsoft.com/office/drawing/2014/main" id="{8D4A2136-D26B-441C-886A-C838F369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21">
            <a:extLst xmlns:a="http://schemas.openxmlformats.org/drawingml/2006/main">
              <a:ext uri="{FF2B5EF4-FFF2-40B4-BE49-F238E27FC236}">
                <a16:creationId xmlns:a16="http://schemas.microsoft.com/office/drawing/2014/main" id="{881E9BE2-A8E7-4E9A-814A-C63BD53E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16" name="text-22">
            <a:extLst xmlns:a="http://schemas.openxmlformats.org/drawingml/2006/main">
              <a:ext uri="{FF2B5EF4-FFF2-40B4-BE49-F238E27FC236}">
                <a16:creationId xmlns:a16="http://schemas.microsoft.com/office/drawing/2014/main" id="{D1C2C6FB-3F07-47A2-949E-274D7191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17" name="text-23">
            <a:extLst xmlns:a="http://schemas.openxmlformats.org/drawingml/2006/main">
              <a:ext uri="{FF2B5EF4-FFF2-40B4-BE49-F238E27FC236}">
                <a16:creationId xmlns:a16="http://schemas.microsoft.com/office/drawing/2014/main" id="{063868CA-3466-4BC3-9A89-1ACCCE13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24">
            <a:extLst xmlns:a="http://schemas.openxmlformats.org/drawingml/2006/main">
              <a:ext uri="{FF2B5EF4-FFF2-40B4-BE49-F238E27FC236}">
                <a16:creationId xmlns:a16="http://schemas.microsoft.com/office/drawing/2014/main" id="{FEE5C852-8B97-4FE6-97F7-F07C7314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25">
            <a:extLst xmlns:a="http://schemas.openxmlformats.org/drawingml/2006/main">
              <a:ext uri="{FF2B5EF4-FFF2-40B4-BE49-F238E27FC236}">
                <a16:creationId xmlns:a16="http://schemas.microsoft.com/office/drawing/2014/main" id="{04987236-3268-4D7D-A7B6-6A555529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20" name="text-26">
            <a:extLst xmlns:a="http://schemas.openxmlformats.org/drawingml/2006/main">
              <a:ext uri="{FF2B5EF4-FFF2-40B4-BE49-F238E27FC236}">
                <a16:creationId xmlns:a16="http://schemas.microsoft.com/office/drawing/2014/main" id="{A006527B-7754-4FD7-9671-AE3F0FEB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21" name="text-27">
            <a:extLst xmlns:a="http://schemas.openxmlformats.org/drawingml/2006/main">
              <a:ext uri="{FF2B5EF4-FFF2-40B4-BE49-F238E27FC236}">
                <a16:creationId xmlns:a16="http://schemas.microsoft.com/office/drawing/2014/main" id="{06B0A0D7-DD7E-49A0-9C34-66B310AB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1525131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">
            <a:extLst xmlns:a="http://schemas.openxmlformats.org/drawingml/2006/main">
              <a:ext uri="{FF2B5EF4-FFF2-40B4-BE49-F238E27FC236}">
                <a16:creationId xmlns:a16="http://schemas.microsoft.com/office/drawing/2014/main" id="{B7964AFC-0B2C-4184-AD1D-61E54525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text-29">
            <a:extLst xmlns:a="http://schemas.openxmlformats.org/drawingml/2006/main">
              <a:ext uri="{FF2B5EF4-FFF2-40B4-BE49-F238E27FC236}">
                <a16:creationId xmlns:a16="http://schemas.microsoft.com/office/drawing/2014/main" id="{6BDF9B1B-FF39-47EF-B85B-1429C2FA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3" name="shape-3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">
            <a:extLst xmlns:a="http://schemas.openxmlformats.org/drawingml/2006/main">
              <a:ext uri="{FF2B5EF4-FFF2-40B4-BE49-F238E27FC236}">
                <a16:creationId xmlns:a16="http://schemas.microsoft.com/office/drawing/2014/main" id="{94D7354B-B670-411D-942E-25C1489D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EC8E84E-D85E-4052-8759-C9E7CC46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36" name="shape-32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shape-33">
            <a:extLst xmlns:a="http://schemas.openxmlformats.org/drawingml/2006/main">
              <a:ext uri="{FF2B5EF4-FFF2-40B4-BE49-F238E27FC236}">
                <a16:creationId xmlns:a16="http://schemas.microsoft.com/office/drawing/2014/main" id="{11EAF4F1-3606-448B-814A-0835369D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4">
            <a:extLst xmlns:a="http://schemas.openxmlformats.org/drawingml/2006/main">
              <a:ext uri="{FF2B5EF4-FFF2-40B4-BE49-F238E27FC236}">
                <a16:creationId xmlns:a16="http://schemas.microsoft.com/office/drawing/2014/main" id="{E8114CC0-74D4-44B4-B80B-B766A47F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00–15</a:t>
            </a:r>
          </a:p>
        </p:txBody>
      </p:sp>
      <p:sp>
        <p:nvSpPr>
          <p:cNvPr id="9" name="text-35">
            <a:extLst xmlns:a="http://schemas.openxmlformats.org/drawingml/2006/main">
              <a:ext uri="{FF2B5EF4-FFF2-40B4-BE49-F238E27FC236}">
                <a16:creationId xmlns:a16="http://schemas.microsoft.com/office/drawing/2014/main" id="{56E27A4E-50F8-416E-BB45-DE6424A6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36">
            <a:extLst xmlns:a="http://schemas.openxmlformats.org/drawingml/2006/main">
              <a:ext uri="{FF2B5EF4-FFF2-40B4-BE49-F238E27FC236}">
                <a16:creationId xmlns:a16="http://schemas.microsoft.com/office/drawing/2014/main" id="{1AA74F73-3F9B-4A51-9644-D08F4D33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37">
            <a:extLst xmlns:a="http://schemas.openxmlformats.org/drawingml/2006/main">
              <a:ext uri="{FF2B5EF4-FFF2-40B4-BE49-F238E27FC236}">
                <a16:creationId xmlns:a16="http://schemas.microsoft.com/office/drawing/2014/main" id="{6456E7A0-C429-47D5-B3E0-05075722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38">
            <a:extLst xmlns:a="http://schemas.openxmlformats.org/drawingml/2006/main">
              <a:ext uri="{FF2B5EF4-FFF2-40B4-BE49-F238E27FC236}">
                <a16:creationId xmlns:a16="http://schemas.microsoft.com/office/drawing/2014/main" id="{3C3325D5-4932-4236-9B05-6308AB1CB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76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15–55</a:t>
            </a:r>
          </a:p>
        </p:txBody>
      </p:sp>
      <p:sp>
        <p:nvSpPr>
          <p:cNvPr id="13" name="text-39">
            <a:extLst xmlns:a="http://schemas.openxmlformats.org/drawingml/2006/main">
              <a:ext uri="{FF2B5EF4-FFF2-40B4-BE49-F238E27FC236}">
                <a16:creationId xmlns:a16="http://schemas.microsoft.com/office/drawing/2014/main" id="{83D766F9-D2A5-411A-B1D0-56993AC8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4" name="text-40">
            <a:extLst xmlns:a="http://schemas.openxmlformats.org/drawingml/2006/main">
              <a:ext uri="{FF2B5EF4-FFF2-40B4-BE49-F238E27FC236}">
                <a16:creationId xmlns:a16="http://schemas.microsoft.com/office/drawing/2014/main" id="{10828287-BC72-4DD9-AF95-C4EA331D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5" name="shape-41">
            <a:extLst xmlns:a="http://schemas.openxmlformats.org/drawingml/2006/main">
              <a:ext uri="{FF2B5EF4-FFF2-40B4-BE49-F238E27FC236}">
                <a16:creationId xmlns:a16="http://schemas.microsoft.com/office/drawing/2014/main" id="{B5B81F9C-DE7E-4AAA-ABFA-D56BD9FF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347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2">
            <a:extLst xmlns:a="http://schemas.openxmlformats.org/drawingml/2006/main">
              <a:ext uri="{FF2B5EF4-FFF2-40B4-BE49-F238E27FC236}">
                <a16:creationId xmlns:a16="http://schemas.microsoft.com/office/drawing/2014/main" id="{BAAB3C13-D9BF-4C64-B24B-223D9396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02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55–80</a:t>
            </a:r>
          </a:p>
        </p:txBody>
      </p:sp>
      <p:sp>
        <p:nvSpPr>
          <p:cNvPr id="17" name="text-43">
            <a:extLst xmlns:a="http://schemas.openxmlformats.org/drawingml/2006/main">
              <a:ext uri="{FF2B5EF4-FFF2-40B4-BE49-F238E27FC236}">
                <a16:creationId xmlns:a16="http://schemas.microsoft.com/office/drawing/2014/main" id="{1454AFA4-D451-42A8-8B43-9C311447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18" name="text-44">
            <a:extLst xmlns:a="http://schemas.openxmlformats.org/drawingml/2006/main">
              <a:ext uri="{FF2B5EF4-FFF2-40B4-BE49-F238E27FC236}">
                <a16:creationId xmlns:a16="http://schemas.microsoft.com/office/drawing/2014/main" id="{162E4701-3EDB-4C3A-AADF-574E5C2B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19" name="shape-45">
            <a:extLst xmlns:a="http://schemas.openxmlformats.org/drawingml/2006/main">
              <a:ext uri="{FF2B5EF4-FFF2-40B4-BE49-F238E27FC236}">
                <a16:creationId xmlns:a16="http://schemas.microsoft.com/office/drawing/2014/main" id="{C4ECE4EF-4FF7-49B7-A260-BE72FC4A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373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6">
            <a:extLst xmlns:a="http://schemas.openxmlformats.org/drawingml/2006/main">
              <a:ext uri="{FF2B5EF4-FFF2-40B4-BE49-F238E27FC236}">
                <a16:creationId xmlns:a16="http://schemas.microsoft.com/office/drawing/2014/main" id="{AB55925B-C957-4045-BC86-644E8116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28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47">
            <a:extLst xmlns:a="http://schemas.openxmlformats.org/drawingml/2006/main">
              <a:ext uri="{FF2B5EF4-FFF2-40B4-BE49-F238E27FC236}">
                <a16:creationId xmlns:a16="http://schemas.microsoft.com/office/drawing/2014/main" id="{D89BC88F-99F4-48CE-A03B-3DEAFEB8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48">
            <a:extLst xmlns:a="http://schemas.openxmlformats.org/drawingml/2006/main">
              <a:ext uri="{FF2B5EF4-FFF2-40B4-BE49-F238E27FC236}">
                <a16:creationId xmlns:a16="http://schemas.microsoft.com/office/drawing/2014/main" id="{9A4F7F01-88F8-4A25-A179-3301AFC8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3" name="shape-49">
            <a:extLst xmlns:a="http://schemas.openxmlformats.org/drawingml/2006/main">
              <a:ext uri="{FF2B5EF4-FFF2-40B4-BE49-F238E27FC236}">
                <a16:creationId xmlns:a16="http://schemas.microsoft.com/office/drawing/2014/main" id="{FD7B620A-E5C7-42DD-8F36-C2538DF8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99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50">
            <a:extLst xmlns:a="http://schemas.openxmlformats.org/drawingml/2006/main">
              <a:ext uri="{FF2B5EF4-FFF2-40B4-BE49-F238E27FC236}">
                <a16:creationId xmlns:a16="http://schemas.microsoft.com/office/drawing/2014/main" id="{D4C26FE9-BBC3-4A98-994E-8C781F60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154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51">
            <a:extLst xmlns:a="http://schemas.openxmlformats.org/drawingml/2006/main">
              <a:ext uri="{FF2B5EF4-FFF2-40B4-BE49-F238E27FC236}">
                <a16:creationId xmlns:a16="http://schemas.microsoft.com/office/drawing/2014/main" id="{CBD08018-38D3-4C67-B502-85FBAD3A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6" name="text-52">
            <a:extLst xmlns:a="http://schemas.openxmlformats.org/drawingml/2006/main">
              <a:ext uri="{FF2B5EF4-FFF2-40B4-BE49-F238E27FC236}">
                <a16:creationId xmlns:a16="http://schemas.microsoft.com/office/drawing/2014/main" id="{2C4B7A14-4533-4085-92B7-84165E8F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27" name="shape-53">
            <a:extLst xmlns:a="http://schemas.openxmlformats.org/drawingml/2006/main">
              <a:ext uri="{FF2B5EF4-FFF2-40B4-BE49-F238E27FC236}">
                <a16:creationId xmlns:a16="http://schemas.microsoft.com/office/drawing/2014/main" id="{FFBBE641-880F-4710-B401-3147C89E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54">
            <a:extLst xmlns:a="http://schemas.openxmlformats.org/drawingml/2006/main">
              <a:ext uri="{FF2B5EF4-FFF2-40B4-BE49-F238E27FC236}">
                <a16:creationId xmlns:a16="http://schemas.microsoft.com/office/drawing/2014/main" id="{1A2ED512-7F43-4770-B271-CF0B4A78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135–180</a:t>
            </a:r>
          </a:p>
        </p:txBody>
      </p:sp>
      <p:sp>
        <p:nvSpPr>
          <p:cNvPr id="29" name="text-55">
            <a:extLst xmlns:a="http://schemas.openxmlformats.org/drawingml/2006/main">
              <a:ext uri="{FF2B5EF4-FFF2-40B4-BE49-F238E27FC236}">
                <a16:creationId xmlns:a16="http://schemas.microsoft.com/office/drawing/2014/main" id="{979B7F75-21FE-4C26-91F1-E401930F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0" name="text-56">
            <a:extLst xmlns:a="http://schemas.openxmlformats.org/drawingml/2006/main">
              <a:ext uri="{FF2B5EF4-FFF2-40B4-BE49-F238E27FC236}">
                <a16:creationId xmlns:a16="http://schemas.microsoft.com/office/drawing/2014/main" id="{4B7B20E7-DBBC-44C1-921F-4FFB7A0C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5890188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57">
            <a:extLst xmlns:a="http://schemas.openxmlformats.org/drawingml/2006/main">
              <a:ext uri="{FF2B5EF4-FFF2-40B4-BE49-F238E27FC236}">
                <a16:creationId xmlns:a16="http://schemas.microsoft.com/office/drawing/2014/main" id="{724115F8-4BA6-4945-AF9C-5FD26287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text-58">
            <a:extLst xmlns:a="http://schemas.openxmlformats.org/drawingml/2006/main">
              <a:ext uri="{FF2B5EF4-FFF2-40B4-BE49-F238E27FC236}">
                <a16:creationId xmlns:a16="http://schemas.microsoft.com/office/drawing/2014/main" id="{FC9E411C-CD2D-498E-9857-EC99053B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0">
            <a:extLst xmlns:a="http://schemas.openxmlformats.org/drawingml/2006/main">
              <a:ext uri="{FF2B5EF4-FFF2-40B4-BE49-F238E27FC236}">
                <a16:creationId xmlns:a16="http://schemas.microsoft.com/office/drawing/2014/main" id="{85132414-E0CC-4CA2-8B3C-950A463D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0AB595-DD05-45A8-9509-507698AF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1">
            <a:extLst xmlns:a="http://schemas.openxmlformats.org/drawingml/2006/main">
              <a:ext uri="{FF2B5EF4-FFF2-40B4-BE49-F238E27FC236}">
                <a16:creationId xmlns:a16="http://schemas.microsoft.com/office/drawing/2014/main" id="{5D71A497-FA99-43A4-8A39-F0BED403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2">
            <a:extLst xmlns:a="http://schemas.openxmlformats.org/drawingml/2006/main">
              <a:ext uri="{FF2B5EF4-FFF2-40B4-BE49-F238E27FC236}">
                <a16:creationId xmlns:a16="http://schemas.microsoft.com/office/drawing/2014/main" id="{E100A75B-CC49-4F8B-93CA-F1F5D304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3">
            <a:extLst xmlns:a="http://schemas.openxmlformats.org/drawingml/2006/main">
              <a:ext uri="{FF2B5EF4-FFF2-40B4-BE49-F238E27FC236}">
                <a16:creationId xmlns:a16="http://schemas.microsoft.com/office/drawing/2014/main" id="{9CE9B4CF-1BCF-4974-A581-F4D951EC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64">
            <a:extLst xmlns:a="http://schemas.openxmlformats.org/drawingml/2006/main">
              <a:ext uri="{FF2B5EF4-FFF2-40B4-BE49-F238E27FC236}">
                <a16:creationId xmlns:a16="http://schemas.microsoft.com/office/drawing/2014/main" id="{AAEC1B04-EDDF-4D5A-94B7-1F8CFA01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65">
            <a:extLst xmlns:a="http://schemas.openxmlformats.org/drawingml/2006/main">
              <a:ext uri="{FF2B5EF4-FFF2-40B4-BE49-F238E27FC236}">
                <a16:creationId xmlns:a16="http://schemas.microsoft.com/office/drawing/2014/main" id="{B0120AA0-BEBE-4852-B993-535E733A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6">
            <a:extLst xmlns:a="http://schemas.openxmlformats.org/drawingml/2006/main">
              <a:ext uri="{FF2B5EF4-FFF2-40B4-BE49-F238E27FC236}">
                <a16:creationId xmlns:a16="http://schemas.microsoft.com/office/drawing/2014/main" id="{EF2C292A-0979-4454-AB26-B8DB2572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67">
            <a:extLst xmlns:a="http://schemas.openxmlformats.org/drawingml/2006/main">
              <a:ext uri="{FF2B5EF4-FFF2-40B4-BE49-F238E27FC236}">
                <a16:creationId xmlns:a16="http://schemas.microsoft.com/office/drawing/2014/main" id="{96D4B000-27A9-4EE9-97FB-F4B7492C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68">
            <a:extLst xmlns:a="http://schemas.openxmlformats.org/drawingml/2006/main">
              <a:ext uri="{FF2B5EF4-FFF2-40B4-BE49-F238E27FC236}">
                <a16:creationId xmlns:a16="http://schemas.microsoft.com/office/drawing/2014/main" id="{0C5E3606-C26A-4042-9085-C9882E83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69">
            <a:extLst xmlns:a="http://schemas.openxmlformats.org/drawingml/2006/main">
              <a:ext uri="{FF2B5EF4-FFF2-40B4-BE49-F238E27FC236}">
                <a16:creationId xmlns:a16="http://schemas.microsoft.com/office/drawing/2014/main" id="{1AB6E613-24EB-40AE-92F1-8923B915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0">
            <a:extLst xmlns:a="http://schemas.openxmlformats.org/drawingml/2006/main">
              <a:ext uri="{FF2B5EF4-FFF2-40B4-BE49-F238E27FC236}">
                <a16:creationId xmlns:a16="http://schemas.microsoft.com/office/drawing/2014/main" id="{AA80D2BD-EF68-485E-BBEC-6F124F01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1">
            <a:extLst xmlns:a="http://schemas.openxmlformats.org/drawingml/2006/main">
              <a:ext uri="{FF2B5EF4-FFF2-40B4-BE49-F238E27FC236}">
                <a16:creationId xmlns:a16="http://schemas.microsoft.com/office/drawing/2014/main" id="{25E1135F-A5D6-4983-B47B-A3242A6A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72">
            <a:extLst xmlns:a="http://schemas.openxmlformats.org/drawingml/2006/main">
              <a:ext uri="{FF2B5EF4-FFF2-40B4-BE49-F238E27FC236}">
                <a16:creationId xmlns:a16="http://schemas.microsoft.com/office/drawing/2014/main" id="{E68EB71F-E022-4EF2-A6C2-52B6F7C5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73">
            <a:extLst xmlns:a="http://schemas.openxmlformats.org/drawingml/2006/main">
              <a:ext uri="{FF2B5EF4-FFF2-40B4-BE49-F238E27FC236}">
                <a16:creationId xmlns:a16="http://schemas.microsoft.com/office/drawing/2014/main" id="{D5889B06-83DA-4448-91DF-CB92BCAD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4">
            <a:extLst xmlns:a="http://schemas.openxmlformats.org/drawingml/2006/main">
              <a:ext uri="{FF2B5EF4-FFF2-40B4-BE49-F238E27FC236}">
                <a16:creationId xmlns:a16="http://schemas.microsoft.com/office/drawing/2014/main" id="{AB0CE90F-A3A9-420C-8B31-8FC35BC6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5">
            <a:extLst xmlns:a="http://schemas.openxmlformats.org/drawingml/2006/main">
              <a:ext uri="{FF2B5EF4-FFF2-40B4-BE49-F238E27FC236}">
                <a16:creationId xmlns:a16="http://schemas.microsoft.com/office/drawing/2014/main" id="{E32338BA-672D-4704-94B4-ACB0888B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76">
            <a:extLst xmlns:a="http://schemas.openxmlformats.org/drawingml/2006/main">
              <a:ext uri="{FF2B5EF4-FFF2-40B4-BE49-F238E27FC236}">
                <a16:creationId xmlns:a16="http://schemas.microsoft.com/office/drawing/2014/main" id="{A9068E42-486F-4598-939A-1430E9DF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17502011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77">
            <a:extLst xmlns:a="http://schemas.openxmlformats.org/drawingml/2006/main">
              <a:ext uri="{FF2B5EF4-FFF2-40B4-BE49-F238E27FC236}">
                <a16:creationId xmlns:a16="http://schemas.microsoft.com/office/drawing/2014/main" id="{880FBBAE-34CA-4269-AC45-3525A71F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text-78">
            <a:extLst xmlns:a="http://schemas.openxmlformats.org/drawingml/2006/main">
              <a:ext uri="{FF2B5EF4-FFF2-40B4-BE49-F238E27FC236}">
                <a16:creationId xmlns:a16="http://schemas.microsoft.com/office/drawing/2014/main" id="{CF44791C-3D83-4E37-B60E-8449EAB0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0">
            <a:extLst xmlns:a="http://schemas.openxmlformats.org/drawingml/2006/main">
              <a:ext uri="{FF2B5EF4-FFF2-40B4-BE49-F238E27FC236}">
                <a16:creationId xmlns:a16="http://schemas.microsoft.com/office/drawing/2014/main" id="{C9932EBE-1AC8-4771-9197-4927D34E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857603-F696-4A6A-A16D-CB95AA45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1">
            <a:extLst xmlns:a="http://schemas.openxmlformats.org/drawingml/2006/main">
              <a:ext uri="{FF2B5EF4-FFF2-40B4-BE49-F238E27FC236}">
                <a16:creationId xmlns:a16="http://schemas.microsoft.com/office/drawing/2014/main" id="{E5BB01C5-984B-483D-BE2B-6DB0BEE1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2">
            <a:extLst xmlns:a="http://schemas.openxmlformats.org/drawingml/2006/main">
              <a:ext uri="{FF2B5EF4-FFF2-40B4-BE49-F238E27FC236}">
                <a16:creationId xmlns:a16="http://schemas.microsoft.com/office/drawing/2014/main" id="{67BD78AD-8C99-4723-A98C-CFDA4FF6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83">
            <a:extLst xmlns:a="http://schemas.openxmlformats.org/drawingml/2006/main">
              <a:ext uri="{FF2B5EF4-FFF2-40B4-BE49-F238E27FC236}">
                <a16:creationId xmlns:a16="http://schemas.microsoft.com/office/drawing/2014/main" id="{FF8AF10B-37DD-4B57-8CD7-3202B9ED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84">
            <a:extLst xmlns:a="http://schemas.openxmlformats.org/drawingml/2006/main">
              <a:ext uri="{FF2B5EF4-FFF2-40B4-BE49-F238E27FC236}">
                <a16:creationId xmlns:a16="http://schemas.microsoft.com/office/drawing/2014/main" id="{07D96369-A9AD-4DE5-AAA7-C21E2365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85">
            <a:extLst xmlns:a="http://schemas.openxmlformats.org/drawingml/2006/main">
              <a:ext uri="{FF2B5EF4-FFF2-40B4-BE49-F238E27FC236}">
                <a16:creationId xmlns:a16="http://schemas.microsoft.com/office/drawing/2014/main" id="{5C79C755-F4D2-4C80-B198-1AE1C767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86">
            <a:extLst xmlns:a="http://schemas.openxmlformats.org/drawingml/2006/main">
              <a:ext uri="{FF2B5EF4-FFF2-40B4-BE49-F238E27FC236}">
                <a16:creationId xmlns:a16="http://schemas.microsoft.com/office/drawing/2014/main" id="{93F1747F-866D-485A-8322-BA0889AF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87">
            <a:extLst xmlns:a="http://schemas.openxmlformats.org/drawingml/2006/main">
              <a:ext uri="{FF2B5EF4-FFF2-40B4-BE49-F238E27FC236}">
                <a16:creationId xmlns:a16="http://schemas.microsoft.com/office/drawing/2014/main" id="{FC8AF6F8-8379-4558-9FDD-B658AD71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88">
            <a:extLst xmlns:a="http://schemas.openxmlformats.org/drawingml/2006/main">
              <a:ext uri="{FF2B5EF4-FFF2-40B4-BE49-F238E27FC236}">
                <a16:creationId xmlns:a16="http://schemas.microsoft.com/office/drawing/2014/main" id="{01101586-2417-4D20-A74F-1D6F0918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89">
            <a:extLst xmlns:a="http://schemas.openxmlformats.org/drawingml/2006/main">
              <a:ext uri="{FF2B5EF4-FFF2-40B4-BE49-F238E27FC236}">
                <a16:creationId xmlns:a16="http://schemas.microsoft.com/office/drawing/2014/main" id="{C664DE3C-6DFC-4369-AD16-1F62BA30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90">
            <a:extLst xmlns:a="http://schemas.openxmlformats.org/drawingml/2006/main">
              <a:ext uri="{FF2B5EF4-FFF2-40B4-BE49-F238E27FC236}">
                <a16:creationId xmlns:a16="http://schemas.microsoft.com/office/drawing/2014/main" id="{7110D827-13B3-4D89-B826-599FCFCF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12967874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91">
            <a:extLst xmlns:a="http://schemas.openxmlformats.org/drawingml/2006/main">
              <a:ext uri="{FF2B5EF4-FFF2-40B4-BE49-F238E27FC236}">
                <a16:creationId xmlns:a16="http://schemas.microsoft.com/office/drawing/2014/main" id="{24D8796E-6DD5-4E1F-B62F-14C548AD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PROBLEM</a:t>
            </a:r>
          </a:p>
        </p:txBody>
      </p:sp>
      <p:sp>
        <p:nvSpPr>
          <p:cNvPr id="2" name="text-92">
            <a:extLst xmlns:a="http://schemas.openxmlformats.org/drawingml/2006/main">
              <a:ext uri="{FF2B5EF4-FFF2-40B4-BE49-F238E27FC236}">
                <a16:creationId xmlns:a16="http://schemas.microsoft.com/office/drawing/2014/main" id="{92565280-1C2B-4734-8FD0-C71AEDF0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先選一個真實教學或研究問題</a:t>
            </a:r>
          </a:p>
        </p:txBody>
      </p:sp>
      <p:cxnSp>
        <p:nvCxnSpPr>
          <p:cNvPr id="24" name="shape-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4">
            <a:extLst xmlns:a="http://schemas.openxmlformats.org/drawingml/2006/main">
              <a:ext uri="{FF2B5EF4-FFF2-40B4-BE49-F238E27FC236}">
                <a16:creationId xmlns:a16="http://schemas.microsoft.com/office/drawing/2014/main" id="{E625C362-3CEF-4CA1-9FF9-AFADD0DC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C87BDF9-FC81-4DA5-818F-FF6CCE3B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5">
            <a:extLst xmlns:a="http://schemas.openxmlformats.org/drawingml/2006/main">
              <a:ext uri="{FF2B5EF4-FFF2-40B4-BE49-F238E27FC236}">
                <a16:creationId xmlns:a16="http://schemas.microsoft.com/office/drawing/2014/main" id="{D8D28D76-03F0-4D97-BDF5-979A02C2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6">
            <a:extLst xmlns:a="http://schemas.openxmlformats.org/drawingml/2006/main">
              <a:ext uri="{FF2B5EF4-FFF2-40B4-BE49-F238E27FC236}">
                <a16:creationId xmlns:a16="http://schemas.microsoft.com/office/drawing/2014/main" id="{129825BE-039A-4AF5-B0B5-99B28F76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97">
            <a:extLst xmlns:a="http://schemas.openxmlformats.org/drawingml/2006/main">
              <a:ext uri="{FF2B5EF4-FFF2-40B4-BE49-F238E27FC236}">
                <a16:creationId xmlns:a16="http://schemas.microsoft.com/office/drawing/2014/main" id="{CF7E0A89-8AC0-4FE3-A07A-37E77BC9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內容太多</a:t>
            </a:r>
          </a:p>
        </p:txBody>
      </p:sp>
      <p:sp>
        <p:nvSpPr>
          <p:cNvPr id="9" name="text-98">
            <a:extLst xmlns:a="http://schemas.openxmlformats.org/drawingml/2006/main">
              <a:ext uri="{FF2B5EF4-FFF2-40B4-BE49-F238E27FC236}">
                <a16:creationId xmlns:a16="http://schemas.microsoft.com/office/drawing/2014/main" id="{13FE859C-74B6-4EE5-BA46-79D16608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99">
            <a:extLst xmlns:a="http://schemas.openxmlformats.org/drawingml/2006/main">
              <a:ext uri="{FF2B5EF4-FFF2-40B4-BE49-F238E27FC236}">
                <a16:creationId xmlns:a16="http://schemas.microsoft.com/office/drawing/2014/main" id="{FA656A0E-3482-4B40-A87C-C655A597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00">
            <a:extLst xmlns:a="http://schemas.openxmlformats.org/drawingml/2006/main">
              <a:ext uri="{FF2B5EF4-FFF2-40B4-BE49-F238E27FC236}">
                <a16:creationId xmlns:a16="http://schemas.microsoft.com/office/drawing/2014/main" id="{90AF853F-AA89-45BF-9715-BD7CD96E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101">
            <a:extLst xmlns:a="http://schemas.openxmlformats.org/drawingml/2006/main">
              <a:ext uri="{FF2B5EF4-FFF2-40B4-BE49-F238E27FC236}">
                <a16:creationId xmlns:a16="http://schemas.microsoft.com/office/drawing/2014/main" id="{5BB405C8-531E-492B-B657-8CD99CA1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資料難分析</a:t>
            </a:r>
          </a:p>
        </p:txBody>
      </p:sp>
      <p:sp>
        <p:nvSpPr>
          <p:cNvPr id="13" name="text-102">
            <a:extLst xmlns:a="http://schemas.openxmlformats.org/drawingml/2006/main">
              <a:ext uri="{FF2B5EF4-FFF2-40B4-BE49-F238E27FC236}">
                <a16:creationId xmlns:a16="http://schemas.microsoft.com/office/drawing/2014/main" id="{0CDA762F-287F-4C72-BE50-6076AA81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103">
            <a:extLst xmlns:a="http://schemas.openxmlformats.org/drawingml/2006/main">
              <a:ext uri="{FF2B5EF4-FFF2-40B4-BE49-F238E27FC236}">
                <a16:creationId xmlns:a16="http://schemas.microsoft.com/office/drawing/2014/main" id="{58347A3B-0693-4C44-A32C-EEC5103B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04">
            <a:extLst xmlns:a="http://schemas.openxmlformats.org/drawingml/2006/main">
              <a:ext uri="{FF2B5EF4-FFF2-40B4-BE49-F238E27FC236}">
                <a16:creationId xmlns:a16="http://schemas.microsoft.com/office/drawing/2014/main" id="{147FEE94-90B6-4648-BA3A-F79FF166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105">
            <a:extLst xmlns:a="http://schemas.openxmlformats.org/drawingml/2006/main">
              <a:ext uri="{FF2B5EF4-FFF2-40B4-BE49-F238E27FC236}">
                <a16:creationId xmlns:a16="http://schemas.microsoft.com/office/drawing/2014/main" id="{13F8AA43-9601-4560-9B1E-1723FD98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活動太平</a:t>
            </a:r>
          </a:p>
        </p:txBody>
      </p:sp>
      <p:sp>
        <p:nvSpPr>
          <p:cNvPr id="17" name="text-106">
            <a:extLst xmlns:a="http://schemas.openxmlformats.org/drawingml/2006/main">
              <a:ext uri="{FF2B5EF4-FFF2-40B4-BE49-F238E27FC236}">
                <a16:creationId xmlns:a16="http://schemas.microsoft.com/office/drawing/2014/main" id="{B5CF43D2-B137-4CA6-8FD9-F9A7DD4A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107">
            <a:extLst xmlns:a="http://schemas.openxmlformats.org/drawingml/2006/main">
              <a:ext uri="{FF2B5EF4-FFF2-40B4-BE49-F238E27FC236}">
                <a16:creationId xmlns:a16="http://schemas.microsoft.com/office/drawing/2014/main" id="{3FFE790E-0662-4BB4-BE15-140F925B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08">
            <a:extLst xmlns:a="http://schemas.openxmlformats.org/drawingml/2006/main">
              <a:ext uri="{FF2B5EF4-FFF2-40B4-BE49-F238E27FC236}">
                <a16:creationId xmlns:a16="http://schemas.microsoft.com/office/drawing/2014/main" id="{562FABB9-9070-402D-91B7-3960F2C7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109">
            <a:extLst xmlns:a="http://schemas.openxmlformats.org/drawingml/2006/main">
              <a:ext uri="{FF2B5EF4-FFF2-40B4-BE49-F238E27FC236}">
                <a16:creationId xmlns:a16="http://schemas.microsoft.com/office/drawing/2014/main" id="{156B78C8-9636-4715-A232-AB03D9C8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研究難累積</a:t>
            </a:r>
          </a:p>
        </p:txBody>
      </p:sp>
      <p:sp>
        <p:nvSpPr>
          <p:cNvPr id="21" name="text-110">
            <a:extLst xmlns:a="http://schemas.openxmlformats.org/drawingml/2006/main">
              <a:ext uri="{FF2B5EF4-FFF2-40B4-BE49-F238E27FC236}">
                <a16:creationId xmlns:a16="http://schemas.microsoft.com/office/drawing/2014/main" id="{2B7FDECD-7AE0-41A9-8069-72928B3B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想把文獻、資料、方法與成果整理成可持續更新的工作區。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7221445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11">
            <a:extLst xmlns:a="http://schemas.openxmlformats.org/drawingml/2006/main">
              <a:ext uri="{FF2B5EF4-FFF2-40B4-BE49-F238E27FC236}">
                <a16:creationId xmlns:a16="http://schemas.microsoft.com/office/drawing/2014/main" id="{1910FAC9-EBB0-48D0-A64C-B45F1A0D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text-112">
            <a:extLst xmlns:a="http://schemas.openxmlformats.org/drawingml/2006/main">
              <a:ext uri="{FF2B5EF4-FFF2-40B4-BE49-F238E27FC236}">
                <a16:creationId xmlns:a16="http://schemas.microsoft.com/office/drawing/2014/main" id="{CB270F4C-59D2-460B-8CF5-DED17BB3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2" name="shape-11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4">
            <a:extLst xmlns:a="http://schemas.openxmlformats.org/drawingml/2006/main">
              <a:ext uri="{FF2B5EF4-FFF2-40B4-BE49-F238E27FC236}">
                <a16:creationId xmlns:a16="http://schemas.microsoft.com/office/drawing/2014/main" id="{E1BDB5DC-88D7-4280-8E58-01BCAC05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552AC54-74C8-4F6C-8606-46E1576C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591003e82049e9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15">
            <a:extLst xmlns:a="http://schemas.openxmlformats.org/drawingml/2006/main">
              <a:ext uri="{FF2B5EF4-FFF2-40B4-BE49-F238E27FC236}">
                <a16:creationId xmlns:a16="http://schemas.microsoft.com/office/drawing/2014/main" id="{8FB1DC28-447F-47B7-BDD3-CEE4F202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116">
            <a:extLst xmlns:a="http://schemas.openxmlformats.org/drawingml/2006/main">
              <a:ext uri="{FF2B5EF4-FFF2-40B4-BE49-F238E27FC236}">
                <a16:creationId xmlns:a16="http://schemas.microsoft.com/office/drawing/2014/main" id="{560FEE1E-D170-4F2B-A8BB-DED7CE94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574">
            <a:extLst xmlns:a="http://schemas.openxmlformats.org/drawingml/2006/main">
              <a:ext uri="{FF2B5EF4-FFF2-40B4-BE49-F238E27FC236}">
                <a16:creationId xmlns:a16="http://schemas.microsoft.com/office/drawing/2014/main" id="{17F3BFBC-4650-4FB2-8AC6-ACA70667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a987a0aa1764dfd"/>
              </a:rPr>
              <a:t>開啟教育科技創新專區 ↗</a:t>
            </a:r>
          </a:p>
        </p:txBody>
      </p:sp>
    </p:spTree>
    <p:extLst>
      <p:ext uri="{BB962C8B-B14F-4D97-AF65-F5344CB8AC3E}">
        <p14:creationId xmlns:p14="http://schemas.microsoft.com/office/powerpoint/2010/main" val="2350258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17">
            <a:extLst xmlns:a="http://schemas.openxmlformats.org/drawingml/2006/main">
              <a:ext uri="{FF2B5EF4-FFF2-40B4-BE49-F238E27FC236}">
                <a16:creationId xmlns:a16="http://schemas.microsoft.com/office/drawing/2014/main" id="{DA136754-9FD4-4257-93D6-B904CC3F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text-118">
            <a:extLst xmlns:a="http://schemas.openxmlformats.org/drawingml/2006/main">
              <a:ext uri="{FF2B5EF4-FFF2-40B4-BE49-F238E27FC236}">
                <a16:creationId xmlns:a16="http://schemas.microsoft.com/office/drawing/2014/main" id="{02EEB998-683D-4DB1-A028-A07B65CF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27" name="shape-1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20">
            <a:extLst xmlns:a="http://schemas.openxmlformats.org/drawingml/2006/main">
              <a:ext uri="{FF2B5EF4-FFF2-40B4-BE49-F238E27FC236}">
                <a16:creationId xmlns:a16="http://schemas.microsoft.com/office/drawing/2014/main" id="{8F8F5D46-4E8F-489E-A5AE-10481A2C0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BC84812-4A17-46FC-9E0E-DC8E2AA8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121">
            <a:extLst xmlns:a="http://schemas.openxmlformats.org/drawingml/2006/main">
              <a:ext uri="{FF2B5EF4-FFF2-40B4-BE49-F238E27FC236}">
                <a16:creationId xmlns:a16="http://schemas.microsoft.com/office/drawing/2014/main" id="{DDD7201D-D905-495C-A34B-718705A8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122">
            <a:extLst xmlns:a="http://schemas.openxmlformats.org/drawingml/2006/main">
              <a:ext uri="{FF2B5EF4-FFF2-40B4-BE49-F238E27FC236}">
                <a16:creationId xmlns:a16="http://schemas.microsoft.com/office/drawing/2014/main" id="{73768E00-BB2B-48D8-A4A2-F0A88268D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23">
            <a:extLst xmlns:a="http://schemas.openxmlformats.org/drawingml/2006/main">
              <a:ext uri="{FF2B5EF4-FFF2-40B4-BE49-F238E27FC236}">
                <a16:creationId xmlns:a16="http://schemas.microsoft.com/office/drawing/2014/main" id="{C9BCBE74-9299-44A3-9FCC-EAEB0409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124">
            <a:extLst xmlns:a="http://schemas.openxmlformats.org/drawingml/2006/main">
              <a:ext uri="{FF2B5EF4-FFF2-40B4-BE49-F238E27FC236}">
                <a16:creationId xmlns:a16="http://schemas.microsoft.com/office/drawing/2014/main" id="{3612524D-4C2D-416B-B321-68BE4FC5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125">
            <a:extLst xmlns:a="http://schemas.openxmlformats.org/drawingml/2006/main">
              <a:ext uri="{FF2B5EF4-FFF2-40B4-BE49-F238E27FC236}">
                <a16:creationId xmlns:a16="http://schemas.microsoft.com/office/drawing/2014/main" id="{4F18632C-131A-4E82-A332-932EBBCE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126">
            <a:extLst xmlns:a="http://schemas.openxmlformats.org/drawingml/2006/main">
              <a:ext uri="{FF2B5EF4-FFF2-40B4-BE49-F238E27FC236}">
                <a16:creationId xmlns:a16="http://schemas.microsoft.com/office/drawing/2014/main" id="{D57ED0FF-9C47-40AD-8DE7-84F73DCC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c17f5acf652467e"/>
              </a:rPr>
              <a:t>工具卡片介紹 ↗</a:t>
            </a:r>
          </a:p>
        </p:txBody>
      </p:sp>
      <p:sp>
        <p:nvSpPr>
          <p:cNvPr id="12" name="text-127">
            <a:extLst xmlns:a="http://schemas.openxmlformats.org/drawingml/2006/main">
              <a:ext uri="{FF2B5EF4-FFF2-40B4-BE49-F238E27FC236}">
                <a16:creationId xmlns:a16="http://schemas.microsoft.com/office/drawing/2014/main" id="{7D179FBB-EE7C-42C3-B9E4-7C1A6AA3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e352d17064a4746"/>
              </a:rPr>
              <a:t>直接開啟應用 ↗</a:t>
            </a:r>
          </a:p>
        </p:txBody>
      </p:sp>
      <p:sp>
        <p:nvSpPr>
          <p:cNvPr id="13" name="shape-128">
            <a:extLst xmlns:a="http://schemas.openxmlformats.org/drawingml/2006/main">
              <a:ext uri="{FF2B5EF4-FFF2-40B4-BE49-F238E27FC236}">
                <a16:creationId xmlns:a16="http://schemas.microsoft.com/office/drawing/2014/main" id="{74A7BEFE-CA84-4A0A-B7B8-B585780A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4" name="text-129">
            <a:extLst xmlns:a="http://schemas.openxmlformats.org/drawingml/2006/main">
              <a:ext uri="{FF2B5EF4-FFF2-40B4-BE49-F238E27FC236}">
                <a16:creationId xmlns:a16="http://schemas.microsoft.com/office/drawing/2014/main" id="{859F1842-B7CB-45CE-92B8-5A987B50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5" name="text-130">
            <a:extLst xmlns:a="http://schemas.openxmlformats.org/drawingml/2006/main">
              <a:ext uri="{FF2B5EF4-FFF2-40B4-BE49-F238E27FC236}">
                <a16:creationId xmlns:a16="http://schemas.microsoft.com/office/drawing/2014/main" id="{02987A2A-5CB9-4BFA-9826-19154B8D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6" name="text-131">
            <a:extLst xmlns:a="http://schemas.openxmlformats.org/drawingml/2006/main">
              <a:ext uri="{FF2B5EF4-FFF2-40B4-BE49-F238E27FC236}">
                <a16:creationId xmlns:a16="http://schemas.microsoft.com/office/drawing/2014/main" id="{A8F255F6-B570-46D3-9D4E-11BC51DC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7" name="text-132">
            <a:extLst xmlns:a="http://schemas.openxmlformats.org/drawingml/2006/main">
              <a:ext uri="{FF2B5EF4-FFF2-40B4-BE49-F238E27FC236}">
                <a16:creationId xmlns:a16="http://schemas.microsoft.com/office/drawing/2014/main" id="{6D6D821A-042B-4C5E-8490-421005E5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f57ae48966143b3"/>
              </a:rPr>
              <a:t>工具卡片介紹 ↗</a:t>
            </a:r>
          </a:p>
        </p:txBody>
      </p:sp>
      <p:sp>
        <p:nvSpPr>
          <p:cNvPr id="18" name="text-133">
            <a:extLst xmlns:a="http://schemas.openxmlformats.org/drawingml/2006/main">
              <a:ext uri="{FF2B5EF4-FFF2-40B4-BE49-F238E27FC236}">
                <a16:creationId xmlns:a16="http://schemas.microsoft.com/office/drawing/2014/main" id="{93781B07-1CDF-4C22-A6A7-158672D3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80e180b513d4189"/>
              </a:rPr>
              <a:t>直接開啟應用 ↗</a:t>
            </a:r>
          </a:p>
        </p:txBody>
      </p:sp>
      <p:sp>
        <p:nvSpPr>
          <p:cNvPr id="19" name="shape-134">
            <a:extLst xmlns:a="http://schemas.openxmlformats.org/drawingml/2006/main">
              <a:ext uri="{FF2B5EF4-FFF2-40B4-BE49-F238E27FC236}">
                <a16:creationId xmlns:a16="http://schemas.microsoft.com/office/drawing/2014/main" id="{0C344137-4BD4-4BB0-8E3B-42203D47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0" name="text-135">
            <a:extLst xmlns:a="http://schemas.openxmlformats.org/drawingml/2006/main">
              <a:ext uri="{FF2B5EF4-FFF2-40B4-BE49-F238E27FC236}">
                <a16:creationId xmlns:a16="http://schemas.microsoft.com/office/drawing/2014/main" id="{B393857D-0DEE-4D35-BE06-E8F98356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1" name="text-136">
            <a:extLst xmlns:a="http://schemas.openxmlformats.org/drawingml/2006/main">
              <a:ext uri="{FF2B5EF4-FFF2-40B4-BE49-F238E27FC236}">
                <a16:creationId xmlns:a16="http://schemas.microsoft.com/office/drawing/2014/main" id="{56D43A28-3A1E-409A-8ECE-BAD85419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2" name="text-137">
            <a:extLst xmlns:a="http://schemas.openxmlformats.org/drawingml/2006/main">
              <a:ext uri="{FF2B5EF4-FFF2-40B4-BE49-F238E27FC236}">
                <a16:creationId xmlns:a16="http://schemas.microsoft.com/office/drawing/2014/main" id="{D90B9181-CC46-4CAC-9E32-67A3E17C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3" name="text-138">
            <a:extLst xmlns:a="http://schemas.openxmlformats.org/drawingml/2006/main">
              <a:ext uri="{FF2B5EF4-FFF2-40B4-BE49-F238E27FC236}">
                <a16:creationId xmlns:a16="http://schemas.microsoft.com/office/drawing/2014/main" id="{DB155F2C-79AC-49B8-A48C-92494CCF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878733219aa4c8c"/>
              </a:rPr>
              <a:t>工具卡片介紹 ↗</a:t>
            </a:r>
          </a:p>
        </p:txBody>
      </p:sp>
      <p:sp>
        <p:nvSpPr>
          <p:cNvPr id="24" name="text-139">
            <a:extLst xmlns:a="http://schemas.openxmlformats.org/drawingml/2006/main">
              <a:ext uri="{FF2B5EF4-FFF2-40B4-BE49-F238E27FC236}">
                <a16:creationId xmlns:a16="http://schemas.microsoft.com/office/drawing/2014/main" id="{B20B85C1-F329-4592-BD2E-6EF5997A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b690e73fcd24fe2"/>
              </a:rPr>
              <a:t>直接開啟應用 ↗</a:t>
            </a:r>
          </a:p>
        </p:txBody>
      </p:sp>
    </p:spTree>
    <p:extLst>
      <p:ext uri="{BB962C8B-B14F-4D97-AF65-F5344CB8AC3E}">
        <p14:creationId xmlns:p14="http://schemas.microsoft.com/office/powerpoint/2010/main" val="3745119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0">
            <a:extLst xmlns:a="http://schemas.openxmlformats.org/drawingml/2006/main">
              <a:ext uri="{FF2B5EF4-FFF2-40B4-BE49-F238E27FC236}">
                <a16:creationId xmlns:a16="http://schemas.microsoft.com/office/drawing/2014/main" id="{3C52DF3C-4828-4FB5-98FA-1A06F5E9B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text-141">
            <a:extLst xmlns:a="http://schemas.openxmlformats.org/drawingml/2006/main">
              <a:ext uri="{FF2B5EF4-FFF2-40B4-BE49-F238E27FC236}">
                <a16:creationId xmlns:a16="http://schemas.microsoft.com/office/drawing/2014/main" id="{DBFAF86B-07D8-48A6-8AD0-EF1342A8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27" name="shape-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0E2E5E8E-DB89-42F8-8882-31966F10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769C78-5964-459D-9157-B509333C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44">
            <a:extLst xmlns:a="http://schemas.openxmlformats.org/drawingml/2006/main">
              <a:ext uri="{FF2B5EF4-FFF2-40B4-BE49-F238E27FC236}">
                <a16:creationId xmlns:a16="http://schemas.microsoft.com/office/drawing/2014/main" id="{287CB3CB-4DE8-4911-8259-C7CE682C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145">
            <a:extLst xmlns:a="http://schemas.openxmlformats.org/drawingml/2006/main">
              <a:ext uri="{FF2B5EF4-FFF2-40B4-BE49-F238E27FC236}">
                <a16:creationId xmlns:a16="http://schemas.microsoft.com/office/drawing/2014/main" id="{FE808DD5-0B1F-4D2E-8227-7A255641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C7551176-5A47-4B36-B5EC-BBEC9D93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9F286331-9451-4904-BF6A-5BDD1412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148">
            <a:extLst xmlns:a="http://schemas.openxmlformats.org/drawingml/2006/main">
              <a:ext uri="{FF2B5EF4-FFF2-40B4-BE49-F238E27FC236}">
                <a16:creationId xmlns:a16="http://schemas.microsoft.com/office/drawing/2014/main" id="{A8E9361A-669A-4BEE-AF79-E0F91887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2DC641B4-08DC-4407-98C6-77800CFB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13c60099334132"/>
              </a:rPr>
              <a:t>工具卡片介紹 ↗</a:t>
            </a:r>
          </a:p>
        </p:txBody>
      </p:sp>
      <p:sp>
        <p:nvSpPr>
          <p:cNvPr id="12" name="text-150">
            <a:extLst xmlns:a="http://schemas.openxmlformats.org/drawingml/2006/main">
              <a:ext uri="{FF2B5EF4-FFF2-40B4-BE49-F238E27FC236}">
                <a16:creationId xmlns:a16="http://schemas.microsoft.com/office/drawing/2014/main" id="{979E113B-9FE8-43F2-A3E0-DD925295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f607b1c40f244f3"/>
              </a:rPr>
              <a:t>直接開啟應用 ↗</a:t>
            </a:r>
          </a:p>
        </p:txBody>
      </p:sp>
      <p:sp>
        <p:nvSpPr>
          <p:cNvPr id="13" name="shape-151">
            <a:extLst xmlns:a="http://schemas.openxmlformats.org/drawingml/2006/main">
              <a:ext uri="{FF2B5EF4-FFF2-40B4-BE49-F238E27FC236}">
                <a16:creationId xmlns:a16="http://schemas.microsoft.com/office/drawing/2014/main" id="{554427BF-55B9-4450-AF50-952E2C4C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4" name="text-152">
            <a:extLst xmlns:a="http://schemas.openxmlformats.org/drawingml/2006/main">
              <a:ext uri="{FF2B5EF4-FFF2-40B4-BE49-F238E27FC236}">
                <a16:creationId xmlns:a16="http://schemas.microsoft.com/office/drawing/2014/main" id="{C70F8021-B709-4CB3-A713-66EC3388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5" name="text-153">
            <a:extLst xmlns:a="http://schemas.openxmlformats.org/drawingml/2006/main">
              <a:ext uri="{FF2B5EF4-FFF2-40B4-BE49-F238E27FC236}">
                <a16:creationId xmlns:a16="http://schemas.microsoft.com/office/drawing/2014/main" id="{E806A3FA-1CAC-404F-BB55-1BD3855B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6" name="text-154">
            <a:extLst xmlns:a="http://schemas.openxmlformats.org/drawingml/2006/main">
              <a:ext uri="{FF2B5EF4-FFF2-40B4-BE49-F238E27FC236}">
                <a16:creationId xmlns:a16="http://schemas.microsoft.com/office/drawing/2014/main" id="{5E9D7953-E4C9-448E-8F3E-F4EDA3F5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7" name="text-155">
            <a:extLst xmlns:a="http://schemas.openxmlformats.org/drawingml/2006/main">
              <a:ext uri="{FF2B5EF4-FFF2-40B4-BE49-F238E27FC236}">
                <a16:creationId xmlns:a16="http://schemas.microsoft.com/office/drawing/2014/main" id="{66920EB3-28B7-46A1-A059-B7333C46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799a0bced9f4993"/>
              </a:rPr>
              <a:t>工具卡片介紹 ↗</a:t>
            </a:r>
          </a:p>
        </p:txBody>
      </p:sp>
      <p:sp>
        <p:nvSpPr>
          <p:cNvPr id="18" name="text-156">
            <a:extLst xmlns:a="http://schemas.openxmlformats.org/drawingml/2006/main">
              <a:ext uri="{FF2B5EF4-FFF2-40B4-BE49-F238E27FC236}">
                <a16:creationId xmlns:a16="http://schemas.microsoft.com/office/drawing/2014/main" id="{B588D5CE-1200-42B6-8D44-E79792C7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76e83ad70b4d03"/>
              </a:rPr>
              <a:t>直接開啟應用 ↗</a:t>
            </a:r>
          </a:p>
        </p:txBody>
      </p:sp>
      <p:sp>
        <p:nvSpPr>
          <p:cNvPr id="19" name="shape-157">
            <a:extLst xmlns:a="http://schemas.openxmlformats.org/drawingml/2006/main">
              <a:ext uri="{FF2B5EF4-FFF2-40B4-BE49-F238E27FC236}">
                <a16:creationId xmlns:a16="http://schemas.microsoft.com/office/drawing/2014/main" id="{7057C17A-E0F9-45F2-A96C-80618031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0" name="text-158">
            <a:extLst xmlns:a="http://schemas.openxmlformats.org/drawingml/2006/main">
              <a:ext uri="{FF2B5EF4-FFF2-40B4-BE49-F238E27FC236}">
                <a16:creationId xmlns:a16="http://schemas.microsoft.com/office/drawing/2014/main" id="{71999FCB-BB00-4228-AE8C-2F6A14F0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1" name="text-159">
            <a:extLst xmlns:a="http://schemas.openxmlformats.org/drawingml/2006/main">
              <a:ext uri="{FF2B5EF4-FFF2-40B4-BE49-F238E27FC236}">
                <a16:creationId xmlns:a16="http://schemas.microsoft.com/office/drawing/2014/main" id="{5729572C-5B11-4255-9D71-62AAB9B3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2" name="text-160">
            <a:extLst xmlns:a="http://schemas.openxmlformats.org/drawingml/2006/main">
              <a:ext uri="{FF2B5EF4-FFF2-40B4-BE49-F238E27FC236}">
                <a16:creationId xmlns:a16="http://schemas.microsoft.com/office/drawing/2014/main" id="{96A7B548-4938-46EE-824F-93190A19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3" name="text-161">
            <a:extLst xmlns:a="http://schemas.openxmlformats.org/drawingml/2006/main">
              <a:ext uri="{FF2B5EF4-FFF2-40B4-BE49-F238E27FC236}">
                <a16:creationId xmlns:a16="http://schemas.microsoft.com/office/drawing/2014/main" id="{5DB81C3F-2865-4485-994C-B9B7270F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4b5d37f749438b"/>
              </a:rPr>
              <a:t>工具卡片介紹 ↗</a:t>
            </a:r>
          </a:p>
        </p:txBody>
      </p:sp>
      <p:sp>
        <p:nvSpPr>
          <p:cNvPr id="24" name="text-162">
            <a:extLst xmlns:a="http://schemas.openxmlformats.org/drawingml/2006/main">
              <a:ext uri="{FF2B5EF4-FFF2-40B4-BE49-F238E27FC236}">
                <a16:creationId xmlns:a16="http://schemas.microsoft.com/office/drawing/2014/main" id="{7EABF500-1F64-44CB-9FD2-0A3FCD8F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b90080523054ef4"/>
              </a:rPr>
              <a:t>直接開啟應用 ↗</a:t>
            </a:r>
          </a:p>
        </p:txBody>
      </p:sp>
    </p:spTree>
    <p:extLst>
      <p:ext uri="{BB962C8B-B14F-4D97-AF65-F5344CB8AC3E}">
        <p14:creationId xmlns:p14="http://schemas.microsoft.com/office/powerpoint/2010/main" val="15863412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63">
            <a:extLst xmlns:a="http://schemas.openxmlformats.org/drawingml/2006/main">
              <a:ext uri="{FF2B5EF4-FFF2-40B4-BE49-F238E27FC236}">
                <a16:creationId xmlns:a16="http://schemas.microsoft.com/office/drawing/2014/main" id="{BA0F91A2-B3BF-4974-8EDB-6FB34C8E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text-164">
            <a:extLst xmlns:a="http://schemas.openxmlformats.org/drawingml/2006/main">
              <a:ext uri="{FF2B5EF4-FFF2-40B4-BE49-F238E27FC236}">
                <a16:creationId xmlns:a16="http://schemas.microsoft.com/office/drawing/2014/main" id="{A8648EEB-8C7B-487B-8D43-0A8183DD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28" name="shape-1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66">
            <a:extLst xmlns:a="http://schemas.openxmlformats.org/drawingml/2006/main">
              <a:ext uri="{FF2B5EF4-FFF2-40B4-BE49-F238E27FC236}">
                <a16:creationId xmlns:a16="http://schemas.microsoft.com/office/drawing/2014/main" id="{FA091397-B1DF-403B-B80E-E2A2D053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B03C04E-BE88-4D27-AB87-07723826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text-167">
            <a:extLst xmlns:a="http://schemas.openxmlformats.org/drawingml/2006/main">
              <a:ext uri="{FF2B5EF4-FFF2-40B4-BE49-F238E27FC236}">
                <a16:creationId xmlns:a16="http://schemas.microsoft.com/office/drawing/2014/main" id="{8282E089-F4DC-4D64-A188-5D97D708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168">
            <a:extLst xmlns:a="http://schemas.openxmlformats.org/drawingml/2006/main">
              <a:ext uri="{FF2B5EF4-FFF2-40B4-BE49-F238E27FC236}">
                <a16:creationId xmlns:a16="http://schemas.microsoft.com/office/drawing/2014/main" id="{DAEC5294-9A8A-4050-80A6-2C6C299E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8" name="text-169">
            <a:extLst xmlns:a="http://schemas.openxmlformats.org/drawingml/2006/main">
              <a:ext uri="{FF2B5EF4-FFF2-40B4-BE49-F238E27FC236}">
                <a16:creationId xmlns:a16="http://schemas.microsoft.com/office/drawing/2014/main" id="{78428097-7DB6-4091-9F01-58BB4717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9" name="text-170">
            <a:extLst xmlns:a="http://schemas.openxmlformats.org/drawingml/2006/main">
              <a:ext uri="{FF2B5EF4-FFF2-40B4-BE49-F238E27FC236}">
                <a16:creationId xmlns:a16="http://schemas.microsoft.com/office/drawing/2014/main" id="{67038795-22D8-4837-8DBD-34A26730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171">
            <a:extLst xmlns:a="http://schemas.openxmlformats.org/drawingml/2006/main">
              <a:ext uri="{FF2B5EF4-FFF2-40B4-BE49-F238E27FC236}">
                <a16:creationId xmlns:a16="http://schemas.microsoft.com/office/drawing/2014/main" id="{6A65E439-AE16-4A35-A62F-6232EA3E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72">
            <a:extLst xmlns:a="http://schemas.openxmlformats.org/drawingml/2006/main">
              <a:ext uri="{FF2B5EF4-FFF2-40B4-BE49-F238E27FC236}">
                <a16:creationId xmlns:a16="http://schemas.microsoft.com/office/drawing/2014/main" id="{9A117D8B-2767-4BDA-AE02-450DB0B7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2" name="text-173">
            <a:extLst xmlns:a="http://schemas.openxmlformats.org/drawingml/2006/main">
              <a:ext uri="{FF2B5EF4-FFF2-40B4-BE49-F238E27FC236}">
                <a16:creationId xmlns:a16="http://schemas.microsoft.com/office/drawing/2014/main" id="{8854E832-9363-4B76-AF22-C898EF30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3" name="text-174">
            <a:extLst xmlns:a="http://schemas.openxmlformats.org/drawingml/2006/main">
              <a:ext uri="{FF2B5EF4-FFF2-40B4-BE49-F238E27FC236}">
                <a16:creationId xmlns:a16="http://schemas.microsoft.com/office/drawing/2014/main" id="{90BB883A-7A72-401A-BF95-D6B1BC2D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175">
            <a:extLst xmlns:a="http://schemas.openxmlformats.org/drawingml/2006/main">
              <a:ext uri="{FF2B5EF4-FFF2-40B4-BE49-F238E27FC236}">
                <a16:creationId xmlns:a16="http://schemas.microsoft.com/office/drawing/2014/main" id="{F69FB094-5A0E-4459-89D3-3F8184B9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176">
            <a:extLst xmlns:a="http://schemas.openxmlformats.org/drawingml/2006/main">
              <a:ext uri="{FF2B5EF4-FFF2-40B4-BE49-F238E27FC236}">
                <a16:creationId xmlns:a16="http://schemas.microsoft.com/office/drawing/2014/main" id="{B005E383-9C69-463F-9DF3-BC8813AA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16" name="text-177">
            <a:extLst xmlns:a="http://schemas.openxmlformats.org/drawingml/2006/main">
              <a:ext uri="{FF2B5EF4-FFF2-40B4-BE49-F238E27FC236}">
                <a16:creationId xmlns:a16="http://schemas.microsoft.com/office/drawing/2014/main" id="{CC356E94-A759-4233-A4A4-0203C54E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17" name="text-178">
            <a:extLst xmlns:a="http://schemas.openxmlformats.org/drawingml/2006/main">
              <a:ext uri="{FF2B5EF4-FFF2-40B4-BE49-F238E27FC236}">
                <a16:creationId xmlns:a16="http://schemas.microsoft.com/office/drawing/2014/main" id="{100F1985-8DC5-4661-BA35-4E068990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179">
            <a:extLst xmlns:a="http://schemas.openxmlformats.org/drawingml/2006/main">
              <a:ext uri="{FF2B5EF4-FFF2-40B4-BE49-F238E27FC236}">
                <a16:creationId xmlns:a16="http://schemas.microsoft.com/office/drawing/2014/main" id="{D3D7B879-8CC3-448A-9916-54D03659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180">
            <a:extLst xmlns:a="http://schemas.openxmlformats.org/drawingml/2006/main">
              <a:ext uri="{FF2B5EF4-FFF2-40B4-BE49-F238E27FC236}">
                <a16:creationId xmlns:a16="http://schemas.microsoft.com/office/drawing/2014/main" id="{F6D1FCEB-9E99-43E9-857C-1488892A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0" name="text-181">
            <a:extLst xmlns:a="http://schemas.openxmlformats.org/drawingml/2006/main">
              <a:ext uri="{FF2B5EF4-FFF2-40B4-BE49-F238E27FC236}">
                <a16:creationId xmlns:a16="http://schemas.microsoft.com/office/drawing/2014/main" id="{953A3E24-0A31-48B1-A24C-169EAE7D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1" name="text-182">
            <a:extLst xmlns:a="http://schemas.openxmlformats.org/drawingml/2006/main">
              <a:ext uri="{FF2B5EF4-FFF2-40B4-BE49-F238E27FC236}">
                <a16:creationId xmlns:a16="http://schemas.microsoft.com/office/drawing/2014/main" id="{44745D3B-4721-4AD5-8844-FBB00269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2" name="text-183">
            <a:extLst xmlns:a="http://schemas.openxmlformats.org/drawingml/2006/main">
              <a:ext uri="{FF2B5EF4-FFF2-40B4-BE49-F238E27FC236}">
                <a16:creationId xmlns:a16="http://schemas.microsoft.com/office/drawing/2014/main" id="{D0E8F4E6-6B0D-414A-A0C0-FDD847DA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3" name="text-184">
            <a:extLst xmlns:a="http://schemas.openxmlformats.org/drawingml/2006/main">
              <a:ext uri="{FF2B5EF4-FFF2-40B4-BE49-F238E27FC236}">
                <a16:creationId xmlns:a16="http://schemas.microsoft.com/office/drawing/2014/main" id="{0077519B-9B3C-412B-BC6D-A6A50D03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24" name="text-185">
            <a:extLst xmlns:a="http://schemas.openxmlformats.org/drawingml/2006/main">
              <a:ext uri="{FF2B5EF4-FFF2-40B4-BE49-F238E27FC236}">
                <a16:creationId xmlns:a16="http://schemas.microsoft.com/office/drawing/2014/main" id="{C2CD3603-8E0C-45DC-A87E-E689B3ED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25" name="text-186">
            <a:extLst xmlns:a="http://schemas.openxmlformats.org/drawingml/2006/main">
              <a:ext uri="{FF2B5EF4-FFF2-40B4-BE49-F238E27FC236}">
                <a16:creationId xmlns:a16="http://schemas.microsoft.com/office/drawing/2014/main" id="{51DA978F-6769-41B1-BFEC-01353B34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5447513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87">
            <a:extLst xmlns:a="http://schemas.openxmlformats.org/drawingml/2006/main">
              <a:ext uri="{FF2B5EF4-FFF2-40B4-BE49-F238E27FC236}">
                <a16:creationId xmlns:a16="http://schemas.microsoft.com/office/drawing/2014/main" id="{1908BE8F-6AF1-4DEC-B7C8-312058ED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88">
            <a:extLst xmlns:a="http://schemas.openxmlformats.org/drawingml/2006/main">
              <a:ext uri="{FF2B5EF4-FFF2-40B4-BE49-F238E27FC236}">
                <a16:creationId xmlns:a16="http://schemas.microsoft.com/office/drawing/2014/main" id="{C107E520-EC7D-4F6C-9B79-A653DBD5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189">
            <a:extLst xmlns:a="http://schemas.openxmlformats.org/drawingml/2006/main">
              <a:ext uri="{FF2B5EF4-FFF2-40B4-BE49-F238E27FC236}">
                <a16:creationId xmlns:a16="http://schemas.microsoft.com/office/drawing/2014/main" id="{5184648D-FADA-4DFB-A032-E0854B99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190">
            <a:extLst xmlns:a="http://schemas.openxmlformats.org/drawingml/2006/main">
              <a:ext uri="{FF2B5EF4-FFF2-40B4-BE49-F238E27FC236}">
                <a16:creationId xmlns:a16="http://schemas.microsoft.com/office/drawing/2014/main" id="{9BF72854-4224-4397-B7A8-387CCF79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91">
            <a:extLst xmlns:a="http://schemas.openxmlformats.org/drawingml/2006/main">
              <a:ext uri="{FF2B5EF4-FFF2-40B4-BE49-F238E27FC236}">
                <a16:creationId xmlns:a16="http://schemas.microsoft.com/office/drawing/2014/main" id="{952BC8C9-0B31-4A9A-BB66-C3372AF5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5" name="shape-19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193">
            <a:extLst xmlns:a="http://schemas.openxmlformats.org/drawingml/2006/main">
              <a:ext uri="{FF2B5EF4-FFF2-40B4-BE49-F238E27FC236}">
                <a16:creationId xmlns:a16="http://schemas.microsoft.com/office/drawing/2014/main" id="{B07D8A03-3C38-47B2-AE57-FB67E760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BD0817D-BF40-4204-8096-5EB8ECCF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9" name="text-575">
            <a:extLst xmlns:a="http://schemas.openxmlformats.org/drawingml/2006/main">
              <a:ext uri="{FF2B5EF4-FFF2-40B4-BE49-F238E27FC236}">
                <a16:creationId xmlns:a16="http://schemas.microsoft.com/office/drawing/2014/main" id="{33C8C930-33F9-4990-9C8A-3A06B4B81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7435dcef4c24811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17766838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94">
            <a:extLst xmlns:a="http://schemas.openxmlformats.org/drawingml/2006/main">
              <a:ext uri="{FF2B5EF4-FFF2-40B4-BE49-F238E27FC236}">
                <a16:creationId xmlns:a16="http://schemas.microsoft.com/office/drawing/2014/main" id="{C7DBA3A8-AF4A-4018-9FBC-AE73AE7B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text-195">
            <a:extLst xmlns:a="http://schemas.openxmlformats.org/drawingml/2006/main">
              <a:ext uri="{FF2B5EF4-FFF2-40B4-BE49-F238E27FC236}">
                <a16:creationId xmlns:a16="http://schemas.microsoft.com/office/drawing/2014/main" id="{5E19B2AD-58DD-49FA-932B-0CF927C6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1" name="shape-1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97">
            <a:extLst xmlns:a="http://schemas.openxmlformats.org/drawingml/2006/main">
              <a:ext uri="{FF2B5EF4-FFF2-40B4-BE49-F238E27FC236}">
                <a16:creationId xmlns:a16="http://schemas.microsoft.com/office/drawing/2014/main" id="{3828D98B-1E04-403D-A75C-AA478C1C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D47EA1-E6DC-4DA7-94AC-211754A5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98">
            <a:extLst xmlns:a="http://schemas.openxmlformats.org/drawingml/2006/main">
              <a:ext uri="{FF2B5EF4-FFF2-40B4-BE49-F238E27FC236}">
                <a16:creationId xmlns:a16="http://schemas.microsoft.com/office/drawing/2014/main" id="{1DDD81D1-5616-4288-B257-F967DBCE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99">
            <a:extLst xmlns:a="http://schemas.openxmlformats.org/drawingml/2006/main">
              <a:ext uri="{FF2B5EF4-FFF2-40B4-BE49-F238E27FC236}">
                <a16:creationId xmlns:a16="http://schemas.microsoft.com/office/drawing/2014/main" id="{D479F8B8-57FA-45FD-9311-4138B646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00">
            <a:extLst xmlns:a="http://schemas.openxmlformats.org/drawingml/2006/main">
              <a:ext uri="{FF2B5EF4-FFF2-40B4-BE49-F238E27FC236}">
                <a16:creationId xmlns:a16="http://schemas.microsoft.com/office/drawing/2014/main" id="{B9EB5C80-C7F4-4784-9B2E-87560FBEE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201">
            <a:extLst xmlns:a="http://schemas.openxmlformats.org/drawingml/2006/main">
              <a:ext uri="{FF2B5EF4-FFF2-40B4-BE49-F238E27FC236}">
                <a16:creationId xmlns:a16="http://schemas.microsoft.com/office/drawing/2014/main" id="{CE3A4AF9-2289-48FC-B193-2886E636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202">
            <a:extLst xmlns:a="http://schemas.openxmlformats.org/drawingml/2006/main">
              <a:ext uri="{FF2B5EF4-FFF2-40B4-BE49-F238E27FC236}">
                <a16:creationId xmlns:a16="http://schemas.microsoft.com/office/drawing/2014/main" id="{EB05D7E0-A9CC-4FE4-9C91-30E929F7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203">
            <a:extLst xmlns:a="http://schemas.openxmlformats.org/drawingml/2006/main">
              <a:ext uri="{FF2B5EF4-FFF2-40B4-BE49-F238E27FC236}">
                <a16:creationId xmlns:a16="http://schemas.microsoft.com/office/drawing/2014/main" id="{B0760E72-0A0C-443E-A448-0A48478D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204">
            <a:extLst xmlns:a="http://schemas.openxmlformats.org/drawingml/2006/main">
              <a:ext uri="{FF2B5EF4-FFF2-40B4-BE49-F238E27FC236}">
                <a16:creationId xmlns:a16="http://schemas.microsoft.com/office/drawing/2014/main" id="{C4476603-C51A-4997-8D68-38650200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205">
            <a:extLst xmlns:a="http://schemas.openxmlformats.org/drawingml/2006/main">
              <a:ext uri="{FF2B5EF4-FFF2-40B4-BE49-F238E27FC236}">
                <a16:creationId xmlns:a16="http://schemas.microsoft.com/office/drawing/2014/main" id="{32DDCC55-F221-43DD-A953-BE7A4A70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206">
            <a:extLst xmlns:a="http://schemas.openxmlformats.org/drawingml/2006/main">
              <a:ext uri="{FF2B5EF4-FFF2-40B4-BE49-F238E27FC236}">
                <a16:creationId xmlns:a16="http://schemas.microsoft.com/office/drawing/2014/main" id="{CB58C0F4-3C7E-4801-B3A1-819EBC45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207">
            <a:extLst xmlns:a="http://schemas.openxmlformats.org/drawingml/2006/main">
              <a:ext uri="{FF2B5EF4-FFF2-40B4-BE49-F238E27FC236}">
                <a16:creationId xmlns:a16="http://schemas.microsoft.com/office/drawing/2014/main" id="{0701A2F3-3B8E-448C-821B-BF06131D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576">
            <a:extLst xmlns:a="http://schemas.openxmlformats.org/drawingml/2006/main">
              <a:ext uri="{FF2B5EF4-FFF2-40B4-BE49-F238E27FC236}">
                <a16:creationId xmlns:a16="http://schemas.microsoft.com/office/drawing/2014/main" id="{9362526E-DF00-4413-AD5E-74F76C8E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a578657aa5f44b1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2061321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08">
            <a:extLst xmlns:a="http://schemas.openxmlformats.org/drawingml/2006/main">
              <a:ext uri="{FF2B5EF4-FFF2-40B4-BE49-F238E27FC236}">
                <a16:creationId xmlns:a16="http://schemas.microsoft.com/office/drawing/2014/main" id="{2B9F1522-4294-44BA-88E3-2E8DB04D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text-209">
            <a:extLst xmlns:a="http://schemas.openxmlformats.org/drawingml/2006/main">
              <a:ext uri="{FF2B5EF4-FFF2-40B4-BE49-F238E27FC236}">
                <a16:creationId xmlns:a16="http://schemas.microsoft.com/office/drawing/2014/main" id="{42DA0FC5-E866-4DAF-AB1A-4238B52A3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1" name="shape-2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1">
            <a:extLst xmlns:a="http://schemas.openxmlformats.org/drawingml/2006/main">
              <a:ext uri="{FF2B5EF4-FFF2-40B4-BE49-F238E27FC236}">
                <a16:creationId xmlns:a16="http://schemas.microsoft.com/office/drawing/2014/main" id="{9F5EB504-72E9-467D-B9DC-AF33241E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CFC6CF0-A0D7-4C99-A355-94F9B24E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12">
            <a:extLst xmlns:a="http://schemas.openxmlformats.org/drawingml/2006/main">
              <a:ext uri="{FF2B5EF4-FFF2-40B4-BE49-F238E27FC236}">
                <a16:creationId xmlns:a16="http://schemas.microsoft.com/office/drawing/2014/main" id="{C19826DE-2256-4C1C-B2E6-98CEA8A2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13">
            <a:extLst xmlns:a="http://schemas.openxmlformats.org/drawingml/2006/main">
              <a:ext uri="{FF2B5EF4-FFF2-40B4-BE49-F238E27FC236}">
                <a16:creationId xmlns:a16="http://schemas.microsoft.com/office/drawing/2014/main" id="{5F5918B6-6C19-4A9B-8616-B78D797D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214">
            <a:extLst xmlns:a="http://schemas.openxmlformats.org/drawingml/2006/main">
              <a:ext uri="{FF2B5EF4-FFF2-40B4-BE49-F238E27FC236}">
                <a16:creationId xmlns:a16="http://schemas.microsoft.com/office/drawing/2014/main" id="{77E6C7D2-7949-4275-A0F0-EA4761E8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215">
            <a:extLst xmlns:a="http://schemas.openxmlformats.org/drawingml/2006/main">
              <a:ext uri="{FF2B5EF4-FFF2-40B4-BE49-F238E27FC236}">
                <a16:creationId xmlns:a16="http://schemas.microsoft.com/office/drawing/2014/main" id="{3C315804-BF74-4F8E-A9B0-900A631B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216">
            <a:extLst xmlns:a="http://schemas.openxmlformats.org/drawingml/2006/main">
              <a:ext uri="{FF2B5EF4-FFF2-40B4-BE49-F238E27FC236}">
                <a16:creationId xmlns:a16="http://schemas.microsoft.com/office/drawing/2014/main" id="{20D6B3A3-B7CE-47CE-906C-6CEF34ED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17">
            <a:extLst xmlns:a="http://schemas.openxmlformats.org/drawingml/2006/main">
              <a:ext uri="{FF2B5EF4-FFF2-40B4-BE49-F238E27FC236}">
                <a16:creationId xmlns:a16="http://schemas.microsoft.com/office/drawing/2014/main" id="{73810E45-95BB-4891-8CA5-6C91F62E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18">
            <a:extLst xmlns:a="http://schemas.openxmlformats.org/drawingml/2006/main">
              <a:ext uri="{FF2B5EF4-FFF2-40B4-BE49-F238E27FC236}">
                <a16:creationId xmlns:a16="http://schemas.microsoft.com/office/drawing/2014/main" id="{B03E4D42-3D99-455B-9994-B3785A97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219">
            <a:extLst xmlns:a="http://schemas.openxmlformats.org/drawingml/2006/main">
              <a:ext uri="{FF2B5EF4-FFF2-40B4-BE49-F238E27FC236}">
                <a16:creationId xmlns:a16="http://schemas.microsoft.com/office/drawing/2014/main" id="{99545024-5696-4CF6-B711-F6A56F16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220">
            <a:extLst xmlns:a="http://schemas.openxmlformats.org/drawingml/2006/main">
              <a:ext uri="{FF2B5EF4-FFF2-40B4-BE49-F238E27FC236}">
                <a16:creationId xmlns:a16="http://schemas.microsoft.com/office/drawing/2014/main" id="{D5E107DE-D19C-43D9-9656-B2280008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21">
            <a:extLst xmlns:a="http://schemas.openxmlformats.org/drawingml/2006/main">
              <a:ext uri="{FF2B5EF4-FFF2-40B4-BE49-F238E27FC236}">
                <a16:creationId xmlns:a16="http://schemas.microsoft.com/office/drawing/2014/main" id="{0B682985-7CB7-469D-BED4-A2141A29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222">
            <a:extLst xmlns:a="http://schemas.openxmlformats.org/drawingml/2006/main">
              <a:ext uri="{FF2B5EF4-FFF2-40B4-BE49-F238E27FC236}">
                <a16:creationId xmlns:a16="http://schemas.microsoft.com/office/drawing/2014/main" id="{E41E6381-CB6C-423B-8C32-7C12C640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223">
            <a:extLst xmlns:a="http://schemas.openxmlformats.org/drawingml/2006/main">
              <a:ext uri="{FF2B5EF4-FFF2-40B4-BE49-F238E27FC236}">
                <a16:creationId xmlns:a16="http://schemas.microsoft.com/office/drawing/2014/main" id="{581019D1-21F3-417A-B452-FAF07A79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577">
            <a:extLst xmlns:a="http://schemas.openxmlformats.org/drawingml/2006/main">
              <a:ext uri="{FF2B5EF4-FFF2-40B4-BE49-F238E27FC236}">
                <a16:creationId xmlns:a16="http://schemas.microsoft.com/office/drawing/2014/main" id="{E12CCB87-D650-4EAD-8771-B3BFED5A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7cd1abf0c094c5a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2768859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24">
            <a:extLst xmlns:a="http://schemas.openxmlformats.org/drawingml/2006/main">
              <a:ext uri="{FF2B5EF4-FFF2-40B4-BE49-F238E27FC236}">
                <a16:creationId xmlns:a16="http://schemas.microsoft.com/office/drawing/2014/main" id="{3EA57365-033C-4EDA-8BD1-AFE43126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text-225">
            <a:extLst xmlns:a="http://schemas.openxmlformats.org/drawingml/2006/main">
              <a:ext uri="{FF2B5EF4-FFF2-40B4-BE49-F238E27FC236}">
                <a16:creationId xmlns:a16="http://schemas.microsoft.com/office/drawing/2014/main" id="{9B4C3060-3BC6-47C8-8626-94B91B15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示範：四步建立第一個筆記本</a:t>
            </a:r>
          </a:p>
        </p:txBody>
      </p:sp>
      <p:cxnSp>
        <p:nvCxnSpPr>
          <p:cNvPr id="25" name="shape-2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27">
            <a:extLst xmlns:a="http://schemas.openxmlformats.org/drawingml/2006/main">
              <a:ext uri="{FF2B5EF4-FFF2-40B4-BE49-F238E27FC236}">
                <a16:creationId xmlns:a16="http://schemas.microsoft.com/office/drawing/2014/main" id="{9DA0A72D-F7F8-43B0-BFB5-1A3921B4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8A6592-8239-43B6-9805-B7C123FA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text-228">
            <a:extLst xmlns:a="http://schemas.openxmlformats.org/drawingml/2006/main">
              <a:ext uri="{FF2B5EF4-FFF2-40B4-BE49-F238E27FC236}">
                <a16:creationId xmlns:a16="http://schemas.microsoft.com/office/drawing/2014/main" id="{4B31DA3E-6E58-45D7-ACA2-D1E48F01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229">
            <a:extLst xmlns:a="http://schemas.openxmlformats.org/drawingml/2006/main">
              <a:ext uri="{FF2B5EF4-FFF2-40B4-BE49-F238E27FC236}">
                <a16:creationId xmlns:a16="http://schemas.microsoft.com/office/drawing/2014/main" id="{DFE499A8-D383-4C52-954C-0D55F1A2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</a:t>
            </a:r>
          </a:p>
        </p:txBody>
      </p:sp>
      <p:sp>
        <p:nvSpPr>
          <p:cNvPr id="8" name="text-230">
            <a:extLst xmlns:a="http://schemas.openxmlformats.org/drawingml/2006/main">
              <a:ext uri="{FF2B5EF4-FFF2-40B4-BE49-F238E27FC236}">
                <a16:creationId xmlns:a16="http://schemas.microsoft.com/office/drawing/2014/main" id="{078DF1F0-0E47-4204-9AF5-2E554ED1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以課程＋任務命名</a:t>
            </a:r>
          </a:p>
        </p:txBody>
      </p:sp>
      <p:sp>
        <p:nvSpPr>
          <p:cNvPr id="9" name="text-231">
            <a:extLst xmlns:a="http://schemas.openxmlformats.org/drawingml/2006/main">
              <a:ext uri="{FF2B5EF4-FFF2-40B4-BE49-F238E27FC236}">
                <a16:creationId xmlns:a16="http://schemas.microsoft.com/office/drawing/2014/main" id="{958874B3-BE07-4AD6-AF07-2468491C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232">
            <a:extLst xmlns:a="http://schemas.openxmlformats.org/drawingml/2006/main">
              <a:ext uri="{FF2B5EF4-FFF2-40B4-BE49-F238E27FC236}">
                <a16:creationId xmlns:a16="http://schemas.microsoft.com/office/drawing/2014/main" id="{AFCEE3D7-0BED-45AC-9A8F-4AFF6F1D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33">
            <a:extLst xmlns:a="http://schemas.openxmlformats.org/drawingml/2006/main">
              <a:ext uri="{FF2B5EF4-FFF2-40B4-BE49-F238E27FC236}">
                <a16:creationId xmlns:a16="http://schemas.microsoft.com/office/drawing/2014/main" id="{D9F27F5D-F206-4ECB-9254-3B00546F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</a:t>
            </a:r>
          </a:p>
        </p:txBody>
      </p:sp>
      <p:sp>
        <p:nvSpPr>
          <p:cNvPr id="12" name="text-234">
            <a:extLst xmlns:a="http://schemas.openxmlformats.org/drawingml/2006/main">
              <a:ext uri="{FF2B5EF4-FFF2-40B4-BE49-F238E27FC236}">
                <a16:creationId xmlns:a16="http://schemas.microsoft.com/office/drawing/2014/main" id="{ED97A78B-B491-491B-8ECF-5DA24253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上傳檔案或貼入網址</a:t>
            </a:r>
          </a:p>
        </p:txBody>
      </p:sp>
      <p:sp>
        <p:nvSpPr>
          <p:cNvPr id="13" name="text-235">
            <a:extLst xmlns:a="http://schemas.openxmlformats.org/drawingml/2006/main">
              <a:ext uri="{FF2B5EF4-FFF2-40B4-BE49-F238E27FC236}">
                <a16:creationId xmlns:a16="http://schemas.microsoft.com/office/drawing/2014/main" id="{5ADC9F7B-E795-481A-8473-DDD9EAA4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236">
            <a:extLst xmlns:a="http://schemas.openxmlformats.org/drawingml/2006/main">
              <a:ext uri="{FF2B5EF4-FFF2-40B4-BE49-F238E27FC236}">
                <a16:creationId xmlns:a16="http://schemas.microsoft.com/office/drawing/2014/main" id="{27484A11-0D65-4287-87AB-D2933D24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237">
            <a:extLst xmlns:a="http://schemas.openxmlformats.org/drawingml/2006/main">
              <a:ext uri="{FF2B5EF4-FFF2-40B4-BE49-F238E27FC236}">
                <a16:creationId xmlns:a16="http://schemas.microsoft.com/office/drawing/2014/main" id="{FB5C8C9C-C4B3-4E91-96AC-071871F7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6" name="text-238">
            <a:extLst xmlns:a="http://schemas.openxmlformats.org/drawingml/2006/main">
              <a:ext uri="{FF2B5EF4-FFF2-40B4-BE49-F238E27FC236}">
                <a16:creationId xmlns:a16="http://schemas.microsoft.com/office/drawing/2014/main" id="{63078339-B0BB-4C02-8E8E-6B21F49A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限定對象、目的與格式</a:t>
            </a:r>
          </a:p>
        </p:txBody>
      </p:sp>
      <p:sp>
        <p:nvSpPr>
          <p:cNvPr id="17" name="text-239">
            <a:extLst xmlns:a="http://schemas.openxmlformats.org/drawingml/2006/main">
              <a:ext uri="{FF2B5EF4-FFF2-40B4-BE49-F238E27FC236}">
                <a16:creationId xmlns:a16="http://schemas.microsoft.com/office/drawing/2014/main" id="{D18A8675-37AD-42D7-B235-686F8F4E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240">
            <a:extLst xmlns:a="http://schemas.openxmlformats.org/drawingml/2006/main">
              <a:ext uri="{FF2B5EF4-FFF2-40B4-BE49-F238E27FC236}">
                <a16:creationId xmlns:a16="http://schemas.microsoft.com/office/drawing/2014/main" id="{928B7FB8-CBF2-4D80-A02E-BDDE18AC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241">
            <a:extLst xmlns:a="http://schemas.openxmlformats.org/drawingml/2006/main">
              <a:ext uri="{FF2B5EF4-FFF2-40B4-BE49-F238E27FC236}">
                <a16:creationId xmlns:a16="http://schemas.microsoft.com/office/drawing/2014/main" id="{5160E75C-098C-4922-95E2-4BA66486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查證</a:t>
            </a:r>
          </a:p>
        </p:txBody>
      </p:sp>
      <p:sp>
        <p:nvSpPr>
          <p:cNvPr id="20" name="text-242">
            <a:extLst xmlns:a="http://schemas.openxmlformats.org/drawingml/2006/main">
              <a:ext uri="{FF2B5EF4-FFF2-40B4-BE49-F238E27FC236}">
                <a16:creationId xmlns:a16="http://schemas.microsoft.com/office/drawing/2014/main" id="{657D681A-4E53-4392-A8C9-A5968F33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點引用回到原始段落</a:t>
            </a:r>
          </a:p>
        </p:txBody>
      </p:sp>
      <p:sp>
        <p:nvSpPr>
          <p:cNvPr id="21" name="text-243">
            <a:extLst xmlns:a="http://schemas.openxmlformats.org/drawingml/2006/main">
              <a:ext uri="{FF2B5EF4-FFF2-40B4-BE49-F238E27FC236}">
                <a16:creationId xmlns:a16="http://schemas.microsoft.com/office/drawing/2014/main" id="{C7286335-0586-4E24-8012-B5E7E09F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578">
            <a:extLst xmlns:a="http://schemas.openxmlformats.org/drawingml/2006/main">
              <a:ext uri="{FF2B5EF4-FFF2-40B4-BE49-F238E27FC236}">
                <a16:creationId xmlns:a16="http://schemas.microsoft.com/office/drawing/2014/main" id="{EED3F6A4-F8D5-4C6C-BFC1-A712BE3F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3d9d54623f54d1a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106520864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244">
            <a:extLst xmlns:a="http://schemas.openxmlformats.org/drawingml/2006/main">
              <a:ext uri="{FF2B5EF4-FFF2-40B4-BE49-F238E27FC236}">
                <a16:creationId xmlns:a16="http://schemas.microsoft.com/office/drawing/2014/main" id="{F8DCCE1A-1671-47C0-80EF-7B52164F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245">
            <a:extLst xmlns:a="http://schemas.openxmlformats.org/drawingml/2006/main">
              <a:ext uri="{FF2B5EF4-FFF2-40B4-BE49-F238E27FC236}">
                <a16:creationId xmlns:a16="http://schemas.microsoft.com/office/drawing/2014/main" id="{4B1D4354-6812-4669-A3DB-582346AF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實作一｜建立課程 Gemini Notebook</a:t>
            </a:r>
          </a:p>
        </p:txBody>
      </p:sp>
      <p:cxnSp>
        <p:nvCxnSpPr>
          <p:cNvPr id="22" name="shape-24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47">
            <a:extLst xmlns:a="http://schemas.openxmlformats.org/drawingml/2006/main">
              <a:ext uri="{FF2B5EF4-FFF2-40B4-BE49-F238E27FC236}">
                <a16:creationId xmlns:a16="http://schemas.microsoft.com/office/drawing/2014/main" id="{5A7FBF66-70CF-45B2-A7AF-4AA9DDA4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D5FDFC0-7B28-4197-ACDD-9C7F55A5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text-248">
            <a:extLst xmlns:a="http://schemas.openxmlformats.org/drawingml/2006/main">
              <a:ext uri="{FF2B5EF4-FFF2-40B4-BE49-F238E27FC236}">
                <a16:creationId xmlns:a16="http://schemas.microsoft.com/office/drawing/2014/main" id="{E8E3287E-BB49-4609-AFE3-DAFCCE34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49">
            <a:extLst xmlns:a="http://schemas.openxmlformats.org/drawingml/2006/main">
              <a:ext uri="{FF2B5EF4-FFF2-40B4-BE49-F238E27FC236}">
                <a16:creationId xmlns:a16="http://schemas.microsoft.com/office/drawing/2014/main" id="{B85E3337-225D-44B3-A238-17ACA10D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50">
            <a:extLst xmlns:a="http://schemas.openxmlformats.org/drawingml/2006/main">
              <a:ext uri="{FF2B5EF4-FFF2-40B4-BE49-F238E27FC236}">
                <a16:creationId xmlns:a16="http://schemas.microsoft.com/office/drawing/2014/main" id="{77796C5C-3A21-4FE1-9347-C6BA7A7D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51">
            <a:extLst xmlns:a="http://schemas.openxmlformats.org/drawingml/2006/main">
              <a:ext uri="{FF2B5EF4-FFF2-40B4-BE49-F238E27FC236}">
                <a16:creationId xmlns:a16="http://schemas.microsoft.com/office/drawing/2014/main" id="{7A9C1DEF-8327-4E66-AE2C-34C73131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建立以課程與任務命名的筆記本</a:t>
            </a:r>
          </a:p>
        </p:txBody>
      </p:sp>
      <p:sp>
        <p:nvSpPr>
          <p:cNvPr id="10" name="text-252">
            <a:extLst xmlns:a="http://schemas.openxmlformats.org/drawingml/2006/main">
              <a:ext uri="{FF2B5EF4-FFF2-40B4-BE49-F238E27FC236}">
                <a16:creationId xmlns:a16="http://schemas.microsoft.com/office/drawing/2014/main" id="{E437B76A-EA55-4C09-A269-8C594E53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53">
            <a:extLst xmlns:a="http://schemas.openxmlformats.org/drawingml/2006/main">
              <a:ext uri="{FF2B5EF4-FFF2-40B4-BE49-F238E27FC236}">
                <a16:creationId xmlns:a16="http://schemas.microsoft.com/office/drawing/2014/main" id="{E4E11EB2-9EA3-4B94-B3A1-051190AD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加入至少 3 份來源</a:t>
            </a:r>
          </a:p>
        </p:txBody>
      </p:sp>
      <p:sp>
        <p:nvSpPr>
          <p:cNvPr id="12" name="text-254">
            <a:extLst xmlns:a="http://schemas.openxmlformats.org/drawingml/2006/main">
              <a:ext uri="{FF2B5EF4-FFF2-40B4-BE49-F238E27FC236}">
                <a16:creationId xmlns:a16="http://schemas.microsoft.com/office/drawing/2014/main" id="{E07B3BDF-3AB6-4C22-B110-CC5F154E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55">
            <a:extLst xmlns:a="http://schemas.openxmlformats.org/drawingml/2006/main">
              <a:ext uri="{FF2B5EF4-FFF2-40B4-BE49-F238E27FC236}">
                <a16:creationId xmlns:a16="http://schemas.microsoft.com/office/drawing/2014/main" id="{B61D6594-072C-4275-A8B8-005E47B0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個比較題</a:t>
            </a:r>
          </a:p>
        </p:txBody>
      </p:sp>
      <p:sp>
        <p:nvSpPr>
          <p:cNvPr id="14" name="text-256">
            <a:extLst xmlns:a="http://schemas.openxmlformats.org/drawingml/2006/main">
              <a:ext uri="{FF2B5EF4-FFF2-40B4-BE49-F238E27FC236}">
                <a16:creationId xmlns:a16="http://schemas.microsoft.com/office/drawing/2014/main" id="{C272DED9-06A4-415B-B63A-03EC1F1E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57">
            <a:extLst xmlns:a="http://schemas.openxmlformats.org/drawingml/2006/main">
              <a:ext uri="{FF2B5EF4-FFF2-40B4-BE49-F238E27FC236}">
                <a16:creationId xmlns:a16="http://schemas.microsoft.com/office/drawing/2014/main" id="{4A3C0C31-F139-4EE5-AF00-B34F3235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點開引用，核對原文</a:t>
            </a:r>
          </a:p>
        </p:txBody>
      </p:sp>
      <p:sp>
        <p:nvSpPr>
          <p:cNvPr id="16" name="shape-258">
            <a:extLst xmlns:a="http://schemas.openxmlformats.org/drawingml/2006/main">
              <a:ext uri="{FF2B5EF4-FFF2-40B4-BE49-F238E27FC236}">
                <a16:creationId xmlns:a16="http://schemas.microsoft.com/office/drawing/2014/main" id="{B1D95777-5F96-41A7-8AE6-46E4AB1F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259">
            <a:extLst xmlns:a="http://schemas.openxmlformats.org/drawingml/2006/main">
              <a:ext uri="{FF2B5EF4-FFF2-40B4-BE49-F238E27FC236}">
                <a16:creationId xmlns:a16="http://schemas.microsoft.com/office/drawing/2014/main" id="{E1A0C218-2BEF-407F-B0FC-CE7CB36D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60">
            <a:extLst xmlns:a="http://schemas.openxmlformats.org/drawingml/2006/main">
              <a:ext uri="{FF2B5EF4-FFF2-40B4-BE49-F238E27FC236}">
                <a16:creationId xmlns:a16="http://schemas.microsoft.com/office/drawing/2014/main" id="{2709B20F-1D31-4BF4-BE9C-C8092F65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筆記本名稱可辨識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來源至少 3 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個引用正確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記下一個需修正的問題</a:t>
            </a:r>
          </a:p>
        </p:txBody>
      </p:sp>
      <p:sp>
        <p:nvSpPr>
          <p:cNvPr id="19" name="text-579">
            <a:extLst xmlns:a="http://schemas.openxmlformats.org/drawingml/2006/main">
              <a:ext uri="{FF2B5EF4-FFF2-40B4-BE49-F238E27FC236}">
                <a16:creationId xmlns:a16="http://schemas.microsoft.com/office/drawing/2014/main" id="{E45AFA40-ABC0-4276-B26B-E4F574F0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f3c1d834f81418f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142603058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61">
            <a:extLst xmlns:a="http://schemas.openxmlformats.org/drawingml/2006/main">
              <a:ext uri="{FF2B5EF4-FFF2-40B4-BE49-F238E27FC236}">
                <a16:creationId xmlns:a16="http://schemas.microsoft.com/office/drawing/2014/main" id="{F4331A94-AC0B-4BF6-AFCB-C44FA567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text-262">
            <a:extLst xmlns:a="http://schemas.openxmlformats.org/drawingml/2006/main">
              <a:ext uri="{FF2B5EF4-FFF2-40B4-BE49-F238E27FC236}">
                <a16:creationId xmlns:a16="http://schemas.microsoft.com/office/drawing/2014/main" id="{FA9A3452-185F-46FB-8617-46E2D501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1" name="shape-2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4">
            <a:extLst xmlns:a="http://schemas.openxmlformats.org/drawingml/2006/main">
              <a:ext uri="{FF2B5EF4-FFF2-40B4-BE49-F238E27FC236}">
                <a16:creationId xmlns:a16="http://schemas.microsoft.com/office/drawing/2014/main" id="{47FB709D-7741-44FA-9428-A56C7377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E4DA5B-52D5-49B6-9484-A2E07B08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65">
            <a:extLst xmlns:a="http://schemas.openxmlformats.org/drawingml/2006/main">
              <a:ext uri="{FF2B5EF4-FFF2-40B4-BE49-F238E27FC236}">
                <a16:creationId xmlns:a16="http://schemas.microsoft.com/office/drawing/2014/main" id="{64DB59CD-1CC4-42D7-B51A-F00ABF6A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66">
            <a:extLst xmlns:a="http://schemas.openxmlformats.org/drawingml/2006/main">
              <a:ext uri="{FF2B5EF4-FFF2-40B4-BE49-F238E27FC236}">
                <a16:creationId xmlns:a16="http://schemas.microsoft.com/office/drawing/2014/main" id="{59EB0A4D-4F10-4A73-B511-145B83C1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267">
            <a:extLst xmlns:a="http://schemas.openxmlformats.org/drawingml/2006/main">
              <a:ext uri="{FF2B5EF4-FFF2-40B4-BE49-F238E27FC236}">
                <a16:creationId xmlns:a16="http://schemas.microsoft.com/office/drawing/2014/main" id="{C12DEB4B-81B0-4622-ABA1-C87AE8D2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268">
            <a:extLst xmlns:a="http://schemas.openxmlformats.org/drawingml/2006/main">
              <a:ext uri="{FF2B5EF4-FFF2-40B4-BE49-F238E27FC236}">
                <a16:creationId xmlns:a16="http://schemas.microsoft.com/office/drawing/2014/main" id="{92305F86-2303-4E80-979D-EAEBDA77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269">
            <a:extLst xmlns:a="http://schemas.openxmlformats.org/drawingml/2006/main">
              <a:ext uri="{FF2B5EF4-FFF2-40B4-BE49-F238E27FC236}">
                <a16:creationId xmlns:a16="http://schemas.microsoft.com/office/drawing/2014/main" id="{3A7F6C64-31D9-45DC-98A6-95B8DC97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70">
            <a:extLst xmlns:a="http://schemas.openxmlformats.org/drawingml/2006/main">
              <a:ext uri="{FF2B5EF4-FFF2-40B4-BE49-F238E27FC236}">
                <a16:creationId xmlns:a16="http://schemas.microsoft.com/office/drawing/2014/main" id="{C1F9BA8B-09A0-44C9-8316-EFB027FB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71">
            <a:extLst xmlns:a="http://schemas.openxmlformats.org/drawingml/2006/main">
              <a:ext uri="{FF2B5EF4-FFF2-40B4-BE49-F238E27FC236}">
                <a16:creationId xmlns:a16="http://schemas.microsoft.com/office/drawing/2014/main" id="{7C893A32-6728-4024-979A-A941892D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272">
            <a:extLst xmlns:a="http://schemas.openxmlformats.org/drawingml/2006/main">
              <a:ext uri="{FF2B5EF4-FFF2-40B4-BE49-F238E27FC236}">
                <a16:creationId xmlns:a16="http://schemas.microsoft.com/office/drawing/2014/main" id="{18E62F88-2512-459C-A3CA-3F579BC9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273">
            <a:extLst xmlns:a="http://schemas.openxmlformats.org/drawingml/2006/main">
              <a:ext uri="{FF2B5EF4-FFF2-40B4-BE49-F238E27FC236}">
                <a16:creationId xmlns:a16="http://schemas.microsoft.com/office/drawing/2014/main" id="{DB6D4DD6-9B6C-41A7-9277-E43DC1EF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74">
            <a:extLst xmlns:a="http://schemas.openxmlformats.org/drawingml/2006/main">
              <a:ext uri="{FF2B5EF4-FFF2-40B4-BE49-F238E27FC236}">
                <a16:creationId xmlns:a16="http://schemas.microsoft.com/office/drawing/2014/main" id="{B0CB2D47-B9DD-494D-BB05-195B00929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275">
            <a:extLst xmlns:a="http://schemas.openxmlformats.org/drawingml/2006/main">
              <a:ext uri="{FF2B5EF4-FFF2-40B4-BE49-F238E27FC236}">
                <a16:creationId xmlns:a16="http://schemas.microsoft.com/office/drawing/2014/main" id="{2E8A0956-4498-442B-8D01-FAEB3C7C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276">
            <a:extLst xmlns:a="http://schemas.openxmlformats.org/drawingml/2006/main">
              <a:ext uri="{FF2B5EF4-FFF2-40B4-BE49-F238E27FC236}">
                <a16:creationId xmlns:a16="http://schemas.microsoft.com/office/drawing/2014/main" id="{0C263791-387A-4994-B42C-F4DA7FC0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580">
            <a:extLst xmlns:a="http://schemas.openxmlformats.org/drawingml/2006/main">
              <a:ext uri="{FF2B5EF4-FFF2-40B4-BE49-F238E27FC236}">
                <a16:creationId xmlns:a16="http://schemas.microsoft.com/office/drawing/2014/main" id="{42EB54D4-EAD3-402D-BE29-3085EA28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8185a8454e4f0e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13876854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77">
            <a:extLst xmlns:a="http://schemas.openxmlformats.org/drawingml/2006/main">
              <a:ext uri="{FF2B5EF4-FFF2-40B4-BE49-F238E27FC236}">
                <a16:creationId xmlns:a16="http://schemas.microsoft.com/office/drawing/2014/main" id="{922E8159-2651-490B-B810-42B98925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TEACHING OUTPUTS</a:t>
            </a:r>
          </a:p>
        </p:txBody>
      </p:sp>
      <p:sp>
        <p:nvSpPr>
          <p:cNvPr id="2" name="text-278">
            <a:extLst xmlns:a="http://schemas.openxmlformats.org/drawingml/2006/main">
              <a:ext uri="{FF2B5EF4-FFF2-40B4-BE49-F238E27FC236}">
                <a16:creationId xmlns:a16="http://schemas.microsoft.com/office/drawing/2014/main" id="{4B83AAAD-417F-410E-98E6-F9E4C127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把來源轉成可直接使用的教學成品</a:t>
            </a:r>
          </a:p>
        </p:txBody>
      </p:sp>
      <p:cxnSp>
        <p:nvCxnSpPr>
          <p:cNvPr id="25" name="shape-2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80">
            <a:extLst xmlns:a="http://schemas.openxmlformats.org/drawingml/2006/main">
              <a:ext uri="{FF2B5EF4-FFF2-40B4-BE49-F238E27FC236}">
                <a16:creationId xmlns:a16="http://schemas.microsoft.com/office/drawing/2014/main" id="{19FF98AE-AFBE-499A-AC1C-D1AB2116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5CE0477-159C-4964-B487-BDB7DCC4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281">
            <a:extLst xmlns:a="http://schemas.openxmlformats.org/drawingml/2006/main">
              <a:ext uri="{FF2B5EF4-FFF2-40B4-BE49-F238E27FC236}">
                <a16:creationId xmlns:a16="http://schemas.microsoft.com/office/drawing/2014/main" id="{A2A604ED-8EFF-41DC-8A46-9E9D730D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82">
            <a:extLst xmlns:a="http://schemas.openxmlformats.org/drawingml/2006/main">
              <a:ext uri="{FF2B5EF4-FFF2-40B4-BE49-F238E27FC236}">
                <a16:creationId xmlns:a16="http://schemas.microsoft.com/office/drawing/2014/main" id="{1BA1F028-0502-4E0C-BDE0-0FB0A7B2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83">
            <a:extLst xmlns:a="http://schemas.openxmlformats.org/drawingml/2006/main">
              <a:ext uri="{FF2B5EF4-FFF2-40B4-BE49-F238E27FC236}">
                <a16:creationId xmlns:a16="http://schemas.microsoft.com/office/drawing/2014/main" id="{DA514194-5108-4C61-B200-7057C168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課前</a:t>
            </a:r>
          </a:p>
        </p:txBody>
      </p:sp>
      <p:sp>
        <p:nvSpPr>
          <p:cNvPr id="9" name="text-284">
            <a:extLst xmlns:a="http://schemas.openxmlformats.org/drawingml/2006/main">
              <a:ext uri="{FF2B5EF4-FFF2-40B4-BE49-F238E27FC236}">
                <a16:creationId xmlns:a16="http://schemas.microsoft.com/office/drawing/2014/main" id="{0EC94FC6-379F-4907-81F9-1CF15507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導讀問題、概念地圖、術語表、預習任務。</a:t>
            </a:r>
          </a:p>
        </p:txBody>
      </p:sp>
      <p:sp>
        <p:nvSpPr>
          <p:cNvPr id="10" name="shape-285">
            <a:extLst xmlns:a="http://schemas.openxmlformats.org/drawingml/2006/main">
              <a:ext uri="{FF2B5EF4-FFF2-40B4-BE49-F238E27FC236}">
                <a16:creationId xmlns:a16="http://schemas.microsoft.com/office/drawing/2014/main" id="{EE55710E-2317-4F3B-97DA-091454E6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86">
            <a:extLst xmlns:a="http://schemas.openxmlformats.org/drawingml/2006/main">
              <a:ext uri="{FF2B5EF4-FFF2-40B4-BE49-F238E27FC236}">
                <a16:creationId xmlns:a16="http://schemas.microsoft.com/office/drawing/2014/main" id="{B43AB041-4C31-425A-81D2-D154A33D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87">
            <a:extLst xmlns:a="http://schemas.openxmlformats.org/drawingml/2006/main">
              <a:ext uri="{FF2B5EF4-FFF2-40B4-BE49-F238E27FC236}">
                <a16:creationId xmlns:a16="http://schemas.microsoft.com/office/drawing/2014/main" id="{1B267A13-5118-4BAA-BA81-DBD93FB9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課中</a:t>
            </a:r>
          </a:p>
        </p:txBody>
      </p:sp>
      <p:sp>
        <p:nvSpPr>
          <p:cNvPr id="13" name="text-288">
            <a:extLst xmlns:a="http://schemas.openxmlformats.org/drawingml/2006/main">
              <a:ext uri="{FF2B5EF4-FFF2-40B4-BE49-F238E27FC236}">
                <a16:creationId xmlns:a16="http://schemas.microsoft.com/office/drawing/2014/main" id="{BF255DF9-42B3-47AC-B939-447643C4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案例比較、討論角色卡、分組任務、即時測驗。</a:t>
            </a:r>
          </a:p>
        </p:txBody>
      </p:sp>
      <p:sp>
        <p:nvSpPr>
          <p:cNvPr id="14" name="shape-289">
            <a:extLst xmlns:a="http://schemas.openxmlformats.org/drawingml/2006/main">
              <a:ext uri="{FF2B5EF4-FFF2-40B4-BE49-F238E27FC236}">
                <a16:creationId xmlns:a16="http://schemas.microsoft.com/office/drawing/2014/main" id="{5DAC369A-955B-4515-83EE-9205C26F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90">
            <a:extLst xmlns:a="http://schemas.openxmlformats.org/drawingml/2006/main">
              <a:ext uri="{FF2B5EF4-FFF2-40B4-BE49-F238E27FC236}">
                <a16:creationId xmlns:a16="http://schemas.microsoft.com/office/drawing/2014/main" id="{A77F4DCE-2025-4937-A945-4A95A0D2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91">
            <a:extLst xmlns:a="http://schemas.openxmlformats.org/drawingml/2006/main">
              <a:ext uri="{FF2B5EF4-FFF2-40B4-BE49-F238E27FC236}">
                <a16:creationId xmlns:a16="http://schemas.microsoft.com/office/drawing/2014/main" id="{395CD338-900F-439A-B057-0C94A8ED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課後</a:t>
            </a:r>
          </a:p>
        </p:txBody>
      </p:sp>
      <p:sp>
        <p:nvSpPr>
          <p:cNvPr id="17" name="text-292">
            <a:extLst xmlns:a="http://schemas.openxmlformats.org/drawingml/2006/main">
              <a:ext uri="{FF2B5EF4-FFF2-40B4-BE49-F238E27FC236}">
                <a16:creationId xmlns:a16="http://schemas.microsoft.com/office/drawing/2014/main" id="{6067CED6-F9A6-4189-9837-C9AD85B34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學習指南、形成性回饋、反思題、延伸閱讀。</a:t>
            </a:r>
          </a:p>
        </p:txBody>
      </p:sp>
      <p:sp>
        <p:nvSpPr>
          <p:cNvPr id="18" name="shape-293">
            <a:extLst xmlns:a="http://schemas.openxmlformats.org/drawingml/2006/main">
              <a:ext uri="{FF2B5EF4-FFF2-40B4-BE49-F238E27FC236}">
                <a16:creationId xmlns:a16="http://schemas.microsoft.com/office/drawing/2014/main" id="{063561FB-75BB-49D8-A98C-9D6D69EC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94">
            <a:extLst xmlns:a="http://schemas.openxmlformats.org/drawingml/2006/main">
              <a:ext uri="{FF2B5EF4-FFF2-40B4-BE49-F238E27FC236}">
                <a16:creationId xmlns:a16="http://schemas.microsoft.com/office/drawing/2014/main" id="{E63E90A0-619D-463A-9E3B-B7B78B76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95">
            <a:extLst xmlns:a="http://schemas.openxmlformats.org/drawingml/2006/main">
              <a:ext uri="{FF2B5EF4-FFF2-40B4-BE49-F238E27FC236}">
                <a16:creationId xmlns:a16="http://schemas.microsoft.com/office/drawing/2014/main" id="{7F7A49EF-33AC-4702-8376-487A28BA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研究／共備</a:t>
            </a:r>
          </a:p>
        </p:txBody>
      </p:sp>
      <p:sp>
        <p:nvSpPr>
          <p:cNvPr id="21" name="text-296">
            <a:extLst xmlns:a="http://schemas.openxmlformats.org/drawingml/2006/main">
              <a:ext uri="{FF2B5EF4-FFF2-40B4-BE49-F238E27FC236}">
                <a16:creationId xmlns:a16="http://schemas.microsoft.com/office/drawing/2014/main" id="{DE6AF04D-C718-4CE4-B0F8-C76879B6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文獻觀點矩陣、研究缺口、共同備課摘要。</a:t>
            </a:r>
          </a:p>
        </p:txBody>
      </p:sp>
      <p:sp>
        <p:nvSpPr>
          <p:cNvPr id="22" name="text-581">
            <a:extLst xmlns:a="http://schemas.openxmlformats.org/drawingml/2006/main">
              <a:ext uri="{FF2B5EF4-FFF2-40B4-BE49-F238E27FC236}">
                <a16:creationId xmlns:a16="http://schemas.microsoft.com/office/drawing/2014/main" id="{48728DAF-D0F7-442D-92E9-61E0C726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0b5ad90b7b6441e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102336435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97">
            <a:extLst xmlns:a="http://schemas.openxmlformats.org/drawingml/2006/main">
              <a:ext uri="{FF2B5EF4-FFF2-40B4-BE49-F238E27FC236}">
                <a16:creationId xmlns:a16="http://schemas.microsoft.com/office/drawing/2014/main" id="{95B56025-2F69-4FD1-B9C6-19348C28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text-298">
            <a:extLst xmlns:a="http://schemas.openxmlformats.org/drawingml/2006/main">
              <a:ext uri="{FF2B5EF4-FFF2-40B4-BE49-F238E27FC236}">
                <a16:creationId xmlns:a16="http://schemas.microsoft.com/office/drawing/2014/main" id="{83F2161D-9402-4517-8741-E22B0F0E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5" name="shape-29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00">
            <a:extLst xmlns:a="http://schemas.openxmlformats.org/drawingml/2006/main">
              <a:ext uri="{FF2B5EF4-FFF2-40B4-BE49-F238E27FC236}">
                <a16:creationId xmlns:a16="http://schemas.microsoft.com/office/drawing/2014/main" id="{2BA7090F-0034-4C88-A76A-40F56782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60E7448-19D5-42A1-8D44-7D2096FE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01">
            <a:extLst xmlns:a="http://schemas.openxmlformats.org/drawingml/2006/main">
              <a:ext uri="{FF2B5EF4-FFF2-40B4-BE49-F238E27FC236}">
                <a16:creationId xmlns:a16="http://schemas.microsoft.com/office/drawing/2014/main" id="{05F7C933-373A-41F5-89CA-D65DD372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02">
            <a:extLst xmlns:a="http://schemas.openxmlformats.org/drawingml/2006/main">
              <a:ext uri="{FF2B5EF4-FFF2-40B4-BE49-F238E27FC236}">
                <a16:creationId xmlns:a16="http://schemas.microsoft.com/office/drawing/2014/main" id="{28A320F2-E259-4AE0-978B-447B5783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03">
            <a:extLst xmlns:a="http://schemas.openxmlformats.org/drawingml/2006/main">
              <a:ext uri="{FF2B5EF4-FFF2-40B4-BE49-F238E27FC236}">
                <a16:creationId xmlns:a16="http://schemas.microsoft.com/office/drawing/2014/main" id="{102EE41D-A649-438A-BAB7-A77E2A6B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304">
            <a:extLst xmlns:a="http://schemas.openxmlformats.org/drawingml/2006/main">
              <a:ext uri="{FF2B5EF4-FFF2-40B4-BE49-F238E27FC236}">
                <a16:creationId xmlns:a16="http://schemas.microsoft.com/office/drawing/2014/main" id="{FEBE8A8C-CECA-4967-88B0-A0748140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305">
            <a:extLst xmlns:a="http://schemas.openxmlformats.org/drawingml/2006/main">
              <a:ext uri="{FF2B5EF4-FFF2-40B4-BE49-F238E27FC236}">
                <a16:creationId xmlns:a16="http://schemas.microsoft.com/office/drawing/2014/main" id="{9798FE55-F576-40BC-B0EA-982201C9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06">
            <a:extLst xmlns:a="http://schemas.openxmlformats.org/drawingml/2006/main">
              <a:ext uri="{FF2B5EF4-FFF2-40B4-BE49-F238E27FC236}">
                <a16:creationId xmlns:a16="http://schemas.microsoft.com/office/drawing/2014/main" id="{09E72BBF-1FB3-4E06-9AD2-DF3444E7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07">
            <a:extLst xmlns:a="http://schemas.openxmlformats.org/drawingml/2006/main">
              <a:ext uri="{FF2B5EF4-FFF2-40B4-BE49-F238E27FC236}">
                <a16:creationId xmlns:a16="http://schemas.microsoft.com/office/drawing/2014/main" id="{B72C4839-D82D-4CE7-A1BC-671F173B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308">
            <a:extLst xmlns:a="http://schemas.openxmlformats.org/drawingml/2006/main">
              <a:ext uri="{FF2B5EF4-FFF2-40B4-BE49-F238E27FC236}">
                <a16:creationId xmlns:a16="http://schemas.microsoft.com/office/drawing/2014/main" id="{C52BEF41-F825-487F-8C6A-FF2C89D7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309">
            <a:extLst xmlns:a="http://schemas.openxmlformats.org/drawingml/2006/main">
              <a:ext uri="{FF2B5EF4-FFF2-40B4-BE49-F238E27FC236}">
                <a16:creationId xmlns:a16="http://schemas.microsoft.com/office/drawing/2014/main" id="{6B09D707-AE0D-4877-A48C-48D23E3A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10">
            <a:extLst xmlns:a="http://schemas.openxmlformats.org/drawingml/2006/main">
              <a:ext uri="{FF2B5EF4-FFF2-40B4-BE49-F238E27FC236}">
                <a16:creationId xmlns:a16="http://schemas.microsoft.com/office/drawing/2014/main" id="{14246EDE-F0C4-4054-8F27-202B5451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11">
            <a:extLst xmlns:a="http://schemas.openxmlformats.org/drawingml/2006/main">
              <a:ext uri="{FF2B5EF4-FFF2-40B4-BE49-F238E27FC236}">
                <a16:creationId xmlns:a16="http://schemas.microsoft.com/office/drawing/2014/main" id="{E78D1894-BDA0-4E18-BC45-D0FAAEDC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312">
            <a:extLst xmlns:a="http://schemas.openxmlformats.org/drawingml/2006/main">
              <a:ext uri="{FF2B5EF4-FFF2-40B4-BE49-F238E27FC236}">
                <a16:creationId xmlns:a16="http://schemas.microsoft.com/office/drawing/2014/main" id="{2084A93A-3E53-4A25-B6F2-B3534C28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313">
            <a:extLst xmlns:a="http://schemas.openxmlformats.org/drawingml/2006/main">
              <a:ext uri="{FF2B5EF4-FFF2-40B4-BE49-F238E27FC236}">
                <a16:creationId xmlns:a16="http://schemas.microsoft.com/office/drawing/2014/main" id="{565B859C-034D-4ACF-8C80-E0522BCB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14">
            <a:extLst xmlns:a="http://schemas.openxmlformats.org/drawingml/2006/main">
              <a:ext uri="{FF2B5EF4-FFF2-40B4-BE49-F238E27FC236}">
                <a16:creationId xmlns:a16="http://schemas.microsoft.com/office/drawing/2014/main" id="{7FF91EE8-2A39-4234-875D-E8A554B7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15">
            <a:extLst xmlns:a="http://schemas.openxmlformats.org/drawingml/2006/main">
              <a:ext uri="{FF2B5EF4-FFF2-40B4-BE49-F238E27FC236}">
                <a16:creationId xmlns:a16="http://schemas.microsoft.com/office/drawing/2014/main" id="{C7C06B7D-FAEA-49BE-AAA9-31F75005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316">
            <a:extLst xmlns:a="http://schemas.openxmlformats.org/drawingml/2006/main">
              <a:ext uri="{FF2B5EF4-FFF2-40B4-BE49-F238E27FC236}">
                <a16:creationId xmlns:a16="http://schemas.microsoft.com/office/drawing/2014/main" id="{A3B83662-BD44-440F-9E62-3CF7D066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582">
            <a:extLst xmlns:a="http://schemas.openxmlformats.org/drawingml/2006/main">
              <a:ext uri="{FF2B5EF4-FFF2-40B4-BE49-F238E27FC236}">
                <a16:creationId xmlns:a16="http://schemas.microsoft.com/office/drawing/2014/main" id="{C90BD62C-E443-4B05-998A-4BD0478B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3d060cf7dba41d0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45974525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317">
            <a:extLst xmlns:a="http://schemas.openxmlformats.org/drawingml/2006/main">
              <a:ext uri="{FF2B5EF4-FFF2-40B4-BE49-F238E27FC236}">
                <a16:creationId xmlns:a16="http://schemas.microsoft.com/office/drawing/2014/main" id="{7C5F0D4E-814D-4B57-AE47-641CB88D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318">
            <a:extLst xmlns:a="http://schemas.openxmlformats.org/drawingml/2006/main">
              <a:ext uri="{FF2B5EF4-FFF2-40B4-BE49-F238E27FC236}">
                <a16:creationId xmlns:a16="http://schemas.microsoft.com/office/drawing/2014/main" id="{9110CBBA-6D4F-41B0-A016-8FDA0AFB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319">
            <a:extLst xmlns:a="http://schemas.openxmlformats.org/drawingml/2006/main">
              <a:ext uri="{FF2B5EF4-FFF2-40B4-BE49-F238E27FC236}">
                <a16:creationId xmlns:a16="http://schemas.microsoft.com/office/drawing/2014/main" id="{3196AF02-E175-4995-8AEE-A7DDF1CC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320">
            <a:extLst xmlns:a="http://schemas.openxmlformats.org/drawingml/2006/main">
              <a:ext uri="{FF2B5EF4-FFF2-40B4-BE49-F238E27FC236}">
                <a16:creationId xmlns:a16="http://schemas.microsoft.com/office/drawing/2014/main" id="{2E9F787F-059A-46A1-B4C0-A8EB9688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321">
            <a:extLst xmlns:a="http://schemas.openxmlformats.org/drawingml/2006/main">
              <a:ext uri="{FF2B5EF4-FFF2-40B4-BE49-F238E27FC236}">
                <a16:creationId xmlns:a16="http://schemas.microsoft.com/office/drawing/2014/main" id="{E7249243-6D60-4D8B-904F-E5693798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5" name="shape-3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323">
            <a:extLst xmlns:a="http://schemas.openxmlformats.org/drawingml/2006/main">
              <a:ext uri="{FF2B5EF4-FFF2-40B4-BE49-F238E27FC236}">
                <a16:creationId xmlns:a16="http://schemas.microsoft.com/office/drawing/2014/main" id="{DCCDDA2D-47D5-4DC8-B086-1C57A012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4CB4183-DF94-4CF9-87A7-10167D0E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9" name="text-583">
            <a:extLst xmlns:a="http://schemas.openxmlformats.org/drawingml/2006/main">
              <a:ext uri="{FF2B5EF4-FFF2-40B4-BE49-F238E27FC236}">
                <a16:creationId xmlns:a16="http://schemas.microsoft.com/office/drawing/2014/main" id="{F9261D3E-885B-4442-8EDB-4B76B87A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4d07d98579142df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106158084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24">
            <a:extLst xmlns:a="http://schemas.openxmlformats.org/drawingml/2006/main">
              <a:ext uri="{FF2B5EF4-FFF2-40B4-BE49-F238E27FC236}">
                <a16:creationId xmlns:a16="http://schemas.microsoft.com/office/drawing/2014/main" id="{73C253E0-009F-4A87-9F60-3756F018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text-325">
            <a:extLst xmlns:a="http://schemas.openxmlformats.org/drawingml/2006/main">
              <a:ext uri="{FF2B5EF4-FFF2-40B4-BE49-F238E27FC236}">
                <a16:creationId xmlns:a16="http://schemas.microsoft.com/office/drawing/2014/main" id="{CCF2CD6E-C9AB-4F46-AD9D-2C7F235E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5" name="shape-3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27">
            <a:extLst xmlns:a="http://schemas.openxmlformats.org/drawingml/2006/main">
              <a:ext uri="{FF2B5EF4-FFF2-40B4-BE49-F238E27FC236}">
                <a16:creationId xmlns:a16="http://schemas.microsoft.com/office/drawing/2014/main" id="{75AC156C-C0C5-4B36-8F15-E64159E2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A56C20-0206-4478-8ABA-F041C8FF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28">
            <a:extLst xmlns:a="http://schemas.openxmlformats.org/drawingml/2006/main">
              <a:ext uri="{FF2B5EF4-FFF2-40B4-BE49-F238E27FC236}">
                <a16:creationId xmlns:a16="http://schemas.microsoft.com/office/drawing/2014/main" id="{AA3F9C45-7314-49B0-9BC2-62F5BA81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29">
            <a:extLst xmlns:a="http://schemas.openxmlformats.org/drawingml/2006/main">
              <a:ext uri="{FF2B5EF4-FFF2-40B4-BE49-F238E27FC236}">
                <a16:creationId xmlns:a16="http://schemas.microsoft.com/office/drawing/2014/main" id="{5DDF9376-C3E8-4CC7-9D07-3FDDFA68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30">
            <a:extLst xmlns:a="http://schemas.openxmlformats.org/drawingml/2006/main">
              <a:ext uri="{FF2B5EF4-FFF2-40B4-BE49-F238E27FC236}">
                <a16:creationId xmlns:a16="http://schemas.microsoft.com/office/drawing/2014/main" id="{E7BAA02E-66EE-496F-8F7E-ABB48162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331">
            <a:extLst xmlns:a="http://schemas.openxmlformats.org/drawingml/2006/main">
              <a:ext uri="{FF2B5EF4-FFF2-40B4-BE49-F238E27FC236}">
                <a16:creationId xmlns:a16="http://schemas.microsoft.com/office/drawing/2014/main" id="{C790D14C-6409-4CBD-9FB3-A6333EFF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332">
            <a:extLst xmlns:a="http://schemas.openxmlformats.org/drawingml/2006/main">
              <a:ext uri="{FF2B5EF4-FFF2-40B4-BE49-F238E27FC236}">
                <a16:creationId xmlns:a16="http://schemas.microsoft.com/office/drawing/2014/main" id="{20D0808B-C61E-43EE-9890-3808C8E3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333">
            <a:extLst xmlns:a="http://schemas.openxmlformats.org/drawingml/2006/main">
              <a:ext uri="{FF2B5EF4-FFF2-40B4-BE49-F238E27FC236}">
                <a16:creationId xmlns:a16="http://schemas.microsoft.com/office/drawing/2014/main" id="{0D98BAB6-EE76-4F3C-A6F6-F90A8D8E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584">
            <a:extLst xmlns:a="http://schemas.openxmlformats.org/drawingml/2006/main">
              <a:ext uri="{FF2B5EF4-FFF2-40B4-BE49-F238E27FC236}">
                <a16:creationId xmlns:a16="http://schemas.microsoft.com/office/drawing/2014/main" id="{5F3CC9D2-AF61-4C24-B0F3-FC78DA43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8256c946b44ad2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2309264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334">
            <a:extLst xmlns:a="http://schemas.openxmlformats.org/drawingml/2006/main">
              <a:ext uri="{FF2B5EF4-FFF2-40B4-BE49-F238E27FC236}">
                <a16:creationId xmlns:a16="http://schemas.microsoft.com/office/drawing/2014/main" id="{CA8E693E-BA9F-460C-BC60-618026A0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INSTRUCTION CANVAS</a:t>
            </a:r>
          </a:p>
        </p:txBody>
      </p:sp>
      <p:sp>
        <p:nvSpPr>
          <p:cNvPr id="2" name="text-335">
            <a:extLst xmlns:a="http://schemas.openxmlformats.org/drawingml/2006/main">
              <a:ext uri="{FF2B5EF4-FFF2-40B4-BE49-F238E27FC236}">
                <a16:creationId xmlns:a16="http://schemas.microsoft.com/office/drawing/2014/main" id="{9743FE96-D40B-4D85-9BC5-ABDC59FF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指令四格：角色、任務、背景、格式</a:t>
            </a:r>
          </a:p>
        </p:txBody>
      </p:sp>
      <p:cxnSp>
        <p:nvCxnSpPr>
          <p:cNvPr id="25" name="shape-3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7">
            <a:extLst xmlns:a="http://schemas.openxmlformats.org/drawingml/2006/main">
              <a:ext uri="{FF2B5EF4-FFF2-40B4-BE49-F238E27FC236}">
                <a16:creationId xmlns:a16="http://schemas.microsoft.com/office/drawing/2014/main" id="{D8845649-34EF-41E1-8C35-B7BAE66C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6B2B30-21B3-49CF-B773-6EE88C21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38">
            <a:extLst xmlns:a="http://schemas.openxmlformats.org/drawingml/2006/main">
              <a:ext uri="{FF2B5EF4-FFF2-40B4-BE49-F238E27FC236}">
                <a16:creationId xmlns:a16="http://schemas.microsoft.com/office/drawing/2014/main" id="{50E195BF-8A24-4641-8967-323507C6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39">
            <a:extLst xmlns:a="http://schemas.openxmlformats.org/drawingml/2006/main">
              <a:ext uri="{FF2B5EF4-FFF2-40B4-BE49-F238E27FC236}">
                <a16:creationId xmlns:a16="http://schemas.microsoft.com/office/drawing/2014/main" id="{54B3474E-04DD-4AD9-B269-F2E25D9E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</a:t>
            </a:r>
          </a:p>
        </p:txBody>
      </p:sp>
      <p:sp>
        <p:nvSpPr>
          <p:cNvPr id="8" name="text-340">
            <a:extLst xmlns:a="http://schemas.openxmlformats.org/drawingml/2006/main">
              <a:ext uri="{FF2B5EF4-FFF2-40B4-BE49-F238E27FC236}">
                <a16:creationId xmlns:a16="http://schemas.microsoft.com/office/drawing/2014/main" id="{6C61B284-09DB-4903-98C4-1B1005A5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角色 Persona</a:t>
            </a:r>
          </a:p>
        </p:txBody>
      </p:sp>
      <p:sp>
        <p:nvSpPr>
          <p:cNvPr id="9" name="text-341">
            <a:extLst xmlns:a="http://schemas.openxmlformats.org/drawingml/2006/main">
              <a:ext uri="{FF2B5EF4-FFF2-40B4-BE49-F238E27FC236}">
                <a16:creationId xmlns:a16="http://schemas.microsoft.com/office/drawing/2014/main" id="{6B910EF6-4519-4FC8-B4E0-18FE01D4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你是誰？面對哪一類教師或學生？專業邊界是什麼？</a:t>
            </a:r>
          </a:p>
        </p:txBody>
      </p:sp>
      <p:sp>
        <p:nvSpPr>
          <p:cNvPr id="10" name="shape-342">
            <a:extLst xmlns:a="http://schemas.openxmlformats.org/drawingml/2006/main">
              <a:ext uri="{FF2B5EF4-FFF2-40B4-BE49-F238E27FC236}">
                <a16:creationId xmlns:a16="http://schemas.microsoft.com/office/drawing/2014/main" id="{F88EA525-4A82-45EB-89B0-096589D9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43">
            <a:extLst xmlns:a="http://schemas.openxmlformats.org/drawingml/2006/main">
              <a:ext uri="{FF2B5EF4-FFF2-40B4-BE49-F238E27FC236}">
                <a16:creationId xmlns:a16="http://schemas.microsoft.com/office/drawing/2014/main" id="{42209676-19B1-4251-A892-C60CE733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</a:t>
            </a:r>
          </a:p>
        </p:txBody>
      </p:sp>
      <p:sp>
        <p:nvSpPr>
          <p:cNvPr id="12" name="text-344">
            <a:extLst xmlns:a="http://schemas.openxmlformats.org/drawingml/2006/main">
              <a:ext uri="{FF2B5EF4-FFF2-40B4-BE49-F238E27FC236}">
                <a16:creationId xmlns:a16="http://schemas.microsoft.com/office/drawing/2014/main" id="{E0210B52-49EA-4B15-B051-EA0417E2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任務 Task</a:t>
            </a:r>
          </a:p>
        </p:txBody>
      </p:sp>
      <p:sp>
        <p:nvSpPr>
          <p:cNvPr id="13" name="text-345">
            <a:extLst xmlns:a="http://schemas.openxmlformats.org/drawingml/2006/main">
              <a:ext uri="{FF2B5EF4-FFF2-40B4-BE49-F238E27FC236}">
                <a16:creationId xmlns:a16="http://schemas.microsoft.com/office/drawing/2014/main" id="{2B1CBA8B-2A70-412A-B8FA-E4573101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需要做哪些動作？先問什麼？什麼情況要停止？</a:t>
            </a:r>
          </a:p>
        </p:txBody>
      </p:sp>
      <p:sp>
        <p:nvSpPr>
          <p:cNvPr id="14" name="shape-346">
            <a:extLst xmlns:a="http://schemas.openxmlformats.org/drawingml/2006/main">
              <a:ext uri="{FF2B5EF4-FFF2-40B4-BE49-F238E27FC236}">
                <a16:creationId xmlns:a16="http://schemas.microsoft.com/office/drawing/2014/main" id="{EF75D565-C954-4940-B2C5-0B3546EF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47">
            <a:extLst xmlns:a="http://schemas.openxmlformats.org/drawingml/2006/main">
              <a:ext uri="{FF2B5EF4-FFF2-40B4-BE49-F238E27FC236}">
                <a16:creationId xmlns:a16="http://schemas.microsoft.com/office/drawing/2014/main" id="{D1752932-7C19-4406-9EAA-8FC63CAEC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348">
            <a:extLst xmlns:a="http://schemas.openxmlformats.org/drawingml/2006/main">
              <a:ext uri="{FF2B5EF4-FFF2-40B4-BE49-F238E27FC236}">
                <a16:creationId xmlns:a16="http://schemas.microsoft.com/office/drawing/2014/main" id="{87BB881C-AEA8-453B-A884-F07C5AA1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背景 Context</a:t>
            </a:r>
          </a:p>
        </p:txBody>
      </p:sp>
      <p:sp>
        <p:nvSpPr>
          <p:cNvPr id="17" name="text-349">
            <a:extLst xmlns:a="http://schemas.openxmlformats.org/drawingml/2006/main">
              <a:ext uri="{FF2B5EF4-FFF2-40B4-BE49-F238E27FC236}">
                <a16:creationId xmlns:a16="http://schemas.microsoft.com/office/drawing/2014/main" id="{A8B00419-A69A-43D3-A05B-237843A3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課程、學生、評量、時間與資料限制。</a:t>
            </a:r>
          </a:p>
        </p:txBody>
      </p:sp>
      <p:sp>
        <p:nvSpPr>
          <p:cNvPr id="18" name="shape-350">
            <a:extLst xmlns:a="http://schemas.openxmlformats.org/drawingml/2006/main">
              <a:ext uri="{FF2B5EF4-FFF2-40B4-BE49-F238E27FC236}">
                <a16:creationId xmlns:a16="http://schemas.microsoft.com/office/drawing/2014/main" id="{0837B35A-B520-4788-AE04-5BB620F2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51">
            <a:extLst xmlns:a="http://schemas.openxmlformats.org/drawingml/2006/main">
              <a:ext uri="{FF2B5EF4-FFF2-40B4-BE49-F238E27FC236}">
                <a16:creationId xmlns:a16="http://schemas.microsoft.com/office/drawing/2014/main" id="{1A697762-FC04-4AF4-B599-DE02AD6F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F</a:t>
            </a:r>
          </a:p>
        </p:txBody>
      </p:sp>
      <p:sp>
        <p:nvSpPr>
          <p:cNvPr id="20" name="text-352">
            <a:extLst xmlns:a="http://schemas.openxmlformats.org/drawingml/2006/main">
              <a:ext uri="{FF2B5EF4-FFF2-40B4-BE49-F238E27FC236}">
                <a16:creationId xmlns:a16="http://schemas.microsoft.com/office/drawing/2014/main" id="{1422F582-32EC-4626-AB99-67C35C83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格式 Format</a:t>
            </a:r>
          </a:p>
        </p:txBody>
      </p:sp>
      <p:sp>
        <p:nvSpPr>
          <p:cNvPr id="21" name="text-353">
            <a:extLst xmlns:a="http://schemas.openxmlformats.org/drawingml/2006/main">
              <a:ext uri="{FF2B5EF4-FFF2-40B4-BE49-F238E27FC236}">
                <a16:creationId xmlns:a16="http://schemas.microsoft.com/office/drawing/2014/main" id="{8B0AF56A-F464-4861-BE67-7802B9F6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輸出欄位、長度、語氣、表格與檢核清單。</a:t>
            </a:r>
          </a:p>
        </p:txBody>
      </p:sp>
      <p:sp>
        <p:nvSpPr>
          <p:cNvPr id="22" name="text-585">
            <a:extLst xmlns:a="http://schemas.openxmlformats.org/drawingml/2006/main">
              <a:ext uri="{FF2B5EF4-FFF2-40B4-BE49-F238E27FC236}">
                <a16:creationId xmlns:a16="http://schemas.microsoft.com/office/drawing/2014/main" id="{3CB13951-B2DE-4DFD-8C3D-D9BEF583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52036acd1654242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44141576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354">
            <a:extLst xmlns:a="http://schemas.openxmlformats.org/drawingml/2006/main">
              <a:ext uri="{FF2B5EF4-FFF2-40B4-BE49-F238E27FC236}">
                <a16:creationId xmlns:a16="http://schemas.microsoft.com/office/drawing/2014/main" id="{EA7141F9-91C6-49A8-9D14-F623C53D0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text-355">
            <a:extLst xmlns:a="http://schemas.openxmlformats.org/drawingml/2006/main">
              <a:ext uri="{FF2B5EF4-FFF2-40B4-BE49-F238E27FC236}">
                <a16:creationId xmlns:a16="http://schemas.microsoft.com/office/drawing/2014/main" id="{1E8A1F7A-3D4E-4159-B4F2-4184E29C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範例｜課程與研究設計教練 Gem</a:t>
            </a:r>
          </a:p>
        </p:txBody>
      </p:sp>
      <p:cxnSp>
        <p:nvCxnSpPr>
          <p:cNvPr id="16" name="shape-3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57">
            <a:extLst xmlns:a="http://schemas.openxmlformats.org/drawingml/2006/main">
              <a:ext uri="{FF2B5EF4-FFF2-40B4-BE49-F238E27FC236}">
                <a16:creationId xmlns:a16="http://schemas.microsoft.com/office/drawing/2014/main" id="{1A005E11-6FF2-4C1C-BA3A-5948C4BE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30FE557-550A-4EE5-990E-A01FE2F8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358">
            <a:extLst xmlns:a="http://schemas.openxmlformats.org/drawingml/2006/main">
              <a:ext uri="{FF2B5EF4-FFF2-40B4-BE49-F238E27FC236}">
                <a16:creationId xmlns:a16="http://schemas.microsoft.com/office/drawing/2014/main" id="{C2ECAABB-4727-4D68-AB8B-1034B6A5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先詢問課程／研究目標、對象、資料與目前困難。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提出 3 個可實作方案，不替教師或研究者做最終決定。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每個方案列出流程、時間、證據與驗證方式。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以上傳的課程或研究資料為優先；資料不足時明確指出。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先給一頁摘要，再給可直接使用的工作表格，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最後列出風險與需要人工確認的事項。</a:t>
            </a:r>
          </a:p>
        </p:txBody>
      </p:sp>
      <p:sp>
        <p:nvSpPr>
          <p:cNvPr id="7" name="text-359">
            <a:extLst xmlns:a="http://schemas.openxmlformats.org/drawingml/2006/main">
              <a:ext uri="{FF2B5EF4-FFF2-40B4-BE49-F238E27FC236}">
                <a16:creationId xmlns:a16="http://schemas.microsoft.com/office/drawing/2014/main" id="{0934FA0D-70EE-4C73-AB21-35B600B7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先問再做</a:t>
            </a:r>
          </a:p>
        </p:txBody>
      </p:sp>
      <p:sp>
        <p:nvSpPr>
          <p:cNvPr id="8" name="text-360">
            <a:extLst xmlns:a="http://schemas.openxmlformats.org/drawingml/2006/main">
              <a:ext uri="{FF2B5EF4-FFF2-40B4-BE49-F238E27FC236}">
                <a16:creationId xmlns:a16="http://schemas.microsoft.com/office/drawing/2014/main" id="{B0EC1A3A-51A9-4D09-9B52-54CEF21C4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避免資訊不足時直接產生看似完整的答案。</a:t>
            </a:r>
          </a:p>
        </p:txBody>
      </p:sp>
      <p:sp>
        <p:nvSpPr>
          <p:cNvPr id="9" name="text-361">
            <a:extLst xmlns:a="http://schemas.openxmlformats.org/drawingml/2006/main">
              <a:ext uri="{FF2B5EF4-FFF2-40B4-BE49-F238E27FC236}">
                <a16:creationId xmlns:a16="http://schemas.microsoft.com/office/drawing/2014/main" id="{6196D5C5-B848-4253-A314-E381A715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362">
            <a:extLst xmlns:a="http://schemas.openxmlformats.org/drawingml/2006/main">
              <a:ext uri="{FF2B5EF4-FFF2-40B4-BE49-F238E27FC236}">
                <a16:creationId xmlns:a16="http://schemas.microsoft.com/office/drawing/2014/main" id="{C6DDFB85-5C21-446E-81F0-3C6421FB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363">
            <a:extLst xmlns:a="http://schemas.openxmlformats.org/drawingml/2006/main">
              <a:ext uri="{FF2B5EF4-FFF2-40B4-BE49-F238E27FC236}">
                <a16:creationId xmlns:a16="http://schemas.microsoft.com/office/drawing/2014/main" id="{75427ED1-FA32-46F1-90E9-9760581F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固定交付格式</a:t>
            </a:r>
          </a:p>
        </p:txBody>
      </p:sp>
      <p:sp>
        <p:nvSpPr>
          <p:cNvPr id="12" name="text-364">
            <a:extLst xmlns:a="http://schemas.openxmlformats.org/drawingml/2006/main">
              <a:ext uri="{FF2B5EF4-FFF2-40B4-BE49-F238E27FC236}">
                <a16:creationId xmlns:a16="http://schemas.microsoft.com/office/drawing/2014/main" id="{0FA519C1-58F5-4575-B73E-C4649BCE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讓每次輸出都容易比較、修改與共備。</a:t>
            </a:r>
          </a:p>
        </p:txBody>
      </p:sp>
      <p:sp>
        <p:nvSpPr>
          <p:cNvPr id="13" name="text-586">
            <a:extLst xmlns:a="http://schemas.openxmlformats.org/drawingml/2006/main">
              <a:ext uri="{FF2B5EF4-FFF2-40B4-BE49-F238E27FC236}">
                <a16:creationId xmlns:a16="http://schemas.microsoft.com/office/drawing/2014/main" id="{866462F9-F5D2-4AAA-A00C-DA6A8087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c425c284904497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141800666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365">
            <a:extLst xmlns:a="http://schemas.openxmlformats.org/drawingml/2006/main">
              <a:ext uri="{FF2B5EF4-FFF2-40B4-BE49-F238E27FC236}">
                <a16:creationId xmlns:a16="http://schemas.microsoft.com/office/drawing/2014/main" id="{43B8A240-22B2-4338-97B9-647278D8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366">
            <a:extLst xmlns:a="http://schemas.openxmlformats.org/drawingml/2006/main">
              <a:ext uri="{FF2B5EF4-FFF2-40B4-BE49-F238E27FC236}">
                <a16:creationId xmlns:a16="http://schemas.microsoft.com/office/drawing/2014/main" id="{09F4E64A-1D34-4C82-8BB1-0CB1F5A0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實作二｜建立並壓力測試專屬 Gem</a:t>
            </a:r>
          </a:p>
        </p:txBody>
      </p:sp>
      <p:cxnSp>
        <p:nvCxnSpPr>
          <p:cNvPr id="22" name="shape-3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8">
            <a:extLst xmlns:a="http://schemas.openxmlformats.org/drawingml/2006/main">
              <a:ext uri="{FF2B5EF4-FFF2-40B4-BE49-F238E27FC236}">
                <a16:creationId xmlns:a16="http://schemas.microsoft.com/office/drawing/2014/main" id="{07D6B6FD-E788-4BCD-8E7A-3EA40A70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D252009-C13D-4882-ABF4-C4576C72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text-369">
            <a:extLst xmlns:a="http://schemas.openxmlformats.org/drawingml/2006/main">
              <a:ext uri="{FF2B5EF4-FFF2-40B4-BE49-F238E27FC236}">
                <a16:creationId xmlns:a16="http://schemas.microsoft.com/office/drawing/2014/main" id="{3380018F-445A-4EC2-B486-1380B910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70">
            <a:extLst xmlns:a="http://schemas.openxmlformats.org/drawingml/2006/main">
              <a:ext uri="{FF2B5EF4-FFF2-40B4-BE49-F238E27FC236}">
                <a16:creationId xmlns:a16="http://schemas.microsoft.com/office/drawing/2014/main" id="{BBBCDA03-5149-4DE0-A02F-319D4B93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71">
            <a:extLst xmlns:a="http://schemas.openxmlformats.org/drawingml/2006/main">
              <a:ext uri="{FF2B5EF4-FFF2-40B4-BE49-F238E27FC236}">
                <a16:creationId xmlns:a16="http://schemas.microsoft.com/office/drawing/2014/main" id="{8D88C503-53CC-404F-AC7E-533A9D29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72">
            <a:extLst xmlns:a="http://schemas.openxmlformats.org/drawingml/2006/main">
              <a:ext uri="{FF2B5EF4-FFF2-40B4-BE49-F238E27FC236}">
                <a16:creationId xmlns:a16="http://schemas.microsoft.com/office/drawing/2014/main" id="{63D66B32-41F3-4F47-8A84-C2801586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用四格完成 Gem 指令</a:t>
            </a:r>
          </a:p>
        </p:txBody>
      </p:sp>
      <p:sp>
        <p:nvSpPr>
          <p:cNvPr id="10" name="text-373">
            <a:extLst xmlns:a="http://schemas.openxmlformats.org/drawingml/2006/main">
              <a:ext uri="{FF2B5EF4-FFF2-40B4-BE49-F238E27FC236}">
                <a16:creationId xmlns:a16="http://schemas.microsoft.com/office/drawing/2014/main" id="{C0F7ECA4-48CD-402A-BE86-F02DF4F2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74">
            <a:extLst xmlns:a="http://schemas.openxmlformats.org/drawingml/2006/main">
              <a:ext uri="{FF2B5EF4-FFF2-40B4-BE49-F238E27FC236}">
                <a16:creationId xmlns:a16="http://schemas.microsoft.com/office/drawing/2014/main" id="{6E206F57-A1B1-44D7-B76E-A1383D32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加入必要的課程背景檔案</a:t>
            </a:r>
          </a:p>
        </p:txBody>
      </p:sp>
      <p:sp>
        <p:nvSpPr>
          <p:cNvPr id="12" name="text-375">
            <a:extLst xmlns:a="http://schemas.openxmlformats.org/drawingml/2006/main">
              <a:ext uri="{FF2B5EF4-FFF2-40B4-BE49-F238E27FC236}">
                <a16:creationId xmlns:a16="http://schemas.microsoft.com/office/drawing/2014/main" id="{628C1D35-C305-472C-B445-D3358A68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76">
            <a:extLst xmlns:a="http://schemas.openxmlformats.org/drawingml/2006/main">
              <a:ext uri="{FF2B5EF4-FFF2-40B4-BE49-F238E27FC236}">
                <a16:creationId xmlns:a16="http://schemas.microsoft.com/office/drawing/2014/main" id="{B885FD42-3429-45A3-B6B6-A57D34B1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</a:t>
            </a:r>
          </a:p>
        </p:txBody>
      </p:sp>
      <p:sp>
        <p:nvSpPr>
          <p:cNvPr id="14" name="text-377">
            <a:extLst xmlns:a="http://schemas.openxmlformats.org/drawingml/2006/main">
              <a:ext uri="{FF2B5EF4-FFF2-40B4-BE49-F238E27FC236}">
                <a16:creationId xmlns:a16="http://schemas.microsoft.com/office/drawing/2014/main" id="{CB1D897D-0C16-491B-AC2A-ECF7015F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78">
            <a:extLst xmlns:a="http://schemas.openxmlformats.org/drawingml/2006/main">
              <a:ext uri="{FF2B5EF4-FFF2-40B4-BE49-F238E27FC236}">
                <a16:creationId xmlns:a16="http://schemas.microsoft.com/office/drawing/2014/main" id="{9ED204DC-93B3-4D50-8DB5-6E16E40A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用模糊或越界案例再測一次</a:t>
            </a:r>
          </a:p>
        </p:txBody>
      </p:sp>
      <p:sp>
        <p:nvSpPr>
          <p:cNvPr id="16" name="shape-379">
            <a:extLst xmlns:a="http://schemas.openxmlformats.org/drawingml/2006/main">
              <a:ext uri="{FF2B5EF4-FFF2-40B4-BE49-F238E27FC236}">
                <a16:creationId xmlns:a16="http://schemas.microsoft.com/office/drawing/2014/main" id="{D7872D45-0DF1-49AD-9818-060FC7CD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80">
            <a:extLst xmlns:a="http://schemas.openxmlformats.org/drawingml/2006/main">
              <a:ext uri="{FF2B5EF4-FFF2-40B4-BE49-F238E27FC236}">
                <a16:creationId xmlns:a16="http://schemas.microsoft.com/office/drawing/2014/main" id="{06356F2E-A15B-405B-94FE-DC45127F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81">
            <a:extLst xmlns:a="http://schemas.openxmlformats.org/drawingml/2006/main">
              <a:ext uri="{FF2B5EF4-FFF2-40B4-BE49-F238E27FC236}">
                <a16:creationId xmlns:a16="http://schemas.microsoft.com/office/drawing/2014/main" id="{72E7E164-D83C-4CBA-997E-AA7B0015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名稱說明用途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不捏造課程事實</a:t>
            </a:r>
          </a:p>
        </p:txBody>
      </p:sp>
      <p:sp>
        <p:nvSpPr>
          <p:cNvPr id="19" name="text-587">
            <a:extLst xmlns:a="http://schemas.openxmlformats.org/drawingml/2006/main">
              <a:ext uri="{FF2B5EF4-FFF2-40B4-BE49-F238E27FC236}">
                <a16:creationId xmlns:a16="http://schemas.microsoft.com/office/drawing/2014/main" id="{C7AB60C9-08C8-42DA-B3DB-CA6D9851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18b132b34e42da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211431177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382">
            <a:extLst xmlns:a="http://schemas.openxmlformats.org/drawingml/2006/main">
              <a:ext uri="{FF2B5EF4-FFF2-40B4-BE49-F238E27FC236}">
                <a16:creationId xmlns:a16="http://schemas.microsoft.com/office/drawing/2014/main" id="{5E90A001-2840-4FA6-B7AD-7021F435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text-383">
            <a:extLst xmlns:a="http://schemas.openxmlformats.org/drawingml/2006/main">
              <a:ext uri="{FF2B5EF4-FFF2-40B4-BE49-F238E27FC236}">
                <a16:creationId xmlns:a16="http://schemas.microsoft.com/office/drawing/2014/main" id="{125B974C-C73F-4832-B31A-4C1DAE3E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5" name="shape-3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85">
            <a:extLst xmlns:a="http://schemas.openxmlformats.org/drawingml/2006/main">
              <a:ext uri="{FF2B5EF4-FFF2-40B4-BE49-F238E27FC236}">
                <a16:creationId xmlns:a16="http://schemas.microsoft.com/office/drawing/2014/main" id="{433E9596-C684-4ED2-A9D4-38CFDEDC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2F82FF1-E984-4AB5-B920-4EEC226B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386">
            <a:extLst xmlns:a="http://schemas.openxmlformats.org/drawingml/2006/main">
              <a:ext uri="{FF2B5EF4-FFF2-40B4-BE49-F238E27FC236}">
                <a16:creationId xmlns:a16="http://schemas.microsoft.com/office/drawing/2014/main" id="{9CE2215F-5C96-4902-ADA5-0A084713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87">
            <a:extLst xmlns:a="http://schemas.openxmlformats.org/drawingml/2006/main">
              <a:ext uri="{FF2B5EF4-FFF2-40B4-BE49-F238E27FC236}">
                <a16:creationId xmlns:a16="http://schemas.microsoft.com/office/drawing/2014/main" id="{09F86B42-A13F-4536-BBAF-C341397B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88">
            <a:extLst xmlns:a="http://schemas.openxmlformats.org/drawingml/2006/main">
              <a:ext uri="{FF2B5EF4-FFF2-40B4-BE49-F238E27FC236}">
                <a16:creationId xmlns:a16="http://schemas.microsoft.com/office/drawing/2014/main" id="{EA68ADE8-2CC8-480C-BA31-55EC064D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389">
            <a:extLst xmlns:a="http://schemas.openxmlformats.org/drawingml/2006/main">
              <a:ext uri="{FF2B5EF4-FFF2-40B4-BE49-F238E27FC236}">
                <a16:creationId xmlns:a16="http://schemas.microsoft.com/office/drawing/2014/main" id="{314B9D34-6995-4A4F-9FE5-66885D09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390">
            <a:extLst xmlns:a="http://schemas.openxmlformats.org/drawingml/2006/main">
              <a:ext uri="{FF2B5EF4-FFF2-40B4-BE49-F238E27FC236}">
                <a16:creationId xmlns:a16="http://schemas.microsoft.com/office/drawing/2014/main" id="{A08205DD-B0CF-40B9-A069-99CD7013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91">
            <a:extLst xmlns:a="http://schemas.openxmlformats.org/drawingml/2006/main">
              <a:ext uri="{FF2B5EF4-FFF2-40B4-BE49-F238E27FC236}">
                <a16:creationId xmlns:a16="http://schemas.microsoft.com/office/drawing/2014/main" id="{D7161ADC-DF64-4017-986D-86D96B2E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92">
            <a:extLst xmlns:a="http://schemas.openxmlformats.org/drawingml/2006/main">
              <a:ext uri="{FF2B5EF4-FFF2-40B4-BE49-F238E27FC236}">
                <a16:creationId xmlns:a16="http://schemas.microsoft.com/office/drawing/2014/main" id="{EF872B35-6FFE-4B12-BFFA-BECF309B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393">
            <a:extLst xmlns:a="http://schemas.openxmlformats.org/drawingml/2006/main">
              <a:ext uri="{FF2B5EF4-FFF2-40B4-BE49-F238E27FC236}">
                <a16:creationId xmlns:a16="http://schemas.microsoft.com/office/drawing/2014/main" id="{1D0C835B-4141-428F-AF4E-45C3C9F4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394">
            <a:extLst xmlns:a="http://schemas.openxmlformats.org/drawingml/2006/main">
              <a:ext uri="{FF2B5EF4-FFF2-40B4-BE49-F238E27FC236}">
                <a16:creationId xmlns:a16="http://schemas.microsoft.com/office/drawing/2014/main" id="{EEEC8F60-8CBA-4B00-BBF9-538B55F4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95">
            <a:extLst xmlns:a="http://schemas.openxmlformats.org/drawingml/2006/main">
              <a:ext uri="{FF2B5EF4-FFF2-40B4-BE49-F238E27FC236}">
                <a16:creationId xmlns:a16="http://schemas.microsoft.com/office/drawing/2014/main" id="{09240335-7D23-4F27-9BAE-9CAA77FE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96">
            <a:extLst xmlns:a="http://schemas.openxmlformats.org/drawingml/2006/main">
              <a:ext uri="{FF2B5EF4-FFF2-40B4-BE49-F238E27FC236}">
                <a16:creationId xmlns:a16="http://schemas.microsoft.com/office/drawing/2014/main" id="{D0FA8778-55D2-4E1C-B0A2-32B135A8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397">
            <a:extLst xmlns:a="http://schemas.openxmlformats.org/drawingml/2006/main">
              <a:ext uri="{FF2B5EF4-FFF2-40B4-BE49-F238E27FC236}">
                <a16:creationId xmlns:a16="http://schemas.microsoft.com/office/drawing/2014/main" id="{C57D41D8-970B-4183-B85F-57514645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398">
            <a:extLst xmlns:a="http://schemas.openxmlformats.org/drawingml/2006/main">
              <a:ext uri="{FF2B5EF4-FFF2-40B4-BE49-F238E27FC236}">
                <a16:creationId xmlns:a16="http://schemas.microsoft.com/office/drawing/2014/main" id="{C52B306B-7D65-4781-9D82-2EB14F13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99">
            <a:extLst xmlns:a="http://schemas.openxmlformats.org/drawingml/2006/main">
              <a:ext uri="{FF2B5EF4-FFF2-40B4-BE49-F238E27FC236}">
                <a16:creationId xmlns:a16="http://schemas.microsoft.com/office/drawing/2014/main" id="{A8A776B9-745C-4373-9A54-32E323F6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00">
            <a:extLst xmlns:a="http://schemas.openxmlformats.org/drawingml/2006/main">
              <a:ext uri="{FF2B5EF4-FFF2-40B4-BE49-F238E27FC236}">
                <a16:creationId xmlns:a16="http://schemas.microsoft.com/office/drawing/2014/main" id="{62F4A967-D2E5-40A2-A5D5-8ECE3772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401">
            <a:extLst xmlns:a="http://schemas.openxmlformats.org/drawingml/2006/main">
              <a:ext uri="{FF2B5EF4-FFF2-40B4-BE49-F238E27FC236}">
                <a16:creationId xmlns:a16="http://schemas.microsoft.com/office/drawing/2014/main" id="{E3FA15CE-577C-4A0A-AE91-50E4B605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588">
            <a:extLst xmlns:a="http://schemas.openxmlformats.org/drawingml/2006/main">
              <a:ext uri="{FF2B5EF4-FFF2-40B4-BE49-F238E27FC236}">
                <a16:creationId xmlns:a16="http://schemas.microsoft.com/office/drawing/2014/main" id="{5E9D2484-6C6D-4BB0-9AFB-9CCC00D9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06ebf94e8a741a8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156838039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402">
            <a:extLst xmlns:a="http://schemas.openxmlformats.org/drawingml/2006/main">
              <a:ext uri="{FF2B5EF4-FFF2-40B4-BE49-F238E27FC236}">
                <a16:creationId xmlns:a16="http://schemas.microsoft.com/office/drawing/2014/main" id="{3EA749C1-7E59-4B5D-AD4B-94A735D4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403">
            <a:extLst xmlns:a="http://schemas.openxmlformats.org/drawingml/2006/main">
              <a:ext uri="{FF2B5EF4-FFF2-40B4-BE49-F238E27FC236}">
                <a16:creationId xmlns:a16="http://schemas.microsoft.com/office/drawing/2014/main" id="{FF580BD2-BF56-47EB-A719-F4867DDD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404">
            <a:extLst xmlns:a="http://schemas.openxmlformats.org/drawingml/2006/main">
              <a:ext uri="{FF2B5EF4-FFF2-40B4-BE49-F238E27FC236}">
                <a16:creationId xmlns:a16="http://schemas.microsoft.com/office/drawing/2014/main" id="{AD258213-9657-439D-864D-F77E82BB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405">
            <a:extLst xmlns:a="http://schemas.openxmlformats.org/drawingml/2006/main">
              <a:ext uri="{FF2B5EF4-FFF2-40B4-BE49-F238E27FC236}">
                <a16:creationId xmlns:a16="http://schemas.microsoft.com/office/drawing/2014/main" id="{E6447723-9451-4436-AC6C-D970431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06">
            <a:extLst xmlns:a="http://schemas.openxmlformats.org/drawingml/2006/main">
              <a:ext uri="{FF2B5EF4-FFF2-40B4-BE49-F238E27FC236}">
                <a16:creationId xmlns:a16="http://schemas.microsoft.com/office/drawing/2014/main" id="{FD530974-54FF-4124-B663-293A8354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5" name="shape-4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08">
            <a:extLst xmlns:a="http://schemas.openxmlformats.org/drawingml/2006/main">
              <a:ext uri="{FF2B5EF4-FFF2-40B4-BE49-F238E27FC236}">
                <a16:creationId xmlns:a16="http://schemas.microsoft.com/office/drawing/2014/main" id="{A25E2E3C-45A5-4CD6-8748-99C84352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FCC9B46-F247-432D-88F2-DD3D3E05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9" name="text-589">
            <a:extLst xmlns:a="http://schemas.openxmlformats.org/drawingml/2006/main">
              <a:ext uri="{FF2B5EF4-FFF2-40B4-BE49-F238E27FC236}">
                <a16:creationId xmlns:a16="http://schemas.microsoft.com/office/drawing/2014/main" id="{AC00FCE6-A284-4E19-B261-37FB1F57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483823ecc0c4dea"/>
              </a:rPr>
              <a:t>開啟 Gemini Canvas ↗</a:t>
            </a:r>
          </a:p>
        </p:txBody>
      </p:sp>
    </p:spTree>
    <p:extLst>
      <p:ext uri="{BB962C8B-B14F-4D97-AF65-F5344CB8AC3E}">
        <p14:creationId xmlns:p14="http://schemas.microsoft.com/office/powerpoint/2010/main" val="170300788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09">
            <a:extLst xmlns:a="http://schemas.openxmlformats.org/drawingml/2006/main">
              <a:ext uri="{FF2B5EF4-FFF2-40B4-BE49-F238E27FC236}">
                <a16:creationId xmlns:a16="http://schemas.microsoft.com/office/drawing/2014/main" id="{79304AB1-71BD-44E8-8922-ACE6C5C5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</a:t>
            </a:r>
          </a:p>
        </p:txBody>
      </p:sp>
      <p:sp>
        <p:nvSpPr>
          <p:cNvPr id="2" name="text-410">
            <a:extLst xmlns:a="http://schemas.openxmlformats.org/drawingml/2006/main">
              <a:ext uri="{FF2B5EF4-FFF2-40B4-BE49-F238E27FC236}">
                <a16:creationId xmlns:a16="http://schemas.microsoft.com/office/drawing/2014/main" id="{327E5F7E-2743-48C3-AE1B-D2E76AF1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互動教學網站提示詞公式</a:t>
            </a:r>
          </a:p>
        </p:txBody>
      </p:sp>
      <p:cxnSp>
        <p:nvCxnSpPr>
          <p:cNvPr id="25" name="shape-41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12">
            <a:extLst xmlns:a="http://schemas.openxmlformats.org/drawingml/2006/main">
              <a:ext uri="{FF2B5EF4-FFF2-40B4-BE49-F238E27FC236}">
                <a16:creationId xmlns:a16="http://schemas.microsoft.com/office/drawing/2014/main" id="{00080A29-14F3-4976-BCAB-73BC6CA4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D819C8-D839-4E4A-83FE-3B2E7D44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413">
            <a:extLst xmlns:a="http://schemas.openxmlformats.org/drawingml/2006/main">
              <a:ext uri="{FF2B5EF4-FFF2-40B4-BE49-F238E27FC236}">
                <a16:creationId xmlns:a16="http://schemas.microsoft.com/office/drawing/2014/main" id="{6C84439E-E5E7-4F0F-A125-41B4CF9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14">
            <a:extLst xmlns:a="http://schemas.openxmlformats.org/drawingml/2006/main">
              <a:ext uri="{FF2B5EF4-FFF2-40B4-BE49-F238E27FC236}">
                <a16:creationId xmlns:a16="http://schemas.microsoft.com/office/drawing/2014/main" id="{3CA1669A-5148-47A6-8C8F-DA3F9B99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415">
            <a:extLst xmlns:a="http://schemas.openxmlformats.org/drawingml/2006/main">
              <a:ext uri="{FF2B5EF4-FFF2-40B4-BE49-F238E27FC236}">
                <a16:creationId xmlns:a16="http://schemas.microsoft.com/office/drawing/2014/main" id="{BA088BB1-A308-4E3D-B1E1-112A8E27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對象與情境</a:t>
            </a:r>
          </a:p>
        </p:txBody>
      </p:sp>
      <p:sp>
        <p:nvSpPr>
          <p:cNvPr id="9" name="text-416">
            <a:extLst xmlns:a="http://schemas.openxmlformats.org/drawingml/2006/main">
              <a:ext uri="{FF2B5EF4-FFF2-40B4-BE49-F238E27FC236}">
                <a16:creationId xmlns:a16="http://schemas.microsoft.com/office/drawing/2014/main" id="{A2961DE6-FA1F-46FD-AFA0-B50EB487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為哪一門課、哪一群學生、在哪個教學階段使用？</a:t>
            </a:r>
          </a:p>
        </p:txBody>
      </p:sp>
      <p:sp>
        <p:nvSpPr>
          <p:cNvPr id="10" name="shape-417">
            <a:extLst xmlns:a="http://schemas.openxmlformats.org/drawingml/2006/main">
              <a:ext uri="{FF2B5EF4-FFF2-40B4-BE49-F238E27FC236}">
                <a16:creationId xmlns:a16="http://schemas.microsoft.com/office/drawing/2014/main" id="{ABC71B5A-1601-4329-8C96-CC515709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18">
            <a:extLst xmlns:a="http://schemas.openxmlformats.org/drawingml/2006/main">
              <a:ext uri="{FF2B5EF4-FFF2-40B4-BE49-F238E27FC236}">
                <a16:creationId xmlns:a16="http://schemas.microsoft.com/office/drawing/2014/main" id="{69C89B46-70C0-4712-86A2-74B243F4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19">
            <a:extLst xmlns:a="http://schemas.openxmlformats.org/drawingml/2006/main">
              <a:ext uri="{FF2B5EF4-FFF2-40B4-BE49-F238E27FC236}">
                <a16:creationId xmlns:a16="http://schemas.microsoft.com/office/drawing/2014/main" id="{F82E53D9-03EC-4042-A41D-64F4B177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學習任務</a:t>
            </a:r>
          </a:p>
        </p:txBody>
      </p:sp>
      <p:sp>
        <p:nvSpPr>
          <p:cNvPr id="13" name="text-420">
            <a:extLst xmlns:a="http://schemas.openxmlformats.org/drawingml/2006/main">
              <a:ext uri="{FF2B5EF4-FFF2-40B4-BE49-F238E27FC236}">
                <a16:creationId xmlns:a16="http://schemas.microsoft.com/office/drawing/2014/main" id="{0E2D1751-57E7-493A-96AB-5B3F7868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學生要比較、排序、模擬、練習或做決策？</a:t>
            </a:r>
          </a:p>
        </p:txBody>
      </p:sp>
      <p:sp>
        <p:nvSpPr>
          <p:cNvPr id="14" name="shape-421">
            <a:extLst xmlns:a="http://schemas.openxmlformats.org/drawingml/2006/main">
              <a:ext uri="{FF2B5EF4-FFF2-40B4-BE49-F238E27FC236}">
                <a16:creationId xmlns:a16="http://schemas.microsoft.com/office/drawing/2014/main" id="{F2E2659D-C986-425C-A9CC-02D45A41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22">
            <a:extLst xmlns:a="http://schemas.openxmlformats.org/drawingml/2006/main">
              <a:ext uri="{FF2B5EF4-FFF2-40B4-BE49-F238E27FC236}">
                <a16:creationId xmlns:a16="http://schemas.microsoft.com/office/drawing/2014/main" id="{9F23F336-FCD0-42FB-B7D9-41F83C4E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423">
            <a:extLst xmlns:a="http://schemas.openxmlformats.org/drawingml/2006/main">
              <a:ext uri="{FF2B5EF4-FFF2-40B4-BE49-F238E27FC236}">
                <a16:creationId xmlns:a16="http://schemas.microsoft.com/office/drawing/2014/main" id="{850911B8-6D58-471B-BBB1-E76C3BE2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互動與回饋</a:t>
            </a:r>
          </a:p>
        </p:txBody>
      </p:sp>
      <p:sp>
        <p:nvSpPr>
          <p:cNvPr id="17" name="text-424">
            <a:extLst xmlns:a="http://schemas.openxmlformats.org/drawingml/2006/main">
              <a:ext uri="{FF2B5EF4-FFF2-40B4-BE49-F238E27FC236}">
                <a16:creationId xmlns:a16="http://schemas.microsoft.com/office/drawing/2014/main" id="{C09D3526-B837-41FB-95D2-78FF46D2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點擊後會發生什麼？如何看見正確、進步或提示？</a:t>
            </a:r>
          </a:p>
        </p:txBody>
      </p:sp>
      <p:sp>
        <p:nvSpPr>
          <p:cNvPr id="18" name="shape-425">
            <a:extLst xmlns:a="http://schemas.openxmlformats.org/drawingml/2006/main">
              <a:ext uri="{FF2B5EF4-FFF2-40B4-BE49-F238E27FC236}">
                <a16:creationId xmlns:a16="http://schemas.microsoft.com/office/drawing/2014/main" id="{59FBC011-A526-41C4-9C48-921AEF3B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26">
            <a:extLst xmlns:a="http://schemas.openxmlformats.org/drawingml/2006/main">
              <a:ext uri="{FF2B5EF4-FFF2-40B4-BE49-F238E27FC236}">
                <a16:creationId xmlns:a16="http://schemas.microsoft.com/office/drawing/2014/main" id="{48604218-6614-463A-8561-682EC1DD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427">
            <a:extLst xmlns:a="http://schemas.openxmlformats.org/drawingml/2006/main">
              <a:ext uri="{FF2B5EF4-FFF2-40B4-BE49-F238E27FC236}">
                <a16:creationId xmlns:a16="http://schemas.microsoft.com/office/drawing/2014/main" id="{4CC2E84A-BBA5-4899-B6C7-4339AE5E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限制與驗收</a:t>
            </a:r>
          </a:p>
        </p:txBody>
      </p:sp>
      <p:sp>
        <p:nvSpPr>
          <p:cNvPr id="21" name="text-428">
            <a:extLst xmlns:a="http://schemas.openxmlformats.org/drawingml/2006/main">
              <a:ext uri="{FF2B5EF4-FFF2-40B4-BE49-F238E27FC236}">
                <a16:creationId xmlns:a16="http://schemas.microsoft.com/office/drawing/2014/main" id="{5F0E9AAF-9651-4501-944A-27A637F7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單檔、RWD、繁中、無個資、手機可用，並列測試清單。</a:t>
            </a:r>
          </a:p>
        </p:txBody>
      </p:sp>
      <p:sp>
        <p:nvSpPr>
          <p:cNvPr id="22" name="text-590">
            <a:extLst xmlns:a="http://schemas.openxmlformats.org/drawingml/2006/main">
              <a:ext uri="{FF2B5EF4-FFF2-40B4-BE49-F238E27FC236}">
                <a16:creationId xmlns:a16="http://schemas.microsoft.com/office/drawing/2014/main" id="{E8B1508E-A53D-4C68-A40D-D268EF4B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0a1401f8104854"/>
              </a:rPr>
              <a:t>開啟 Gemini Canvas ↗</a:t>
            </a:r>
          </a:p>
        </p:txBody>
      </p:sp>
    </p:spTree>
    <p:extLst>
      <p:ext uri="{BB962C8B-B14F-4D97-AF65-F5344CB8AC3E}">
        <p14:creationId xmlns:p14="http://schemas.microsoft.com/office/powerpoint/2010/main" val="171029471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29">
            <a:extLst xmlns:a="http://schemas.openxmlformats.org/drawingml/2006/main">
              <a:ext uri="{FF2B5EF4-FFF2-40B4-BE49-F238E27FC236}">
                <a16:creationId xmlns:a16="http://schemas.microsoft.com/office/drawing/2014/main" id="{ABD745A4-7E2F-4A61-BF1F-834F87CF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BUILD LOOP</a:t>
            </a:r>
          </a:p>
        </p:txBody>
      </p:sp>
      <p:sp>
        <p:nvSpPr>
          <p:cNvPr id="2" name="text-430">
            <a:extLst xmlns:a="http://schemas.openxmlformats.org/drawingml/2006/main">
              <a:ext uri="{FF2B5EF4-FFF2-40B4-BE49-F238E27FC236}">
                <a16:creationId xmlns:a16="http://schemas.microsoft.com/office/drawing/2014/main" id="{19DC26EC-B113-4ADC-9504-32487DDA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建置循環：不要停在第一次生成</a:t>
            </a:r>
          </a:p>
        </p:txBody>
      </p:sp>
      <p:cxnSp>
        <p:nvCxnSpPr>
          <p:cNvPr id="25" name="shape-4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2">
            <a:extLst xmlns:a="http://schemas.openxmlformats.org/drawingml/2006/main">
              <a:ext uri="{FF2B5EF4-FFF2-40B4-BE49-F238E27FC236}">
                <a16:creationId xmlns:a16="http://schemas.microsoft.com/office/drawing/2014/main" id="{EB96E323-B0DE-4C92-AEA1-F9F819A2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10B942-51D3-4440-B51F-8CA684F7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text-433">
            <a:extLst xmlns:a="http://schemas.openxmlformats.org/drawingml/2006/main">
              <a:ext uri="{FF2B5EF4-FFF2-40B4-BE49-F238E27FC236}">
                <a16:creationId xmlns:a16="http://schemas.microsoft.com/office/drawing/2014/main" id="{92822B4B-CC96-4C17-819A-2FDBB8B2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434">
            <a:extLst xmlns:a="http://schemas.openxmlformats.org/drawingml/2006/main">
              <a:ext uri="{FF2B5EF4-FFF2-40B4-BE49-F238E27FC236}">
                <a16:creationId xmlns:a16="http://schemas.microsoft.com/office/drawing/2014/main" id="{88D21F1D-E41E-423D-BCF8-29E25DBB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8" name="text-435">
            <a:extLst xmlns:a="http://schemas.openxmlformats.org/drawingml/2006/main">
              <a:ext uri="{FF2B5EF4-FFF2-40B4-BE49-F238E27FC236}">
                <a16:creationId xmlns:a16="http://schemas.microsoft.com/office/drawing/2014/main" id="{51DF947B-FF0C-4508-8C26-1E9A4BA2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先做最小可用版</a:t>
            </a:r>
          </a:p>
        </p:txBody>
      </p:sp>
      <p:sp>
        <p:nvSpPr>
          <p:cNvPr id="9" name="text-436">
            <a:extLst xmlns:a="http://schemas.openxmlformats.org/drawingml/2006/main">
              <a:ext uri="{FF2B5EF4-FFF2-40B4-BE49-F238E27FC236}">
                <a16:creationId xmlns:a16="http://schemas.microsoft.com/office/drawing/2014/main" id="{7E708153-70F7-44F9-A1D9-A71F265A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437">
            <a:extLst xmlns:a="http://schemas.openxmlformats.org/drawingml/2006/main">
              <a:ext uri="{FF2B5EF4-FFF2-40B4-BE49-F238E27FC236}">
                <a16:creationId xmlns:a16="http://schemas.microsoft.com/office/drawing/2014/main" id="{5394B20C-1DE5-4326-A7D3-8D6E9E6D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38">
            <a:extLst xmlns:a="http://schemas.openxmlformats.org/drawingml/2006/main">
              <a:ext uri="{FF2B5EF4-FFF2-40B4-BE49-F238E27FC236}">
                <a16:creationId xmlns:a16="http://schemas.microsoft.com/office/drawing/2014/main" id="{246EE552-69E9-4DB3-BD63-27E1CAF3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12" name="text-439">
            <a:extLst xmlns:a="http://schemas.openxmlformats.org/drawingml/2006/main">
              <a:ext uri="{FF2B5EF4-FFF2-40B4-BE49-F238E27FC236}">
                <a16:creationId xmlns:a16="http://schemas.microsoft.com/office/drawing/2014/main" id="{AAE97FE3-7567-45AB-A8A7-86112291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實際點完學生路徑</a:t>
            </a:r>
          </a:p>
        </p:txBody>
      </p:sp>
      <p:sp>
        <p:nvSpPr>
          <p:cNvPr id="13" name="text-440">
            <a:extLst xmlns:a="http://schemas.openxmlformats.org/drawingml/2006/main">
              <a:ext uri="{FF2B5EF4-FFF2-40B4-BE49-F238E27FC236}">
                <a16:creationId xmlns:a16="http://schemas.microsoft.com/office/drawing/2014/main" id="{06DAF572-ADBC-4047-A872-3FF68432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441">
            <a:extLst xmlns:a="http://schemas.openxmlformats.org/drawingml/2006/main">
              <a:ext uri="{FF2B5EF4-FFF2-40B4-BE49-F238E27FC236}">
                <a16:creationId xmlns:a16="http://schemas.microsoft.com/office/drawing/2014/main" id="{5488CE41-48EB-48D4-B9DD-EDD04159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442">
            <a:extLst xmlns:a="http://schemas.openxmlformats.org/drawingml/2006/main">
              <a:ext uri="{FF2B5EF4-FFF2-40B4-BE49-F238E27FC236}">
                <a16:creationId xmlns:a16="http://schemas.microsoft.com/office/drawing/2014/main" id="{B4FE8EB6-AF93-426F-B932-F997DF6A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檢查</a:t>
            </a:r>
          </a:p>
        </p:txBody>
      </p:sp>
      <p:sp>
        <p:nvSpPr>
          <p:cNvPr id="16" name="text-443">
            <a:extLst xmlns:a="http://schemas.openxmlformats.org/drawingml/2006/main">
              <a:ext uri="{FF2B5EF4-FFF2-40B4-BE49-F238E27FC236}">
                <a16:creationId xmlns:a16="http://schemas.microsoft.com/office/drawing/2014/main" id="{DF90FF87-B1FC-49D3-8021-3F3396E9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看程式、錯誤與紀錄</a:t>
            </a:r>
          </a:p>
        </p:txBody>
      </p:sp>
      <p:sp>
        <p:nvSpPr>
          <p:cNvPr id="17" name="text-444">
            <a:extLst xmlns:a="http://schemas.openxmlformats.org/drawingml/2006/main">
              <a:ext uri="{FF2B5EF4-FFF2-40B4-BE49-F238E27FC236}">
                <a16:creationId xmlns:a16="http://schemas.microsoft.com/office/drawing/2014/main" id="{BEF24A16-8E93-425C-AC34-368BE9A7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445">
            <a:extLst xmlns:a="http://schemas.openxmlformats.org/drawingml/2006/main">
              <a:ext uri="{FF2B5EF4-FFF2-40B4-BE49-F238E27FC236}">
                <a16:creationId xmlns:a16="http://schemas.microsoft.com/office/drawing/2014/main" id="{8304CAC6-D896-477D-8570-981CE32B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446">
            <a:extLst xmlns:a="http://schemas.openxmlformats.org/drawingml/2006/main">
              <a:ext uri="{FF2B5EF4-FFF2-40B4-BE49-F238E27FC236}">
                <a16:creationId xmlns:a16="http://schemas.microsoft.com/office/drawing/2014/main" id="{CC4065A7-708F-4FE0-B86B-A59A2A2E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0" name="text-447">
            <a:extLst xmlns:a="http://schemas.openxmlformats.org/drawingml/2006/main">
              <a:ext uri="{FF2B5EF4-FFF2-40B4-BE49-F238E27FC236}">
                <a16:creationId xmlns:a16="http://schemas.microsoft.com/office/drawing/2014/main" id="{1F9E4C8D-3A9C-428B-9CED-CF48C207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一次只修一類問題</a:t>
            </a:r>
          </a:p>
        </p:txBody>
      </p:sp>
      <p:sp>
        <p:nvSpPr>
          <p:cNvPr id="21" name="text-448">
            <a:extLst xmlns:a="http://schemas.openxmlformats.org/drawingml/2006/main">
              <a:ext uri="{FF2B5EF4-FFF2-40B4-BE49-F238E27FC236}">
                <a16:creationId xmlns:a16="http://schemas.microsoft.com/office/drawing/2014/main" id="{837691CA-0F29-4932-B1B5-6A9BB3DB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591">
            <a:extLst xmlns:a="http://schemas.openxmlformats.org/drawingml/2006/main">
              <a:ext uri="{FF2B5EF4-FFF2-40B4-BE49-F238E27FC236}">
                <a16:creationId xmlns:a16="http://schemas.microsoft.com/office/drawing/2014/main" id="{11CB60AF-F44F-43FD-AD6F-85FA95E7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2e9eb778b3747d9"/>
              </a:rPr>
              <a:t>開啟 Gemini Canvas ↗</a:t>
            </a:r>
          </a:p>
        </p:txBody>
      </p:sp>
    </p:spTree>
    <p:extLst>
      <p:ext uri="{BB962C8B-B14F-4D97-AF65-F5344CB8AC3E}">
        <p14:creationId xmlns:p14="http://schemas.microsoft.com/office/powerpoint/2010/main" val="88562288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449">
            <a:extLst xmlns:a="http://schemas.openxmlformats.org/drawingml/2006/main">
              <a:ext uri="{FF2B5EF4-FFF2-40B4-BE49-F238E27FC236}">
                <a16:creationId xmlns:a16="http://schemas.microsoft.com/office/drawing/2014/main" id="{09D9E2ED-9CDB-4A1B-9763-7D8BF838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450">
            <a:extLst xmlns:a="http://schemas.openxmlformats.org/drawingml/2006/main">
              <a:ext uri="{FF2B5EF4-FFF2-40B4-BE49-F238E27FC236}">
                <a16:creationId xmlns:a16="http://schemas.microsoft.com/office/drawing/2014/main" id="{F6BD019A-53E3-47C9-8BA7-2A28518E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實作三｜做出一個互動教學原型</a:t>
            </a:r>
          </a:p>
        </p:txBody>
      </p:sp>
      <p:cxnSp>
        <p:nvCxnSpPr>
          <p:cNvPr id="22" name="shape-4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52">
            <a:extLst xmlns:a="http://schemas.openxmlformats.org/drawingml/2006/main">
              <a:ext uri="{FF2B5EF4-FFF2-40B4-BE49-F238E27FC236}">
                <a16:creationId xmlns:a16="http://schemas.microsoft.com/office/drawing/2014/main" id="{062ACF15-09F4-4CC1-A5F0-BEA2BF77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4D4CC00-C4AB-4814-A155-4C443F01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text-453">
            <a:extLst xmlns:a="http://schemas.openxmlformats.org/drawingml/2006/main">
              <a:ext uri="{FF2B5EF4-FFF2-40B4-BE49-F238E27FC236}">
                <a16:creationId xmlns:a16="http://schemas.microsoft.com/office/drawing/2014/main" id="{D08F2281-C001-4CB0-8AF8-96F6F306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54">
            <a:extLst xmlns:a="http://schemas.openxmlformats.org/drawingml/2006/main">
              <a:ext uri="{FF2B5EF4-FFF2-40B4-BE49-F238E27FC236}">
                <a16:creationId xmlns:a16="http://schemas.microsoft.com/office/drawing/2014/main" id="{59F5E1F3-EF99-4876-AE98-1665F67C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55">
            <a:extLst xmlns:a="http://schemas.openxmlformats.org/drawingml/2006/main">
              <a:ext uri="{FF2B5EF4-FFF2-40B4-BE49-F238E27FC236}">
                <a16:creationId xmlns:a16="http://schemas.microsoft.com/office/drawing/2014/main" id="{61F2E1C8-AA16-45B1-8B1F-55EA1BE0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56">
            <a:extLst xmlns:a="http://schemas.openxmlformats.org/drawingml/2006/main">
              <a:ext uri="{FF2B5EF4-FFF2-40B4-BE49-F238E27FC236}">
                <a16:creationId xmlns:a16="http://schemas.microsoft.com/office/drawing/2014/main" id="{4CE73AF7-85A2-4DD9-A0B0-A7562542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貼入提示詞公式與核心內容</a:t>
            </a:r>
          </a:p>
        </p:txBody>
      </p:sp>
      <p:sp>
        <p:nvSpPr>
          <p:cNvPr id="10" name="text-457">
            <a:extLst xmlns:a="http://schemas.openxmlformats.org/drawingml/2006/main">
              <a:ext uri="{FF2B5EF4-FFF2-40B4-BE49-F238E27FC236}">
                <a16:creationId xmlns:a16="http://schemas.microsoft.com/office/drawing/2014/main" id="{2FB21F0D-D15E-4FDA-BBCF-0023125F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58">
            <a:extLst xmlns:a="http://schemas.openxmlformats.org/drawingml/2006/main">
              <a:ext uri="{FF2B5EF4-FFF2-40B4-BE49-F238E27FC236}">
                <a16:creationId xmlns:a16="http://schemas.microsoft.com/office/drawing/2014/main" id="{8CFE4CAF-8D54-409E-94AB-6FDCBDC6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產生第一版並完整操作</a:t>
            </a:r>
          </a:p>
        </p:txBody>
      </p:sp>
      <p:sp>
        <p:nvSpPr>
          <p:cNvPr id="12" name="text-459">
            <a:extLst xmlns:a="http://schemas.openxmlformats.org/drawingml/2006/main">
              <a:ext uri="{FF2B5EF4-FFF2-40B4-BE49-F238E27FC236}">
                <a16:creationId xmlns:a16="http://schemas.microsoft.com/office/drawing/2014/main" id="{F6289C2E-4BE7-4E8A-BC86-9A0CF876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60">
            <a:extLst xmlns:a="http://schemas.openxmlformats.org/drawingml/2006/main">
              <a:ext uri="{FF2B5EF4-FFF2-40B4-BE49-F238E27FC236}">
                <a16:creationId xmlns:a16="http://schemas.microsoft.com/office/drawing/2014/main" id="{3C1E5F9D-ACEA-4852-BD86-B070898D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請同組夥伴扮演學生測試</a:t>
            </a:r>
          </a:p>
        </p:txBody>
      </p:sp>
      <p:sp>
        <p:nvSpPr>
          <p:cNvPr id="14" name="text-461">
            <a:extLst xmlns:a="http://schemas.openxmlformats.org/drawingml/2006/main">
              <a:ext uri="{FF2B5EF4-FFF2-40B4-BE49-F238E27FC236}">
                <a16:creationId xmlns:a16="http://schemas.microsoft.com/office/drawing/2014/main" id="{492FE694-41F7-4CCD-AB7C-8D29D2A4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62">
            <a:extLst xmlns:a="http://schemas.openxmlformats.org/drawingml/2006/main">
              <a:ext uri="{FF2B5EF4-FFF2-40B4-BE49-F238E27FC236}">
                <a16:creationId xmlns:a16="http://schemas.microsoft.com/office/drawing/2014/main" id="{88D1D04F-2F22-4858-914E-8CC985E8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根據一項具體問題修改第二版</a:t>
            </a:r>
          </a:p>
        </p:txBody>
      </p:sp>
      <p:sp>
        <p:nvSpPr>
          <p:cNvPr id="16" name="shape-463">
            <a:extLst xmlns:a="http://schemas.openxmlformats.org/drawingml/2006/main">
              <a:ext uri="{FF2B5EF4-FFF2-40B4-BE49-F238E27FC236}">
                <a16:creationId xmlns:a16="http://schemas.microsoft.com/office/drawing/2014/main" id="{4866BD75-E0C5-41A0-B2AE-33D1F7B8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64">
            <a:extLst xmlns:a="http://schemas.openxmlformats.org/drawingml/2006/main">
              <a:ext uri="{FF2B5EF4-FFF2-40B4-BE49-F238E27FC236}">
                <a16:creationId xmlns:a16="http://schemas.microsoft.com/office/drawing/2014/main" id="{9E6A8262-B4C1-4104-9E22-AFE701B7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65">
            <a:extLst xmlns:a="http://schemas.openxmlformats.org/drawingml/2006/main">
              <a:ext uri="{FF2B5EF4-FFF2-40B4-BE49-F238E27FC236}">
                <a16:creationId xmlns:a16="http://schemas.microsoft.com/office/drawing/2014/main" id="{7D866EDD-4DB2-4503-A64F-94D0A6BB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至少一個互動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有清楚回饋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手機寬度可操作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沒有學生個資</a:t>
            </a:r>
          </a:p>
        </p:txBody>
      </p:sp>
      <p:sp>
        <p:nvSpPr>
          <p:cNvPr id="19" name="text-592">
            <a:extLst xmlns:a="http://schemas.openxmlformats.org/drawingml/2006/main">
              <a:ext uri="{FF2B5EF4-FFF2-40B4-BE49-F238E27FC236}">
                <a16:creationId xmlns:a16="http://schemas.microsoft.com/office/drawing/2014/main" id="{ACEE5B90-806D-4A5E-9914-72BB0BE2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3fc3dfd545e4e2d"/>
              </a:rPr>
              <a:t>開啟 Gemini Canvas ↗</a:t>
            </a:r>
          </a:p>
        </p:txBody>
      </p:sp>
    </p:spTree>
    <p:extLst>
      <p:ext uri="{BB962C8B-B14F-4D97-AF65-F5344CB8AC3E}">
        <p14:creationId xmlns:p14="http://schemas.microsoft.com/office/powerpoint/2010/main" val="147501210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66">
            <a:extLst xmlns:a="http://schemas.openxmlformats.org/drawingml/2006/main">
              <a:ext uri="{FF2B5EF4-FFF2-40B4-BE49-F238E27FC236}">
                <a16:creationId xmlns:a16="http://schemas.microsoft.com/office/drawing/2014/main" id="{8FBEB479-4CEE-4B34-86DC-158EF5F0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text-467">
            <a:extLst xmlns:a="http://schemas.openxmlformats.org/drawingml/2006/main">
              <a:ext uri="{FF2B5EF4-FFF2-40B4-BE49-F238E27FC236}">
                <a16:creationId xmlns:a16="http://schemas.microsoft.com/office/drawing/2014/main" id="{AE00FACB-83C4-4779-A7CE-0C4C54A1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25" name="shape-4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69">
            <a:extLst xmlns:a="http://schemas.openxmlformats.org/drawingml/2006/main">
              <a:ext uri="{FF2B5EF4-FFF2-40B4-BE49-F238E27FC236}">
                <a16:creationId xmlns:a16="http://schemas.microsoft.com/office/drawing/2014/main" id="{50EDA31B-87F4-44FC-BFBB-D5A0503B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7C56A40-F304-4A27-BA55-FE9B1693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470">
            <a:extLst xmlns:a="http://schemas.openxmlformats.org/drawingml/2006/main">
              <a:ext uri="{FF2B5EF4-FFF2-40B4-BE49-F238E27FC236}">
                <a16:creationId xmlns:a16="http://schemas.microsoft.com/office/drawing/2014/main" id="{A0AFF9C0-4160-4781-BAB8-9A2E9E53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71">
            <a:extLst xmlns:a="http://schemas.openxmlformats.org/drawingml/2006/main">
              <a:ext uri="{FF2B5EF4-FFF2-40B4-BE49-F238E27FC236}">
                <a16:creationId xmlns:a16="http://schemas.microsoft.com/office/drawing/2014/main" id="{7EC29F99-0DF6-457A-A05D-57724BAE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72">
            <a:extLst xmlns:a="http://schemas.openxmlformats.org/drawingml/2006/main">
              <a:ext uri="{FF2B5EF4-FFF2-40B4-BE49-F238E27FC236}">
                <a16:creationId xmlns:a16="http://schemas.microsoft.com/office/drawing/2014/main" id="{458ED500-4F9A-4009-84BE-2CEFE308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473">
            <a:extLst xmlns:a="http://schemas.openxmlformats.org/drawingml/2006/main">
              <a:ext uri="{FF2B5EF4-FFF2-40B4-BE49-F238E27FC236}">
                <a16:creationId xmlns:a16="http://schemas.microsoft.com/office/drawing/2014/main" id="{8E9AF581-F97A-47DD-92D0-C498F37F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474">
            <a:extLst xmlns:a="http://schemas.openxmlformats.org/drawingml/2006/main">
              <a:ext uri="{FF2B5EF4-FFF2-40B4-BE49-F238E27FC236}">
                <a16:creationId xmlns:a16="http://schemas.microsoft.com/office/drawing/2014/main" id="{7D708C8A-8FEE-4922-A8C2-36CA1469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75">
            <a:extLst xmlns:a="http://schemas.openxmlformats.org/drawingml/2006/main">
              <a:ext uri="{FF2B5EF4-FFF2-40B4-BE49-F238E27FC236}">
                <a16:creationId xmlns:a16="http://schemas.microsoft.com/office/drawing/2014/main" id="{786EC530-7808-402E-9E31-1C2E610B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76">
            <a:extLst xmlns:a="http://schemas.openxmlformats.org/drawingml/2006/main">
              <a:ext uri="{FF2B5EF4-FFF2-40B4-BE49-F238E27FC236}">
                <a16:creationId xmlns:a16="http://schemas.microsoft.com/office/drawing/2014/main" id="{9FB4E767-261D-4AE1-A0EE-02EA58A1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477">
            <a:extLst xmlns:a="http://schemas.openxmlformats.org/drawingml/2006/main">
              <a:ext uri="{FF2B5EF4-FFF2-40B4-BE49-F238E27FC236}">
                <a16:creationId xmlns:a16="http://schemas.microsoft.com/office/drawing/2014/main" id="{1478ED00-68EE-4E4B-ACE5-7DA932A3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478">
            <a:extLst xmlns:a="http://schemas.openxmlformats.org/drawingml/2006/main">
              <a:ext uri="{FF2B5EF4-FFF2-40B4-BE49-F238E27FC236}">
                <a16:creationId xmlns:a16="http://schemas.microsoft.com/office/drawing/2014/main" id="{100021DE-FA0A-4C02-9680-A478956A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79">
            <a:extLst xmlns:a="http://schemas.openxmlformats.org/drawingml/2006/main">
              <a:ext uri="{FF2B5EF4-FFF2-40B4-BE49-F238E27FC236}">
                <a16:creationId xmlns:a16="http://schemas.microsoft.com/office/drawing/2014/main" id="{01CC4B65-976F-4195-BEE5-4DC4D5C3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80">
            <a:extLst xmlns:a="http://schemas.openxmlformats.org/drawingml/2006/main">
              <a:ext uri="{FF2B5EF4-FFF2-40B4-BE49-F238E27FC236}">
                <a16:creationId xmlns:a16="http://schemas.microsoft.com/office/drawing/2014/main" id="{BC01A738-F90D-4EFB-A337-66295AF3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481">
            <a:extLst xmlns:a="http://schemas.openxmlformats.org/drawingml/2006/main">
              <a:ext uri="{FF2B5EF4-FFF2-40B4-BE49-F238E27FC236}">
                <a16:creationId xmlns:a16="http://schemas.microsoft.com/office/drawing/2014/main" id="{E5231740-AAFB-4387-B45A-F44D2FCE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482">
            <a:extLst xmlns:a="http://schemas.openxmlformats.org/drawingml/2006/main">
              <a:ext uri="{FF2B5EF4-FFF2-40B4-BE49-F238E27FC236}">
                <a16:creationId xmlns:a16="http://schemas.microsoft.com/office/drawing/2014/main" id="{46656C13-7C6F-4771-B891-AA66C03F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83">
            <a:extLst xmlns:a="http://schemas.openxmlformats.org/drawingml/2006/main">
              <a:ext uri="{FF2B5EF4-FFF2-40B4-BE49-F238E27FC236}">
                <a16:creationId xmlns:a16="http://schemas.microsoft.com/office/drawing/2014/main" id="{AF9813B5-35CB-437C-856B-86FC40AE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84">
            <a:extLst xmlns:a="http://schemas.openxmlformats.org/drawingml/2006/main">
              <a:ext uri="{FF2B5EF4-FFF2-40B4-BE49-F238E27FC236}">
                <a16:creationId xmlns:a16="http://schemas.microsoft.com/office/drawing/2014/main" id="{00AD3449-E220-4726-9B2D-0402A168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485">
            <a:extLst xmlns:a="http://schemas.openxmlformats.org/drawingml/2006/main">
              <a:ext uri="{FF2B5EF4-FFF2-40B4-BE49-F238E27FC236}">
                <a16:creationId xmlns:a16="http://schemas.microsoft.com/office/drawing/2014/main" id="{A5726802-BEB5-432F-A3BA-B6EF5E7F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593">
            <a:extLst xmlns:a="http://schemas.openxmlformats.org/drawingml/2006/main">
              <a:ext uri="{FF2B5EF4-FFF2-40B4-BE49-F238E27FC236}">
                <a16:creationId xmlns:a16="http://schemas.microsoft.com/office/drawing/2014/main" id="{C5A30454-B381-4E5F-A55B-503A62E9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26d05808d534ab7"/>
              </a:rPr>
              <a:t>開啟 Gemini Canvas ↗</a:t>
            </a:r>
          </a:p>
        </p:txBody>
      </p:sp>
    </p:spTree>
    <p:extLst>
      <p:ext uri="{BB962C8B-B14F-4D97-AF65-F5344CB8AC3E}">
        <p14:creationId xmlns:p14="http://schemas.microsoft.com/office/powerpoint/2010/main" val="207623044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486">
            <a:extLst xmlns:a="http://schemas.openxmlformats.org/drawingml/2006/main">
              <a:ext uri="{FF2B5EF4-FFF2-40B4-BE49-F238E27FC236}">
                <a16:creationId xmlns:a16="http://schemas.microsoft.com/office/drawing/2014/main" id="{9BFE96A5-0D36-4AAD-840F-571F354E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VS GITHUB PAGES</a:t>
            </a:r>
          </a:p>
        </p:txBody>
      </p:sp>
      <p:sp>
        <p:nvSpPr>
          <p:cNvPr id="2" name="text-487">
            <a:extLst xmlns:a="http://schemas.openxmlformats.org/drawingml/2006/main">
              <a:ext uri="{FF2B5EF4-FFF2-40B4-BE49-F238E27FC236}">
                <a16:creationId xmlns:a16="http://schemas.microsoft.com/office/drawing/2014/main" id="{5A4F2F7B-6E6D-4A1C-8E4F-D7A72FD1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1" name="shape-4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89">
            <a:extLst xmlns:a="http://schemas.openxmlformats.org/drawingml/2006/main">
              <a:ext uri="{FF2B5EF4-FFF2-40B4-BE49-F238E27FC236}">
                <a16:creationId xmlns:a16="http://schemas.microsoft.com/office/drawing/2014/main" id="{0DC9A1CF-9224-4A37-A0CA-5915C82E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31852B2-115E-4C01-B96C-B92FD437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490">
            <a:extLst xmlns:a="http://schemas.openxmlformats.org/drawingml/2006/main">
              <a:ext uri="{FF2B5EF4-FFF2-40B4-BE49-F238E27FC236}">
                <a16:creationId xmlns:a16="http://schemas.microsoft.com/office/drawing/2014/main" id="{D96AA41D-41D0-4F58-A3E0-8802495B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91">
            <a:extLst xmlns:a="http://schemas.openxmlformats.org/drawingml/2006/main">
              <a:ext uri="{FF2B5EF4-FFF2-40B4-BE49-F238E27FC236}">
                <a16:creationId xmlns:a16="http://schemas.microsoft.com/office/drawing/2014/main" id="{94EEAA89-6DA3-498C-AB5B-16EA5529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492">
            <a:extLst xmlns:a="http://schemas.openxmlformats.org/drawingml/2006/main">
              <a:ext uri="{FF2B5EF4-FFF2-40B4-BE49-F238E27FC236}">
                <a16:creationId xmlns:a16="http://schemas.microsoft.com/office/drawing/2014/main" id="{83DD9653-B9D1-49B0-A422-64F01C7D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493">
            <a:extLst xmlns:a="http://schemas.openxmlformats.org/drawingml/2006/main">
              <a:ext uri="{FF2B5EF4-FFF2-40B4-BE49-F238E27FC236}">
                <a16:creationId xmlns:a16="http://schemas.microsoft.com/office/drawing/2014/main" id="{F00C49A4-44C9-42DC-A7DF-F3B35586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拖放編輯與多人協作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可嵌入 Google 檔案與網站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494">
            <a:extLst xmlns:a="http://schemas.openxmlformats.org/drawingml/2006/main">
              <a:ext uri="{FF2B5EF4-FFF2-40B4-BE49-F238E27FC236}">
                <a16:creationId xmlns:a16="http://schemas.microsoft.com/office/drawing/2014/main" id="{5E26AE73-8E0B-4D69-BEC5-D683656E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11" name="text-495">
            <a:extLst xmlns:a="http://schemas.openxmlformats.org/drawingml/2006/main">
              <a:ext uri="{FF2B5EF4-FFF2-40B4-BE49-F238E27FC236}">
                <a16:creationId xmlns:a16="http://schemas.microsoft.com/office/drawing/2014/main" id="{316AC448-A5EE-449F-AAD6-10374C1C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 HTML／CSS／JavaScript 作品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保留版本紀錄與程式結構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可直接展示開源專案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需要理解儲存庫與發布設定</a:t>
            </a:r>
          </a:p>
        </p:txBody>
      </p:sp>
      <p:sp>
        <p:nvSpPr>
          <p:cNvPr id="12" name="text-496">
            <a:extLst xmlns:a="http://schemas.openxmlformats.org/drawingml/2006/main">
              <a:ext uri="{FF2B5EF4-FFF2-40B4-BE49-F238E27FC236}">
                <a16:creationId xmlns:a16="http://schemas.microsoft.com/office/drawing/2014/main" id="{321169E2-05D9-476C-836E-6CD64A1E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497">
            <a:extLst xmlns:a="http://schemas.openxmlformats.org/drawingml/2006/main">
              <a:ext uri="{FF2B5EF4-FFF2-40B4-BE49-F238E27FC236}">
                <a16:creationId xmlns:a16="http://schemas.microsoft.com/office/drawing/2014/main" id="{005A61E8-016F-469F-8D12-19943A9D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498">
            <a:extLst xmlns:a="http://schemas.openxmlformats.org/drawingml/2006/main">
              <a:ext uri="{FF2B5EF4-FFF2-40B4-BE49-F238E27FC236}">
                <a16:creationId xmlns:a16="http://schemas.microsoft.com/office/drawing/2014/main" id="{89010493-2338-4006-8DB4-34EC33DF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33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499">
            <a:extLst xmlns:a="http://schemas.openxmlformats.org/drawingml/2006/main">
              <a:ext uri="{FF2B5EF4-FFF2-40B4-BE49-F238E27FC236}">
                <a16:creationId xmlns:a16="http://schemas.microsoft.com/office/drawing/2014/main" id="{7911188A-32BF-4EF5-A07A-BCE829C8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594">
            <a:extLst xmlns:a="http://schemas.openxmlformats.org/drawingml/2006/main">
              <a:ext uri="{FF2B5EF4-FFF2-40B4-BE49-F238E27FC236}">
                <a16:creationId xmlns:a16="http://schemas.microsoft.com/office/drawing/2014/main" id="{96B45921-85AF-4D58-9C1A-EE8EE338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0d048a6e11f47de"/>
              </a:rPr>
              <a:t>Google Sites ↗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405cbb80f8e48d8"/>
              </a:rPr>
              <a:t>GitHub Pages ↗</a:t>
            </a:r>
          </a:p>
        </p:txBody>
      </p:sp>
    </p:spTree>
    <p:extLst>
      <p:ext uri="{BB962C8B-B14F-4D97-AF65-F5344CB8AC3E}">
        <p14:creationId xmlns:p14="http://schemas.microsoft.com/office/powerpoint/2010/main" val="98591390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500">
            <a:extLst xmlns:a="http://schemas.openxmlformats.org/drawingml/2006/main">
              <a:ext uri="{FF2B5EF4-FFF2-40B4-BE49-F238E27FC236}">
                <a16:creationId xmlns:a16="http://schemas.microsoft.com/office/drawing/2014/main" id="{0FC79EA4-5C29-4FFF-B7CD-C1CD658A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</a:t>
            </a:r>
          </a:p>
        </p:txBody>
      </p:sp>
      <p:sp>
        <p:nvSpPr>
          <p:cNvPr id="2" name="text-501">
            <a:extLst xmlns:a="http://schemas.openxmlformats.org/drawingml/2006/main">
              <a:ext uri="{FF2B5EF4-FFF2-40B4-BE49-F238E27FC236}">
                <a16:creationId xmlns:a16="http://schemas.microsoft.com/office/drawing/2014/main" id="{47859A52-5C30-4A67-824A-F1206C57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Sites：最快建立課程作品入口</a:t>
            </a:r>
          </a:p>
        </p:txBody>
      </p:sp>
      <p:cxnSp>
        <p:nvCxnSpPr>
          <p:cNvPr id="25" name="shape-5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03">
            <a:extLst xmlns:a="http://schemas.openxmlformats.org/drawingml/2006/main">
              <a:ext uri="{FF2B5EF4-FFF2-40B4-BE49-F238E27FC236}">
                <a16:creationId xmlns:a16="http://schemas.microsoft.com/office/drawing/2014/main" id="{CBB05DC7-744C-43B5-8EE0-5C472F4A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DCB6429-1B84-4BC1-B849-EE509E1A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504">
            <a:extLst xmlns:a="http://schemas.openxmlformats.org/drawingml/2006/main">
              <a:ext uri="{FF2B5EF4-FFF2-40B4-BE49-F238E27FC236}">
                <a16:creationId xmlns:a16="http://schemas.microsoft.com/office/drawing/2014/main" id="{5845E2C3-E88C-4DB4-B0B1-717DF405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505">
            <a:extLst xmlns:a="http://schemas.openxmlformats.org/drawingml/2006/main">
              <a:ext uri="{FF2B5EF4-FFF2-40B4-BE49-F238E27FC236}">
                <a16:creationId xmlns:a16="http://schemas.microsoft.com/office/drawing/2014/main" id="{96791EEC-7E47-48C0-AEE0-DFDC27E2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建立網站</a:t>
            </a:r>
          </a:p>
        </p:txBody>
      </p:sp>
      <p:sp>
        <p:nvSpPr>
          <p:cNvPr id="8" name="text-506">
            <a:extLst xmlns:a="http://schemas.openxmlformats.org/drawingml/2006/main">
              <a:ext uri="{FF2B5EF4-FFF2-40B4-BE49-F238E27FC236}">
                <a16:creationId xmlns:a16="http://schemas.microsoft.com/office/drawing/2014/main" id="{2DBBF202-2B1D-4DC2-8A14-35855DF2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選空白或範本</a:t>
            </a:r>
          </a:p>
        </p:txBody>
      </p:sp>
      <p:sp>
        <p:nvSpPr>
          <p:cNvPr id="9" name="text-507">
            <a:extLst xmlns:a="http://schemas.openxmlformats.org/drawingml/2006/main">
              <a:ext uri="{FF2B5EF4-FFF2-40B4-BE49-F238E27FC236}">
                <a16:creationId xmlns:a16="http://schemas.microsoft.com/office/drawing/2014/main" id="{BB8041C8-FCED-4337-9315-3CDEAABB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508">
            <a:extLst xmlns:a="http://schemas.openxmlformats.org/drawingml/2006/main">
              <a:ext uri="{FF2B5EF4-FFF2-40B4-BE49-F238E27FC236}">
                <a16:creationId xmlns:a16="http://schemas.microsoft.com/office/drawing/2014/main" id="{4F696901-FCC9-4EA0-BB40-C7FBFCE4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09">
            <a:extLst xmlns:a="http://schemas.openxmlformats.org/drawingml/2006/main">
              <a:ext uri="{FF2B5EF4-FFF2-40B4-BE49-F238E27FC236}">
                <a16:creationId xmlns:a16="http://schemas.microsoft.com/office/drawing/2014/main" id="{AF527F7C-0CF7-45BE-80B8-C0031149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加入內容</a:t>
            </a:r>
          </a:p>
        </p:txBody>
      </p:sp>
      <p:sp>
        <p:nvSpPr>
          <p:cNvPr id="12" name="text-510">
            <a:extLst xmlns:a="http://schemas.openxmlformats.org/drawingml/2006/main">
              <a:ext uri="{FF2B5EF4-FFF2-40B4-BE49-F238E27FC236}">
                <a16:creationId xmlns:a16="http://schemas.microsoft.com/office/drawing/2014/main" id="{60D63C47-B297-4541-A2AF-71A6CDD4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文字、圖片、檔案、嵌入</a:t>
            </a:r>
          </a:p>
        </p:txBody>
      </p:sp>
      <p:sp>
        <p:nvSpPr>
          <p:cNvPr id="13" name="text-511">
            <a:extLst xmlns:a="http://schemas.openxmlformats.org/drawingml/2006/main">
              <a:ext uri="{FF2B5EF4-FFF2-40B4-BE49-F238E27FC236}">
                <a16:creationId xmlns:a16="http://schemas.microsoft.com/office/drawing/2014/main" id="{9E7DE444-D46D-417F-AF43-93E25A74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512">
            <a:extLst xmlns:a="http://schemas.openxmlformats.org/drawingml/2006/main">
              <a:ext uri="{FF2B5EF4-FFF2-40B4-BE49-F238E27FC236}">
                <a16:creationId xmlns:a16="http://schemas.microsoft.com/office/drawing/2014/main" id="{D8A89B18-8E95-434E-8407-3946ECE1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513">
            <a:extLst xmlns:a="http://schemas.openxmlformats.org/drawingml/2006/main">
              <a:ext uri="{FF2B5EF4-FFF2-40B4-BE49-F238E27FC236}">
                <a16:creationId xmlns:a16="http://schemas.microsoft.com/office/drawing/2014/main" id="{89BA872D-E658-4804-A4B5-6DC6D9A6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16" name="text-514">
            <a:extLst xmlns:a="http://schemas.openxmlformats.org/drawingml/2006/main">
              <a:ext uri="{FF2B5EF4-FFF2-40B4-BE49-F238E27FC236}">
                <a16:creationId xmlns:a16="http://schemas.microsoft.com/office/drawing/2014/main" id="{E3CA2604-8D6A-4614-B5B7-BAF38110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桌機／平板／手機</a:t>
            </a:r>
          </a:p>
        </p:txBody>
      </p:sp>
      <p:sp>
        <p:nvSpPr>
          <p:cNvPr id="17" name="text-515">
            <a:extLst xmlns:a="http://schemas.openxmlformats.org/drawingml/2006/main">
              <a:ext uri="{FF2B5EF4-FFF2-40B4-BE49-F238E27FC236}">
                <a16:creationId xmlns:a16="http://schemas.microsoft.com/office/drawing/2014/main" id="{12CDA810-5C24-419F-B6A4-A48DB49A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516">
            <a:extLst xmlns:a="http://schemas.openxmlformats.org/drawingml/2006/main">
              <a:ext uri="{FF2B5EF4-FFF2-40B4-BE49-F238E27FC236}">
                <a16:creationId xmlns:a16="http://schemas.microsoft.com/office/drawing/2014/main" id="{6F0F873A-B5A8-4E35-AC86-330D588C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517">
            <a:extLst xmlns:a="http://schemas.openxmlformats.org/drawingml/2006/main">
              <a:ext uri="{FF2B5EF4-FFF2-40B4-BE49-F238E27FC236}">
                <a16:creationId xmlns:a16="http://schemas.microsoft.com/office/drawing/2014/main" id="{EB63534F-1858-4BC3-AFA0-1C15B169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</a:t>
            </a:r>
          </a:p>
        </p:txBody>
      </p:sp>
      <p:sp>
        <p:nvSpPr>
          <p:cNvPr id="20" name="text-518">
            <a:extLst xmlns:a="http://schemas.openxmlformats.org/drawingml/2006/main">
              <a:ext uri="{FF2B5EF4-FFF2-40B4-BE49-F238E27FC236}">
                <a16:creationId xmlns:a16="http://schemas.microsoft.com/office/drawing/2014/main" id="{D39D7379-6C1D-4590-B925-63C9D642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設定網址與檢視權限</a:t>
            </a:r>
          </a:p>
        </p:txBody>
      </p:sp>
      <p:sp>
        <p:nvSpPr>
          <p:cNvPr id="21" name="text-519">
            <a:extLst xmlns:a="http://schemas.openxmlformats.org/drawingml/2006/main">
              <a:ext uri="{FF2B5EF4-FFF2-40B4-BE49-F238E27FC236}">
                <a16:creationId xmlns:a16="http://schemas.microsoft.com/office/drawing/2014/main" id="{4826F2F8-450F-41C1-8557-F5CD2EC0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596">
            <a:extLst xmlns:a="http://schemas.openxmlformats.org/drawingml/2006/main">
              <a:ext uri="{FF2B5EF4-FFF2-40B4-BE49-F238E27FC236}">
                <a16:creationId xmlns:a16="http://schemas.microsoft.com/office/drawing/2014/main" id="{315232A3-D50B-4D2B-8556-659AACEA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b43fed79f664cb6"/>
              </a:rPr>
              <a:t>建立 Google Sites ↗</a:t>
            </a:r>
          </a:p>
        </p:txBody>
      </p:sp>
    </p:spTree>
    <p:extLst>
      <p:ext uri="{BB962C8B-B14F-4D97-AF65-F5344CB8AC3E}">
        <p14:creationId xmlns:p14="http://schemas.microsoft.com/office/powerpoint/2010/main" val="68512661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520">
            <a:extLst xmlns:a="http://schemas.openxmlformats.org/drawingml/2006/main">
              <a:ext uri="{FF2B5EF4-FFF2-40B4-BE49-F238E27FC236}">
                <a16:creationId xmlns:a16="http://schemas.microsoft.com/office/drawing/2014/main" id="{9356E596-4771-494A-90B1-0B1A4B97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text-521">
            <a:extLst xmlns:a="http://schemas.openxmlformats.org/drawingml/2006/main">
              <a:ext uri="{FF2B5EF4-FFF2-40B4-BE49-F238E27FC236}">
                <a16:creationId xmlns:a16="http://schemas.microsoft.com/office/drawing/2014/main" id="{4AA46ECC-8D86-43DA-8837-443FAF8D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25" name="shape-5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23">
            <a:extLst xmlns:a="http://schemas.openxmlformats.org/drawingml/2006/main">
              <a:ext uri="{FF2B5EF4-FFF2-40B4-BE49-F238E27FC236}">
                <a16:creationId xmlns:a16="http://schemas.microsoft.com/office/drawing/2014/main" id="{1F05C0A0-DAB6-4C25-95D6-246CFF0C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42FB842-C0E1-43E9-9FCC-87C0D585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text-524">
            <a:extLst xmlns:a="http://schemas.openxmlformats.org/drawingml/2006/main">
              <a:ext uri="{FF2B5EF4-FFF2-40B4-BE49-F238E27FC236}">
                <a16:creationId xmlns:a16="http://schemas.microsoft.com/office/drawing/2014/main" id="{9AD38A8D-F68F-48E7-9F29-5BBC5C28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525">
            <a:extLst xmlns:a="http://schemas.openxmlformats.org/drawingml/2006/main">
              <a:ext uri="{FF2B5EF4-FFF2-40B4-BE49-F238E27FC236}">
                <a16:creationId xmlns:a16="http://schemas.microsoft.com/office/drawing/2014/main" id="{063574D8-4953-4A5C-84C4-E88027EA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8" name="text-526">
            <a:extLst xmlns:a="http://schemas.openxmlformats.org/drawingml/2006/main">
              <a:ext uri="{FF2B5EF4-FFF2-40B4-BE49-F238E27FC236}">
                <a16:creationId xmlns:a16="http://schemas.microsoft.com/office/drawing/2014/main" id="{F0189401-968C-45B8-AB8D-76C7CA1A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9" name="text-527">
            <a:extLst xmlns:a="http://schemas.openxmlformats.org/drawingml/2006/main">
              <a:ext uri="{FF2B5EF4-FFF2-40B4-BE49-F238E27FC236}">
                <a16:creationId xmlns:a16="http://schemas.microsoft.com/office/drawing/2014/main" id="{E3E7A4D4-8F9E-4ED5-89E0-BB49DE26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528">
            <a:extLst xmlns:a="http://schemas.openxmlformats.org/drawingml/2006/main">
              <a:ext uri="{FF2B5EF4-FFF2-40B4-BE49-F238E27FC236}">
                <a16:creationId xmlns:a16="http://schemas.microsoft.com/office/drawing/2014/main" id="{9712DEF6-2133-493A-B2F7-3D6FA659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29">
            <a:extLst xmlns:a="http://schemas.openxmlformats.org/drawingml/2006/main">
              <a:ext uri="{FF2B5EF4-FFF2-40B4-BE49-F238E27FC236}">
                <a16:creationId xmlns:a16="http://schemas.microsoft.com/office/drawing/2014/main" id="{5B7416C0-09D3-466A-A34B-EF8BFDB4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2" name="text-530">
            <a:extLst xmlns:a="http://schemas.openxmlformats.org/drawingml/2006/main">
              <a:ext uri="{FF2B5EF4-FFF2-40B4-BE49-F238E27FC236}">
                <a16:creationId xmlns:a16="http://schemas.microsoft.com/office/drawing/2014/main" id="{A83FA978-DC44-4084-B906-58A5E0D5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3" name="text-531">
            <a:extLst xmlns:a="http://schemas.openxmlformats.org/drawingml/2006/main">
              <a:ext uri="{FF2B5EF4-FFF2-40B4-BE49-F238E27FC236}">
                <a16:creationId xmlns:a16="http://schemas.microsoft.com/office/drawing/2014/main" id="{D7D21FE8-56F7-41D7-953C-6A7423D7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532">
            <a:extLst xmlns:a="http://schemas.openxmlformats.org/drawingml/2006/main">
              <a:ext uri="{FF2B5EF4-FFF2-40B4-BE49-F238E27FC236}">
                <a16:creationId xmlns:a16="http://schemas.microsoft.com/office/drawing/2014/main" id="{3A89485D-0CA8-4FB7-B778-7AFA7A8B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533">
            <a:extLst xmlns:a="http://schemas.openxmlformats.org/drawingml/2006/main">
              <a:ext uri="{FF2B5EF4-FFF2-40B4-BE49-F238E27FC236}">
                <a16:creationId xmlns:a16="http://schemas.microsoft.com/office/drawing/2014/main" id="{3BEEA2E0-F556-4FB5-8D1D-B6A5C9DA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16" name="text-534">
            <a:extLst xmlns:a="http://schemas.openxmlformats.org/drawingml/2006/main">
              <a:ext uri="{FF2B5EF4-FFF2-40B4-BE49-F238E27FC236}">
                <a16:creationId xmlns:a16="http://schemas.microsoft.com/office/drawing/2014/main" id="{179F764A-8A6C-4008-BFD8-E98C9E7C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17" name="text-535">
            <a:extLst xmlns:a="http://schemas.openxmlformats.org/drawingml/2006/main">
              <a:ext uri="{FF2B5EF4-FFF2-40B4-BE49-F238E27FC236}">
                <a16:creationId xmlns:a16="http://schemas.microsoft.com/office/drawing/2014/main" id="{4F9A364A-AE50-442B-BFE8-A59C5462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536">
            <a:extLst xmlns:a="http://schemas.openxmlformats.org/drawingml/2006/main">
              <a:ext uri="{FF2B5EF4-FFF2-40B4-BE49-F238E27FC236}">
                <a16:creationId xmlns:a16="http://schemas.microsoft.com/office/drawing/2014/main" id="{1A8CD274-6AC9-48AC-B2B2-B4856ACF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537">
            <a:extLst xmlns:a="http://schemas.openxmlformats.org/drawingml/2006/main">
              <a:ext uri="{FF2B5EF4-FFF2-40B4-BE49-F238E27FC236}">
                <a16:creationId xmlns:a16="http://schemas.microsoft.com/office/drawing/2014/main" id="{1F911F8A-A25E-441C-B839-03FAAD4A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0" name="text-538">
            <a:extLst xmlns:a="http://schemas.openxmlformats.org/drawingml/2006/main">
              <a:ext uri="{FF2B5EF4-FFF2-40B4-BE49-F238E27FC236}">
                <a16:creationId xmlns:a16="http://schemas.microsoft.com/office/drawing/2014/main" id="{0731B743-25BF-4EAD-917E-DCAB4BF0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1" name="text-539">
            <a:extLst xmlns:a="http://schemas.openxmlformats.org/drawingml/2006/main">
              <a:ext uri="{FF2B5EF4-FFF2-40B4-BE49-F238E27FC236}">
                <a16:creationId xmlns:a16="http://schemas.microsoft.com/office/drawing/2014/main" id="{4E2A12B0-1D1E-43A4-9BED-7D0CB1EA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597">
            <a:extLst xmlns:a="http://schemas.openxmlformats.org/drawingml/2006/main">
              <a:ext uri="{FF2B5EF4-FFF2-40B4-BE49-F238E27FC236}">
                <a16:creationId xmlns:a16="http://schemas.microsoft.com/office/drawing/2014/main" id="{0E53AAD3-7099-4427-B30A-D5558A53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dd5e7906b5f4264"/>
              </a:rPr>
              <a:t>開啟 GitHub Pages ↗</a:t>
            </a:r>
          </a:p>
        </p:txBody>
      </p:sp>
    </p:spTree>
    <p:extLst>
      <p:ext uri="{BB962C8B-B14F-4D97-AF65-F5344CB8AC3E}">
        <p14:creationId xmlns:p14="http://schemas.microsoft.com/office/powerpoint/2010/main" val="71424267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540">
            <a:extLst xmlns:a="http://schemas.openxmlformats.org/drawingml/2006/main">
              <a:ext uri="{FF2B5EF4-FFF2-40B4-BE49-F238E27FC236}">
                <a16:creationId xmlns:a16="http://schemas.microsoft.com/office/drawing/2014/main" id="{219D1F68-B877-40EF-859F-C09C3B38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541">
            <a:extLst xmlns:a="http://schemas.openxmlformats.org/drawingml/2006/main">
              <a:ext uri="{FF2B5EF4-FFF2-40B4-BE49-F238E27FC236}">
                <a16:creationId xmlns:a16="http://schemas.microsoft.com/office/drawing/2014/main" id="{BB54F4E6-A97B-4A6E-87D6-00EF5F2B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上午整合挑戰｜90 秒成果走秀</a:t>
            </a:r>
          </a:p>
        </p:txBody>
      </p:sp>
      <p:cxnSp>
        <p:nvCxnSpPr>
          <p:cNvPr id="22" name="shape-5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43">
            <a:extLst xmlns:a="http://schemas.openxmlformats.org/drawingml/2006/main">
              <a:ext uri="{FF2B5EF4-FFF2-40B4-BE49-F238E27FC236}">
                <a16:creationId xmlns:a16="http://schemas.microsoft.com/office/drawing/2014/main" id="{6A7EC69F-C2A9-47F6-9E64-2E2FFDEF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BAD1A8-7016-46A7-8940-3C8332C6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text-544">
            <a:extLst xmlns:a="http://schemas.openxmlformats.org/drawingml/2006/main">
              <a:ext uri="{FF2B5EF4-FFF2-40B4-BE49-F238E27FC236}">
                <a16:creationId xmlns:a16="http://schemas.microsoft.com/office/drawing/2014/main" id="{34D198FC-77B2-485C-BB20-199EEDDD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545">
            <a:extLst xmlns:a="http://schemas.openxmlformats.org/drawingml/2006/main">
              <a:ext uri="{FF2B5EF4-FFF2-40B4-BE49-F238E27FC236}">
                <a16:creationId xmlns:a16="http://schemas.microsoft.com/office/drawing/2014/main" id="{3B5743D4-4AEF-4C34-9637-7F98BD9C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546">
            <a:extLst xmlns:a="http://schemas.openxmlformats.org/drawingml/2006/main">
              <a:ext uri="{FF2B5EF4-FFF2-40B4-BE49-F238E27FC236}">
                <a16:creationId xmlns:a16="http://schemas.microsoft.com/office/drawing/2014/main" id="{CAA9B122-CA7A-4CFB-9888-BC1837D0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47">
            <a:extLst xmlns:a="http://schemas.openxmlformats.org/drawingml/2006/main">
              <a:ext uri="{FF2B5EF4-FFF2-40B4-BE49-F238E27FC236}">
                <a16:creationId xmlns:a16="http://schemas.microsoft.com/office/drawing/2014/main" id="{C620A2B8-AF45-4281-B848-6FDAB5C5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選擇一個最值得分享的成果</a:t>
            </a:r>
          </a:p>
        </p:txBody>
      </p:sp>
      <p:sp>
        <p:nvSpPr>
          <p:cNvPr id="10" name="text-548">
            <a:extLst xmlns:a="http://schemas.openxmlformats.org/drawingml/2006/main">
              <a:ext uri="{FF2B5EF4-FFF2-40B4-BE49-F238E27FC236}">
                <a16:creationId xmlns:a16="http://schemas.microsoft.com/office/drawing/2014/main" id="{28C3663D-EF6F-4BF9-AA4E-9C8CDB02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49">
            <a:extLst xmlns:a="http://schemas.openxmlformats.org/drawingml/2006/main">
              <a:ext uri="{FF2B5EF4-FFF2-40B4-BE49-F238E27FC236}">
                <a16:creationId xmlns:a16="http://schemas.microsoft.com/office/drawing/2014/main" id="{BD87E8F2-A111-43DF-9370-9DAF1141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30 秒說明教學問題</a:t>
            </a:r>
          </a:p>
        </p:txBody>
      </p:sp>
      <p:sp>
        <p:nvSpPr>
          <p:cNvPr id="12" name="text-550">
            <a:extLst xmlns:a="http://schemas.openxmlformats.org/drawingml/2006/main">
              <a:ext uri="{FF2B5EF4-FFF2-40B4-BE49-F238E27FC236}">
                <a16:creationId xmlns:a16="http://schemas.microsoft.com/office/drawing/2014/main" id="{3061F868-F591-42AC-B86D-E6B4FABB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551">
            <a:extLst xmlns:a="http://schemas.openxmlformats.org/drawingml/2006/main">
              <a:ext uri="{FF2B5EF4-FFF2-40B4-BE49-F238E27FC236}">
                <a16:creationId xmlns:a16="http://schemas.microsoft.com/office/drawing/2014/main" id="{85D0B8B8-272F-4410-B073-5A415485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45 秒實際操作作品</a:t>
            </a:r>
          </a:p>
        </p:txBody>
      </p:sp>
      <p:sp>
        <p:nvSpPr>
          <p:cNvPr id="14" name="text-552">
            <a:extLst xmlns:a="http://schemas.openxmlformats.org/drawingml/2006/main">
              <a:ext uri="{FF2B5EF4-FFF2-40B4-BE49-F238E27FC236}">
                <a16:creationId xmlns:a16="http://schemas.microsoft.com/office/drawing/2014/main" id="{97ADDFAB-8076-461F-8608-9F97E39B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553">
            <a:extLst xmlns:a="http://schemas.openxmlformats.org/drawingml/2006/main">
              <a:ext uri="{FF2B5EF4-FFF2-40B4-BE49-F238E27FC236}">
                <a16:creationId xmlns:a16="http://schemas.microsoft.com/office/drawing/2014/main" id="{327FAABB-4103-4D69-A273-7438E1BB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15 秒說下一步要改什麼</a:t>
            </a:r>
          </a:p>
        </p:txBody>
      </p:sp>
      <p:sp>
        <p:nvSpPr>
          <p:cNvPr id="16" name="shape-554">
            <a:extLst xmlns:a="http://schemas.openxmlformats.org/drawingml/2006/main">
              <a:ext uri="{FF2B5EF4-FFF2-40B4-BE49-F238E27FC236}">
                <a16:creationId xmlns:a16="http://schemas.microsoft.com/office/drawing/2014/main" id="{72123099-898A-42CA-8D98-53E7D49F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555">
            <a:extLst xmlns:a="http://schemas.openxmlformats.org/drawingml/2006/main">
              <a:ext uri="{FF2B5EF4-FFF2-40B4-BE49-F238E27FC236}">
                <a16:creationId xmlns:a16="http://schemas.microsoft.com/office/drawing/2014/main" id="{A240EFAB-3D65-4C6B-AE8C-716492F3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556">
            <a:extLst xmlns:a="http://schemas.openxmlformats.org/drawingml/2006/main">
              <a:ext uri="{FF2B5EF4-FFF2-40B4-BE49-F238E27FC236}">
                <a16:creationId xmlns:a16="http://schemas.microsoft.com/office/drawing/2014/main" id="{40952C96-9CEB-4349-AE97-8D35890C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問題清楚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能說明來源或方法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知道下一步</a:t>
            </a:r>
          </a:p>
        </p:txBody>
      </p:sp>
      <p:sp>
        <p:nvSpPr>
          <p:cNvPr id="19" name="text-595">
            <a:extLst xmlns:a="http://schemas.openxmlformats.org/drawingml/2006/main">
              <a:ext uri="{FF2B5EF4-FFF2-40B4-BE49-F238E27FC236}">
                <a16:creationId xmlns:a16="http://schemas.microsoft.com/office/drawing/2014/main" id="{9C49D701-8451-4D61-8826-F9B186DF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dc498b09a84608"/>
              </a:rPr>
              <a:t>Google Sites ↗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a1ad4ad9d4246ce"/>
              </a:rPr>
              <a:t>GitHub Pages ↗</a:t>
            </a:r>
          </a:p>
        </p:txBody>
      </p:sp>
    </p:spTree>
    <p:extLst>
      <p:ext uri="{BB962C8B-B14F-4D97-AF65-F5344CB8AC3E}">
        <p14:creationId xmlns:p14="http://schemas.microsoft.com/office/powerpoint/2010/main" val="113101760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557">
            <a:extLst xmlns:a="http://schemas.openxmlformats.org/drawingml/2006/main">
              <a:ext uri="{FF2B5EF4-FFF2-40B4-BE49-F238E27FC236}">
                <a16:creationId xmlns:a16="http://schemas.microsoft.com/office/drawing/2014/main" id="{D6FBF5C9-7821-4DBF-B476-5E37EB46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text-558">
            <a:extLst xmlns:a="http://schemas.openxmlformats.org/drawingml/2006/main">
              <a:ext uri="{FF2B5EF4-FFF2-40B4-BE49-F238E27FC236}">
                <a16:creationId xmlns:a16="http://schemas.microsoft.com/office/drawing/2014/main" id="{3820A25C-A451-4ACE-8EF3-F3803E4E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21" name="shape-5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0">
            <a:extLst xmlns:a="http://schemas.openxmlformats.org/drawingml/2006/main">
              <a:ext uri="{FF2B5EF4-FFF2-40B4-BE49-F238E27FC236}">
                <a16:creationId xmlns:a16="http://schemas.microsoft.com/office/drawing/2014/main" id="{CBB36FCA-8F2D-40FC-83C6-320F01BD0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86A047-B40C-4EFD-B5C3-B909C562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text-561">
            <a:extLst xmlns:a="http://schemas.openxmlformats.org/drawingml/2006/main">
              <a:ext uri="{FF2B5EF4-FFF2-40B4-BE49-F238E27FC236}">
                <a16:creationId xmlns:a16="http://schemas.microsoft.com/office/drawing/2014/main" id="{2D7C7952-DAA1-4BE7-88A2-2D21C091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7" name="text-562">
            <a:extLst xmlns:a="http://schemas.openxmlformats.org/drawingml/2006/main">
              <a:ext uri="{FF2B5EF4-FFF2-40B4-BE49-F238E27FC236}">
                <a16:creationId xmlns:a16="http://schemas.microsoft.com/office/drawing/2014/main" id="{DCBDD01E-D6A4-4B17-A115-13C26384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67640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d58976bd6a9e4a12"/>
              </a:rPr>
              <a:t>START_HERE_研習資源導航.html</a:t>
            </a:r>
          </a:p>
        </p:txBody>
      </p:sp>
      <p:sp>
        <p:nvSpPr>
          <p:cNvPr id="8" name="text-563">
            <a:extLst xmlns:a="http://schemas.openxmlformats.org/drawingml/2006/main">
              <a:ext uri="{FF2B5EF4-FFF2-40B4-BE49-F238E27FC236}">
                <a16:creationId xmlns:a16="http://schemas.microsoft.com/office/drawing/2014/main" id="{A112C47B-1B0B-4F78-A3C4-0D3509D8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9" name="text-564">
            <a:extLst xmlns:a="http://schemas.openxmlformats.org/drawingml/2006/main">
              <a:ext uri="{FF2B5EF4-FFF2-40B4-BE49-F238E27FC236}">
                <a16:creationId xmlns:a16="http://schemas.microsoft.com/office/drawing/2014/main" id="{E45DDDFB-B43A-4805-927F-07C7F1B2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8600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a10a2d2b0db40a2"/>
              </a:rPr>
              <a:t>https://notebook.google.com/</a:t>
            </a:r>
          </a:p>
        </p:txBody>
      </p:sp>
      <p:sp>
        <p:nvSpPr>
          <p:cNvPr id="10" name="text-565">
            <a:extLst xmlns:a="http://schemas.openxmlformats.org/drawingml/2006/main">
              <a:ext uri="{FF2B5EF4-FFF2-40B4-BE49-F238E27FC236}">
                <a16:creationId xmlns:a16="http://schemas.microsoft.com/office/drawing/2014/main" id="{0E3222CE-4578-43ED-9293-CE6B8DBF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9560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1" name="text-566">
            <a:extLst xmlns:a="http://schemas.openxmlformats.org/drawingml/2006/main">
              <a:ext uri="{FF2B5EF4-FFF2-40B4-BE49-F238E27FC236}">
                <a16:creationId xmlns:a16="http://schemas.microsoft.com/office/drawing/2014/main" id="{C0A2DD70-EB6E-4456-9464-44AA5A3E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9560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cade51a7ae014cd6"/>
              </a:rPr>
              <a:t>https://gemini.google.com/gems/create</a:t>
            </a:r>
          </a:p>
        </p:txBody>
      </p:sp>
      <p:sp>
        <p:nvSpPr>
          <p:cNvPr id="12" name="text-567">
            <a:extLst xmlns:a="http://schemas.openxmlformats.org/drawingml/2006/main">
              <a:ext uri="{FF2B5EF4-FFF2-40B4-BE49-F238E27FC236}">
                <a16:creationId xmlns:a16="http://schemas.microsoft.com/office/drawing/2014/main" id="{07A60BC6-B780-4B12-BA02-27A0E6D9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13" name="text-568">
            <a:extLst xmlns:a="http://schemas.openxmlformats.org/drawingml/2006/main">
              <a:ext uri="{FF2B5EF4-FFF2-40B4-BE49-F238E27FC236}">
                <a16:creationId xmlns:a16="http://schemas.microsoft.com/office/drawing/2014/main" id="{444C7AD4-68D8-4A5F-985A-DC4EAF93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0520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de703f25c6e4e3d"/>
              </a:rPr>
              <a:t>https://gemini.google.com/app</a:t>
            </a:r>
          </a:p>
        </p:txBody>
      </p:sp>
      <p:sp>
        <p:nvSpPr>
          <p:cNvPr id="14" name="text-569">
            <a:extLst xmlns:a="http://schemas.openxmlformats.org/drawingml/2006/main">
              <a:ext uri="{FF2B5EF4-FFF2-40B4-BE49-F238E27FC236}">
                <a16:creationId xmlns:a16="http://schemas.microsoft.com/office/drawing/2014/main" id="{A016A43A-B170-4FB2-80B8-8481DC7D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1480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15" name="text-570">
            <a:extLst xmlns:a="http://schemas.openxmlformats.org/drawingml/2006/main">
              <a:ext uri="{FF2B5EF4-FFF2-40B4-BE49-F238E27FC236}">
                <a16:creationId xmlns:a16="http://schemas.microsoft.com/office/drawing/2014/main" id="{990E449B-333E-4C94-9CE6-DAEEB63B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11480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e0b5f4cfd1a442c"/>
              </a:rPr>
              <a:t>https://sites.google.com/new</a:t>
            </a:r>
          </a:p>
        </p:txBody>
      </p:sp>
      <p:sp>
        <p:nvSpPr>
          <p:cNvPr id="16" name="text-571">
            <a:extLst xmlns:a="http://schemas.openxmlformats.org/drawingml/2006/main">
              <a:ext uri="{FF2B5EF4-FFF2-40B4-BE49-F238E27FC236}">
                <a16:creationId xmlns:a16="http://schemas.microsoft.com/office/drawing/2014/main" id="{D9D5B126-78A8-4847-9CF4-B80885CC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2440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17" name="text-572">
            <a:extLst xmlns:a="http://schemas.openxmlformats.org/drawingml/2006/main">
              <a:ext uri="{FF2B5EF4-FFF2-40B4-BE49-F238E27FC236}">
                <a16:creationId xmlns:a16="http://schemas.microsoft.com/office/drawing/2014/main" id="{0A80C5CA-F634-4DD8-8C1A-2EF89098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72440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ceebdbc1755844be"/>
              </a:rPr>
              <a:t>https://pages.github.com/</a:t>
            </a:r>
          </a:p>
        </p:txBody>
      </p:sp>
      <p:sp>
        <p:nvSpPr>
          <p:cNvPr id="18" name="text-573">
            <a:extLst xmlns:a="http://schemas.openxmlformats.org/drawingml/2006/main">
              <a:ext uri="{FF2B5EF4-FFF2-40B4-BE49-F238E27FC236}">
                <a16:creationId xmlns:a16="http://schemas.microsoft.com/office/drawing/2014/main" id="{A39B4002-E8FF-44BD-BF7B-796CB46D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上午的終點不是『學會四個工具』，而是完成一條能重複使用的教學與研究產線。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929473980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2026-08-12T13:42:26.7740000Z</dcterms:created>
  <dcterms:modified xsi:type="dcterms:W3CDTF">2026-08-12T13:42:26.7740000Z</dcterms:modified>
</coreProperties>
</file>