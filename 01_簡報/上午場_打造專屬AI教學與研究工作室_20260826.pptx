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23ec03da684f25" /><Relationship Type="http://schemas.openxmlformats.org/officeDocument/2006/relationships/extended-properties" Target="/docProps/app.xml" Id="Rc1e09c1f5a1a464e" /><Relationship Type="http://schemas.openxmlformats.org/officeDocument/2006/relationships/officeDocument" Target="/ppt/presentation.xml" Id="R879dc67252364c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488fc495fb4bf1"/>
  </p:sldMasterIdLst>
  <p:notesMasterIdLst>
    <p:notesMasterId xmlns:r="http://schemas.openxmlformats.org/officeDocument/2006/relationships" r:id="R47e4b4e473114f94"/>
  </p:notesMasterIdLst>
  <p:sldIdLst>
    <p:sldId xmlns:r="http://schemas.openxmlformats.org/officeDocument/2006/relationships" id="256" r:id="R4b56d123219a403a"/>
    <p:sldId xmlns:r="http://schemas.openxmlformats.org/officeDocument/2006/relationships" id="257" r:id="Rf75a9d4ebc704a5e"/>
    <p:sldId xmlns:r="http://schemas.openxmlformats.org/officeDocument/2006/relationships" id="258" r:id="Rcfb91ac95adc4050"/>
    <p:sldId xmlns:r="http://schemas.openxmlformats.org/officeDocument/2006/relationships" id="259" r:id="R969cfd38e4744dfd"/>
    <p:sldId xmlns:r="http://schemas.openxmlformats.org/officeDocument/2006/relationships" id="260" r:id="Re1136a7647944647"/>
    <p:sldId xmlns:r="http://schemas.openxmlformats.org/officeDocument/2006/relationships" id="261" r:id="R72b0dbbbb24a427a"/>
    <p:sldId xmlns:r="http://schemas.openxmlformats.org/officeDocument/2006/relationships" id="262" r:id="R4db47be2c6e24e6e"/>
    <p:sldId xmlns:r="http://schemas.openxmlformats.org/officeDocument/2006/relationships" id="263" r:id="R561a7e86c8b3414e"/>
    <p:sldId xmlns:r="http://schemas.openxmlformats.org/officeDocument/2006/relationships" id="264" r:id="R7b17dd36d12f4f9f"/>
    <p:sldId xmlns:r="http://schemas.openxmlformats.org/officeDocument/2006/relationships" id="265" r:id="R06ecdbac396f4a73"/>
    <p:sldId xmlns:r="http://schemas.openxmlformats.org/officeDocument/2006/relationships" id="266" r:id="R2653c3a0e37144c0"/>
    <p:sldId xmlns:r="http://schemas.openxmlformats.org/officeDocument/2006/relationships" id="267" r:id="R49b5331dca254406"/>
    <p:sldId xmlns:r="http://schemas.openxmlformats.org/officeDocument/2006/relationships" id="268" r:id="R4e0aba24daa240ac"/>
    <p:sldId xmlns:r="http://schemas.openxmlformats.org/officeDocument/2006/relationships" id="269" r:id="R049b14d7eb6d46ce"/>
    <p:sldId xmlns:r="http://schemas.openxmlformats.org/officeDocument/2006/relationships" id="270" r:id="Rddae11df21c84d45"/>
    <p:sldId xmlns:r="http://schemas.openxmlformats.org/officeDocument/2006/relationships" id="271" r:id="Rcab83821e73c4569"/>
    <p:sldId xmlns:r="http://schemas.openxmlformats.org/officeDocument/2006/relationships" id="272" r:id="Rbcd90d345e054f0f"/>
    <p:sldId xmlns:r="http://schemas.openxmlformats.org/officeDocument/2006/relationships" id="273" r:id="Rceef97e9341c44ad"/>
    <p:sldId xmlns:r="http://schemas.openxmlformats.org/officeDocument/2006/relationships" id="274" r:id="R9713857c99b3446c"/>
    <p:sldId xmlns:r="http://schemas.openxmlformats.org/officeDocument/2006/relationships" id="275" r:id="R41a71f6f086b45c3"/>
    <p:sldId xmlns:r="http://schemas.openxmlformats.org/officeDocument/2006/relationships" id="276" r:id="R5bb8b80d35d3476a"/>
    <p:sldId xmlns:r="http://schemas.openxmlformats.org/officeDocument/2006/relationships" id="277" r:id="R0b9300f5ae954482"/>
    <p:sldId xmlns:r="http://schemas.openxmlformats.org/officeDocument/2006/relationships" id="278" r:id="Rb5dfae76e3a1462e"/>
    <p:sldId xmlns:r="http://schemas.openxmlformats.org/officeDocument/2006/relationships" id="279" r:id="R98b1ddfc03c44137"/>
    <p:sldId xmlns:r="http://schemas.openxmlformats.org/officeDocument/2006/relationships" id="280" r:id="R1e7de914bcc741e0"/>
    <p:sldId xmlns:r="http://schemas.openxmlformats.org/officeDocument/2006/relationships" id="281" r:id="R77a8d55d24fd4af6"/>
    <p:sldId xmlns:r="http://schemas.openxmlformats.org/officeDocument/2006/relationships" id="282" r:id="R2f71f825f0934d2d"/>
    <p:sldId xmlns:r="http://schemas.openxmlformats.org/officeDocument/2006/relationships" id="283" r:id="R2acd983a698c49ef"/>
    <p:sldId xmlns:r="http://schemas.openxmlformats.org/officeDocument/2006/relationships" id="284" r:id="Rd020ff671fd2406b"/>
    <p:sldId xmlns:r="http://schemas.openxmlformats.org/officeDocument/2006/relationships" id="285" r:id="R626901e22b86461f"/>
    <p:sldId xmlns:r="http://schemas.openxmlformats.org/officeDocument/2006/relationships" id="286" r:id="R073ff95bf5554091"/>
    <p:sldId xmlns:r="http://schemas.openxmlformats.org/officeDocument/2006/relationships" id="287" r:id="R205cb6c4224c4d3a"/>
    <p:sldId xmlns:r="http://schemas.openxmlformats.org/officeDocument/2006/relationships" id="288" r:id="Rc1efeed28d204771"/>
    <p:sldId xmlns:r="http://schemas.openxmlformats.org/officeDocument/2006/relationships" id="289" r:id="Re741fe96451e47cb"/>
    <p:sldId xmlns:r="http://schemas.openxmlformats.org/officeDocument/2006/relationships" id="290" r:id="R664f5793b6c942e5"/>
    <p:sldId xmlns:r="http://schemas.openxmlformats.org/officeDocument/2006/relationships" id="291" r:id="R5e9e8fad266d4b76"/>
    <p:sldId xmlns:r="http://schemas.openxmlformats.org/officeDocument/2006/relationships" id="292" r:id="R5eb3f8493ef34e61"/>
    <p:sldId xmlns:r="http://schemas.openxmlformats.org/officeDocument/2006/relationships" id="293" r:id="R0755ea80ce284ec3"/>
    <p:sldId xmlns:r="http://schemas.openxmlformats.org/officeDocument/2006/relationships" id="294" r:id="R8d268dc8d6b14948"/>
    <p:sldId xmlns:r="http://schemas.openxmlformats.org/officeDocument/2006/relationships" id="295" r:id="R2ab0877d4294447c"/>
    <p:sldId xmlns:r="http://schemas.openxmlformats.org/officeDocument/2006/relationships" id="296" r:id="Re84da256bdb04ef4"/>
    <p:sldId xmlns:r="http://schemas.openxmlformats.org/officeDocument/2006/relationships" id="297" r:id="R2d44deaeeba74e0e"/>
    <p:sldId xmlns:r="http://schemas.openxmlformats.org/officeDocument/2006/relationships" id="298" r:id="R8c1d13d5cfa245fc"/>
    <p:sldId xmlns:r="http://schemas.openxmlformats.org/officeDocument/2006/relationships" id="299" r:id="R21516b4bafca4148"/>
    <p:sldId xmlns:r="http://schemas.openxmlformats.org/officeDocument/2006/relationships" id="300" r:id="Ree1531c6c94b41e7"/>
    <p:sldId xmlns:r="http://schemas.openxmlformats.org/officeDocument/2006/relationships" id="301" r:id="Rab78f14e4ebf4f1f"/>
    <p:sldId xmlns:r="http://schemas.openxmlformats.org/officeDocument/2006/relationships" id="302" r:id="Rb94498cdae0f4a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c5a5129e3d4aa9" /><Relationship Type="http://schemas.openxmlformats.org/officeDocument/2006/relationships/slideMaster" Target="/ppt/slideMasters/slideMaster1.xml" Id="Rc2488fc495fb4bf1" /><Relationship Type="http://schemas.openxmlformats.org/officeDocument/2006/relationships/notesMaster" Target="/ppt/notesMasters/notesMaster1.xml" Id="R47e4b4e473114f94" /><Relationship Type="http://schemas.openxmlformats.org/officeDocument/2006/relationships/presProps" Target="/ppt/presProps.xml" Id="R74adab8dba1b4289" /><Relationship Type="http://schemas.openxmlformats.org/officeDocument/2006/relationships/tableStyles" Target="/ppt/tableStyles.xml" Id="Rdf6c55329eb844dc" /><Relationship Type="http://schemas.openxmlformats.org/officeDocument/2006/relationships/slide" Target="/ppt/slides/slide1.xml" Id="R4b56d123219a403a" /><Relationship Type="http://schemas.openxmlformats.org/officeDocument/2006/relationships/slide" Target="/ppt/slides/slide2.xml" Id="Rf75a9d4ebc704a5e" /><Relationship Type="http://schemas.openxmlformats.org/officeDocument/2006/relationships/slide" Target="/ppt/slides/slide3.xml" Id="Rcfb91ac95adc4050" /><Relationship Type="http://schemas.openxmlformats.org/officeDocument/2006/relationships/slide" Target="/ppt/slides/slide4.xml" Id="R969cfd38e4744dfd" /><Relationship Type="http://schemas.openxmlformats.org/officeDocument/2006/relationships/slide" Target="/ppt/slides/slide5.xml" Id="Re1136a7647944647" /><Relationship Type="http://schemas.openxmlformats.org/officeDocument/2006/relationships/slide" Target="/ppt/slides/slide6.xml" Id="R72b0dbbbb24a427a" /><Relationship Type="http://schemas.openxmlformats.org/officeDocument/2006/relationships/slide" Target="/ppt/slides/slide7.xml" Id="R4db47be2c6e24e6e" /><Relationship Type="http://schemas.openxmlformats.org/officeDocument/2006/relationships/slide" Target="/ppt/slides/slide8.xml" Id="R561a7e86c8b3414e" /><Relationship Type="http://schemas.openxmlformats.org/officeDocument/2006/relationships/slide" Target="/ppt/slides/slide9.xml" Id="R7b17dd36d12f4f9f" /><Relationship Type="http://schemas.openxmlformats.org/officeDocument/2006/relationships/slide" Target="/ppt/slides/slide10.xml" Id="R06ecdbac396f4a73" /><Relationship Type="http://schemas.openxmlformats.org/officeDocument/2006/relationships/slide" Target="/ppt/slides/slide11.xml" Id="R2653c3a0e37144c0" /><Relationship Type="http://schemas.openxmlformats.org/officeDocument/2006/relationships/slide" Target="/ppt/slides/slide12.xml" Id="R49b5331dca254406" /><Relationship Type="http://schemas.openxmlformats.org/officeDocument/2006/relationships/slide" Target="/ppt/slides/slide13.xml" Id="R4e0aba24daa240ac" /><Relationship Type="http://schemas.openxmlformats.org/officeDocument/2006/relationships/slide" Target="/ppt/slides/slide14.xml" Id="R049b14d7eb6d46ce" /><Relationship Type="http://schemas.openxmlformats.org/officeDocument/2006/relationships/slide" Target="/ppt/slides/slide15.xml" Id="Rddae11df21c84d45" /><Relationship Type="http://schemas.openxmlformats.org/officeDocument/2006/relationships/slide" Target="/ppt/slides/slide16.xml" Id="Rcab83821e73c4569" /><Relationship Type="http://schemas.openxmlformats.org/officeDocument/2006/relationships/slide" Target="/ppt/slides/slide17.xml" Id="Rbcd90d345e054f0f" /><Relationship Type="http://schemas.openxmlformats.org/officeDocument/2006/relationships/slide" Target="/ppt/slides/slide18.xml" Id="Rceef97e9341c44ad" /><Relationship Type="http://schemas.openxmlformats.org/officeDocument/2006/relationships/slide" Target="/ppt/slides/slide19.xml" Id="R9713857c99b3446c" /><Relationship Type="http://schemas.openxmlformats.org/officeDocument/2006/relationships/slide" Target="/ppt/slides/slide20.xml" Id="R41a71f6f086b45c3" /><Relationship Type="http://schemas.openxmlformats.org/officeDocument/2006/relationships/slide" Target="/ppt/slides/slide21.xml" Id="R5bb8b80d35d3476a" /><Relationship Type="http://schemas.openxmlformats.org/officeDocument/2006/relationships/slide" Target="/ppt/slides/slide22.xml" Id="R0b9300f5ae954482" /><Relationship Type="http://schemas.openxmlformats.org/officeDocument/2006/relationships/slide" Target="/ppt/slides/slide23.xml" Id="Rb5dfae76e3a1462e" /><Relationship Type="http://schemas.openxmlformats.org/officeDocument/2006/relationships/slide" Target="/ppt/slides/slide24.xml" Id="R98b1ddfc03c44137" /><Relationship Type="http://schemas.openxmlformats.org/officeDocument/2006/relationships/slide" Target="/ppt/slides/slide25.xml" Id="R1e7de914bcc741e0" /><Relationship Type="http://schemas.openxmlformats.org/officeDocument/2006/relationships/slide" Target="/ppt/slides/slide26.xml" Id="R77a8d55d24fd4af6" /><Relationship Type="http://schemas.openxmlformats.org/officeDocument/2006/relationships/slide" Target="/ppt/slides/slide27.xml" Id="R2f71f825f0934d2d" /><Relationship Type="http://schemas.openxmlformats.org/officeDocument/2006/relationships/slide" Target="/ppt/slides/slide28.xml" Id="R2acd983a698c49ef" /><Relationship Type="http://schemas.openxmlformats.org/officeDocument/2006/relationships/slide" Target="/ppt/slides/slide29.xml" Id="Rd020ff671fd2406b" /><Relationship Type="http://schemas.openxmlformats.org/officeDocument/2006/relationships/slide" Target="/ppt/slides/slide30.xml" Id="R626901e22b86461f" /><Relationship Type="http://schemas.openxmlformats.org/officeDocument/2006/relationships/slide" Target="/ppt/slides/slide31.xml" Id="R073ff95bf5554091" /><Relationship Type="http://schemas.openxmlformats.org/officeDocument/2006/relationships/slide" Target="/ppt/slides/slide32.xml" Id="R205cb6c4224c4d3a" /><Relationship Type="http://schemas.openxmlformats.org/officeDocument/2006/relationships/slide" Target="/ppt/slides/slide33.xml" Id="Rc1efeed28d204771" /><Relationship Type="http://schemas.openxmlformats.org/officeDocument/2006/relationships/slide" Target="/ppt/slides/slide34.xml" Id="Re741fe96451e47cb" /><Relationship Type="http://schemas.openxmlformats.org/officeDocument/2006/relationships/slide" Target="/ppt/slides/slide35.xml" Id="R664f5793b6c942e5" /><Relationship Type="http://schemas.openxmlformats.org/officeDocument/2006/relationships/slide" Target="/ppt/slides/slide36.xml" Id="R5e9e8fad266d4b76" /><Relationship Type="http://schemas.openxmlformats.org/officeDocument/2006/relationships/slide" Target="/ppt/slides/slide37.xml" Id="R5eb3f8493ef34e61" /><Relationship Type="http://schemas.openxmlformats.org/officeDocument/2006/relationships/slide" Target="/ppt/slides/slide38.xml" Id="R0755ea80ce284ec3" /><Relationship Type="http://schemas.openxmlformats.org/officeDocument/2006/relationships/slide" Target="/ppt/slides/slide39.xml" Id="R8d268dc8d6b14948" /><Relationship Type="http://schemas.openxmlformats.org/officeDocument/2006/relationships/slide" Target="/ppt/slides/slide40.xml" Id="R2ab0877d4294447c" /><Relationship Type="http://schemas.openxmlformats.org/officeDocument/2006/relationships/slide" Target="/ppt/slides/slide41.xml" Id="Re84da256bdb04ef4" /><Relationship Type="http://schemas.openxmlformats.org/officeDocument/2006/relationships/slide" Target="/ppt/slides/slide42.xml" Id="R2d44deaeeba74e0e" /><Relationship Type="http://schemas.openxmlformats.org/officeDocument/2006/relationships/slide" Target="/ppt/slides/slide43.xml" Id="R8c1d13d5cfa245fc" /><Relationship Type="http://schemas.openxmlformats.org/officeDocument/2006/relationships/slide" Target="/ppt/slides/slide44.xml" Id="R21516b4bafca4148" /><Relationship Type="http://schemas.openxmlformats.org/officeDocument/2006/relationships/slide" Target="/ppt/slides/slide45.xml" Id="Ree1531c6c94b41e7" /><Relationship Type="http://schemas.openxmlformats.org/officeDocument/2006/relationships/slide" Target="/ppt/slides/slide46.xml" Id="Rab78f14e4ebf4f1f" /><Relationship Type="http://schemas.openxmlformats.org/officeDocument/2006/relationships/slide" Target="/ppt/slides/slide47.xml" Id="Rb94498cdae0f4a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83d566caa346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dd08f2c6ca4ece" /><Relationship Type="http://schemas.openxmlformats.org/officeDocument/2006/relationships/notesMaster" Target="/ppt/notesMasters/notesMaster1.xml" Id="R0591f535609241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784cc1b4b140e8" /><Relationship Type="http://schemas.openxmlformats.org/officeDocument/2006/relationships/notesMaster" Target="/ppt/notesMasters/notesMaster1.xml" Id="R7df09090791146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95360000414e9a" /><Relationship Type="http://schemas.openxmlformats.org/officeDocument/2006/relationships/notesMaster" Target="/ppt/notesMasters/notesMaster1.xml" Id="Rf4c2adba47c04a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1e3a970ef74480" /><Relationship Type="http://schemas.openxmlformats.org/officeDocument/2006/relationships/notesMaster" Target="/ppt/notesMasters/notesMaster1.xml" Id="Rf3ba53e8ca80444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32b91164464f7d" /><Relationship Type="http://schemas.openxmlformats.org/officeDocument/2006/relationships/notesMaster" Target="/ppt/notesMasters/notesMaster1.xml" Id="Rf5e6d6dcc4a647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10650c810d4971" /><Relationship Type="http://schemas.openxmlformats.org/officeDocument/2006/relationships/notesMaster" Target="/ppt/notesMasters/notesMaster1.xml" Id="Rc2486bac58d144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dc810b0572d40fa" /><Relationship Type="http://schemas.openxmlformats.org/officeDocument/2006/relationships/notesMaster" Target="/ppt/notesMasters/notesMaster1.xml" Id="R58d42c45e29d47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960989aeee46ea" /><Relationship Type="http://schemas.openxmlformats.org/officeDocument/2006/relationships/notesMaster" Target="/ppt/notesMasters/notesMaster1.xml" Id="R177000307b6348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05d91aa1c2448c" /><Relationship Type="http://schemas.openxmlformats.org/officeDocument/2006/relationships/notesMaster" Target="/ppt/notesMasters/notesMaster1.xml" Id="R019d8b48da94497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ea67ced1d314d06" /><Relationship Type="http://schemas.openxmlformats.org/officeDocument/2006/relationships/notesMaster" Target="/ppt/notesMasters/notesMaster1.xml" Id="R6d880492d41b41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30e30a6308d4d54" /><Relationship Type="http://schemas.openxmlformats.org/officeDocument/2006/relationships/notesMaster" Target="/ppt/notesMasters/notesMaster1.xml" Id="R484da86286eb4d0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3deb435c9504c0c" /><Relationship Type="http://schemas.openxmlformats.org/officeDocument/2006/relationships/notesMaster" Target="/ppt/notesMasters/notesMaster1.xml" Id="R5d08d6038b53456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17cd081208f435b" /><Relationship Type="http://schemas.openxmlformats.org/officeDocument/2006/relationships/notesMaster" Target="/ppt/notesMasters/notesMaster1.xml" Id="Rc57c7d6d5e6340d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e770e593b434861" /><Relationship Type="http://schemas.openxmlformats.org/officeDocument/2006/relationships/notesMaster" Target="/ppt/notesMasters/notesMaster1.xml" Id="R14acd2eb1f9349e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62f07e563cf41a0" /><Relationship Type="http://schemas.openxmlformats.org/officeDocument/2006/relationships/notesMaster" Target="/ppt/notesMasters/notesMaster1.xml" Id="R2ac8119ae5e94ce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947a65f31414090" /><Relationship Type="http://schemas.openxmlformats.org/officeDocument/2006/relationships/notesMaster" Target="/ppt/notesMasters/notesMaster1.xml" Id="R07b953e0b5b845f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81a01d41a3b439d" /><Relationship Type="http://schemas.openxmlformats.org/officeDocument/2006/relationships/notesMaster" Target="/ppt/notesMasters/notesMaster1.xml" Id="Ra8eedab3ab6a4f0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c6aaade6b6d40f9" /><Relationship Type="http://schemas.openxmlformats.org/officeDocument/2006/relationships/notesMaster" Target="/ppt/notesMasters/notesMaster1.xml" Id="R7ee4f89e0626483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18006e95e8749fc" /><Relationship Type="http://schemas.openxmlformats.org/officeDocument/2006/relationships/notesMaster" Target="/ppt/notesMasters/notesMaster1.xml" Id="R8163a835b3da4b1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ce5dd99432a4503" /><Relationship Type="http://schemas.openxmlformats.org/officeDocument/2006/relationships/notesMaster" Target="/ppt/notesMasters/notesMaster1.xml" Id="Rfa304b0195e1455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88fb373aa6643e4" /><Relationship Type="http://schemas.openxmlformats.org/officeDocument/2006/relationships/notesMaster" Target="/ppt/notesMasters/notesMaster1.xml" Id="Rf157f38ddb2d4aa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6cf8d4ce5324fb7" /><Relationship Type="http://schemas.openxmlformats.org/officeDocument/2006/relationships/notesMaster" Target="/ppt/notesMasters/notesMaster1.xml" Id="Rba036db2262145e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ef6af89a4564b09" /><Relationship Type="http://schemas.openxmlformats.org/officeDocument/2006/relationships/notesMaster" Target="/ppt/notesMasters/notesMaster1.xml" Id="R3e2304705806466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1beb9dcc99246aa" /><Relationship Type="http://schemas.openxmlformats.org/officeDocument/2006/relationships/notesMaster" Target="/ppt/notesMasters/notesMaster1.xml" Id="R2ec21410f6d2460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a01e74bda0d4532" /><Relationship Type="http://schemas.openxmlformats.org/officeDocument/2006/relationships/notesMaster" Target="/ppt/notesMasters/notesMaster1.xml" Id="Rf97cc3b3cb0f48b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f3dab50ccd64d49" /><Relationship Type="http://schemas.openxmlformats.org/officeDocument/2006/relationships/notesMaster" Target="/ppt/notesMasters/notesMaster1.xml" Id="R314c8b27c61643a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3c404a54cd34920" /><Relationship Type="http://schemas.openxmlformats.org/officeDocument/2006/relationships/notesMaster" Target="/ppt/notesMasters/notesMaster1.xml" Id="R95685a6a60bf4cb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8474d8ebbdf49c7" /><Relationship Type="http://schemas.openxmlformats.org/officeDocument/2006/relationships/notesMaster" Target="/ppt/notesMasters/notesMaster1.xml" Id="Refd10141083440b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2ed1218d4194555" /><Relationship Type="http://schemas.openxmlformats.org/officeDocument/2006/relationships/notesMaster" Target="/ppt/notesMasters/notesMaster1.xml" Id="R7facba0b757347d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ee068b378134791" /><Relationship Type="http://schemas.openxmlformats.org/officeDocument/2006/relationships/notesMaster" Target="/ppt/notesMasters/notesMaster1.xml" Id="Reffc617ef2d04a1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83f2050132e4358" /><Relationship Type="http://schemas.openxmlformats.org/officeDocument/2006/relationships/notesMaster" Target="/ppt/notesMasters/notesMaster1.xml" Id="Rae7910189699438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d66cc2087614200" /><Relationship Type="http://schemas.openxmlformats.org/officeDocument/2006/relationships/notesMaster" Target="/ppt/notesMasters/notesMaster1.xml" Id="R082019d9e85a459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43dac18e8b245fb" /><Relationship Type="http://schemas.openxmlformats.org/officeDocument/2006/relationships/notesMaster" Target="/ppt/notesMasters/notesMaster1.xml" Id="R1e62b8319bbe4e8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b01b98dde4a4664" /><Relationship Type="http://schemas.openxmlformats.org/officeDocument/2006/relationships/notesMaster" Target="/ppt/notesMasters/notesMaster1.xml" Id="R22ca70234131427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998c655feb8422c" /><Relationship Type="http://schemas.openxmlformats.org/officeDocument/2006/relationships/notesMaster" Target="/ppt/notesMasters/notesMaster1.xml" Id="Rd94f3c6d27ff4b0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fd2c546469a418a" /><Relationship Type="http://schemas.openxmlformats.org/officeDocument/2006/relationships/notesMaster" Target="/ppt/notesMasters/notesMaster1.xml" Id="R7e54c0b4ed6545d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53ded171d7b4677" /><Relationship Type="http://schemas.openxmlformats.org/officeDocument/2006/relationships/notesMaster" Target="/ppt/notesMasters/notesMaster1.xml" Id="Re2b43265647e45fc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71ed2a7f30744ca" /><Relationship Type="http://schemas.openxmlformats.org/officeDocument/2006/relationships/notesMaster" Target="/ppt/notesMasters/notesMaster1.xml" Id="Rd00caff7a3d6466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d332785f5b54897" /><Relationship Type="http://schemas.openxmlformats.org/officeDocument/2006/relationships/notesMaster" Target="/ppt/notesMasters/notesMaster1.xml" Id="Re88cf093960345c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a0268ea79fcc44c0" /><Relationship Type="http://schemas.openxmlformats.org/officeDocument/2006/relationships/notesMaster" Target="/ppt/notesMasters/notesMaster1.xml" Id="Rdebca9e55fa84bc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9258233424d84941" /><Relationship Type="http://schemas.openxmlformats.org/officeDocument/2006/relationships/notesMaster" Target="/ppt/notesMasters/notesMaster1.xml" Id="R713ce95472d845a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7e9f62df3314d20" /><Relationship Type="http://schemas.openxmlformats.org/officeDocument/2006/relationships/notesMaster" Target="/ppt/notesMasters/notesMaster1.xml" Id="R2325b9b73eec42ef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ee40470ed2a74182" /><Relationship Type="http://schemas.openxmlformats.org/officeDocument/2006/relationships/notesMaster" Target="/ppt/notesMasters/notesMaster1.xml" Id="R6194830900f9443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fb4c19dd85624b5c" /><Relationship Type="http://schemas.openxmlformats.org/officeDocument/2006/relationships/notesMaster" Target="/ppt/notesMasters/notesMaster1.xml" Id="R6f9975b9ecd443b4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b078eaedb034e5a" /><Relationship Type="http://schemas.openxmlformats.org/officeDocument/2006/relationships/notesMaster" Target="/ppt/notesMasters/notesMaster1.xml" Id="Rac911ab237b0473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e3fd20229714071" /><Relationship Type="http://schemas.openxmlformats.org/officeDocument/2006/relationships/notesMaster" Target="/ppt/notesMasters/notesMaster1.xml" Id="R00e97efb57954594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d82ca7d143e24cc6" /><Relationship Type="http://schemas.openxmlformats.org/officeDocument/2006/relationships/notesMaster" Target="/ppt/notesMasters/notesMaster1.xml" Id="Rec723d91929e42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Andrej Karpathy 將這種『先跟著靈感走、用自然語言讓 AI 協助把想法做出來』的工作方式稱為 Vibe Coding。這裡把它轉成適合今天社群的學習入口：當你突然想到一個教學活動、研究工具或生活中的小作品，不必先被『我不會寫程式』擋住，可以先把想法說清楚，讓 AI／Agent 協助把它推成第一個可操作原型。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 Vibe Coding 不是把責任交給模型。要保留人工試用、資料權限、測試與品質判斷；靈感負責啟動，人的目的與驗證負責把作品帶到可用。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https://www.youtube.com/watch?v=LCEmiRjPEtQ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Vibe Working 是本工作坊把 Vibe Coding 延伸到日常工作的課程框架，不把它當成 Andrej Karpathy 的原始名詞。當我們在工作中發現『為什麼人生要一直浪費在這些重複事情上』，那個不滿與靈感就是自動化的入口。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請大家不要只追求做更多，而是把重複流程交給 AI／Agent 後，重新決定省下來的時間要回到哪裡：更好的課程、更扎實的研究、更深的人際互動，或是自己一直想做卻沒有時間做的事。效率的終點不是把行程塞滿，而是重新取得生活的主導權。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上午會帶大家從 Level 1 的對話式 AI，進階到 Level 2 的協作式 AI：用 Gemini Notebook、Gem 與 Canvas 一起完成作品。下午再進入 Level 3 的 Agentic AI，讓 Agent 從頭到尾推進任務並交付成果。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Level 3 不只是『模型比較強』，而是人、工作區、工具、規則與 Skills 組成一個可重複的工作流。你可以把自己的 AI Agent 想成一位長期協作的數位同仁：它會逐漸理解你的工作方式與痛點，但授權範圍、驗證標準與最後責任仍由人保留。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這一頁要讓文組專業者先放下『我不會寫程式，所以做不到』的自我設限。AI 與 Agent 可以協助把語言、想法與需求轉成程式碼、介面、資料流程與可操作作品；就像多了一雙翅膀，像 Red Bull 一樣如虎添翼，讓我們飛得更高、更遠。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但翅膀不是方向。真正要帶進工作坊的，是大家對教學、研究、文本、人的理解，以及對問題的判斷。技術執行可以交給工具協作，目的與最後責任仍由人掌握。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這不是文理對立，而是能力重新組隊。文組長期累積的理解、脈絡、辨識、表達與教育／研究判斷，正是 AI 時代的導航能力；AI 與 Agent 則補上程式、介面、資料與自動化的執行能力。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對今天在場的教授與社群成員來說，大家不是要變成另一種人，而是帶著原本的專業，取得一雙能把專業帶到更遠地方的技術翅膀。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請大家把今天想做的事情想成一次出航：先帶上自己的真問題與專業脈絡，再讓 Agent 補上技術翅膀。不是先學會所有工具才開始，而是從一個真實需求開始，讓工具協助我們完成以前以為不可能的事；最後仍由人驗證，並把成果帶回教學、研究與生活。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這也是今天上午的學習弧線：先說清楚，再有根據、有角色、有作品、能分享。等一下請大家帶著這個問題進入實作：如果我真的多了一雙翅膀，想飛去哪裡？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Typeless 放在最前面，先把教師腦中的口語想法整理成可複製、可查證、可交給 Gemini Notebook 的文字素材。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權限，擔任測試者與教學觀察員仍可完整參與。Typeless 先協助把每組的口述痛點整理成後續 Notebook、Gem 與 Canvas 都能使用的任務文字。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痛點可能來自教學現場、研究資料、行政流程或共備工作。請每組先說出一個痛點，再把它寫成一句：『我希望哪一群學生、研究參與者或行政夥伴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個工具。請依參與者選定的教學／研究痛點，搜尋 1–2 個最接近的案例，分析它的使用者、輸入、輸出與互動方式，完成『痛點 → 案例 → 可驗證成果』的連線。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三個案例分別對應語文創作、教學設計與互動網站。現場可由三組各選一張，先讀卡片介紹，再用測試者視角操作成品。本次資料依據案例公開版本與測試結果稽核。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部署比較。提醒參與者同時觀察內容架構、權限、維護方式與手機操作。本次資料依據案例公開版本與測試結果稽核。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上午先教兩條語音入口。Typeless 適合把想法整理成可複製文字，再交給 Notebook、Gem 或 Canvas；ChatGPT Voice in Work／Codex 適合在桌面版工作區直接口述任務、追問進度與協調 Agent。兩者不是功能排名，而是依工作情境選擇。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現場請避免直接口述學生姓名、信箱、成績或未公開研究資料；先以合成情境示範。Codex Voice 仍需麥克風與工作區權限，請依帳號與資料控制設定使用。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示範同一個痛點的兩種走法：Typeless 先把口語整理成可複製文字；Codex Voice 則在 ChatGPT 桌面版的 Work／Codex 工作區直接口述任務，讓 Agent 先提出計畫再行動。兩者都要人工檢查意圖、限制、權限與敏感資料。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每組先從自己的真實痛點開始，不要從漂亮的 AI 題目開始。Typeless 使用者保留『原始口述』與『整理後版本』；Codex Voice 使用者保留『口述任務』與『Agent 計畫』。兩組都要在交給下一個工具前，確認沒有個資、越權要求或未授權發布。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這張橋接圖把兩種語音入口放回上午產線：Typeless 負責整理文字，Codex Voice 負責在工作區協調 Agent；兩者都必須留下可檢查的文字、計畫或證據。接著可把問題交給 Gemini Notebook 建立來源包，或交給 Codex／Gem／Canvas 推進作品。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現場示範以教學駕駛艙 GitHub repo 與公開網站為入口：先閱讀 README 與一個單元頁，再把可公開的內容加入 Gemini Notebook。示範一題能回到引用的問題，再示範一題資料不足的問題；最後把 Notebook 產出的摘要或提問稿放回駕駛艙的教學脈絡。提醒：不要上傳學生個資、未授權教材或私人研究資料。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這一輪不追求把整座駕駛艙搬進筆記本，而是完成一個可追查的小案例。巡視時請確認來源權限、引用位置與輸出是否真的能被教師修改。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請參與者只選一個駕駛艙成品完成，不要同時生成全部。強調 Notebook 是來源與推理的工作區，駕駛艙則是給教師或學生使用的整理與操作入口；完成後用『內容依據、使用者可用、教師可改』三項快速評估。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這一頁的現場操作會直接打開講師帳號中既有的 Gem，讓大家看『真實產物如何拆解』。公開版本只示範結構與方法，不顯示私人 Gem 名稱、檔案或對話內容；若參與者帳號看不到相同 Gem，就用下一頁的通用範本重建。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示範先在帳號中複製一個既有 Gem 的有效做法，再把它改成研習用的『教學與研究設計教練』。右側範本刻意保留簡短、可讀、可測試；實際儲存前請確認背景檔案與分享權限。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巡視時請先確認參與者真的在改造一個既有資產，而不是另開一個完全不同的 Gem。測試案例至少包含：未提供學生程度、要求捏造引用、要求直接替學生完成作業。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以『會議記錄自動產出平台（Pro 版）』作為需求參考，不把真實會議逐字稿直接貼入公開示範。先在 Canvas 生成最小可用的會議紀錄介面，再把公開網址嵌入 Google Sites；若來源網站禁止 iframe，就改用『在新分頁開啟』的備援按鈕。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先展示 #84 會議記錄自動產出平台的需求與操作脈絡，再請 Canvas 生成一個不含真實個資的最小原型。示範完成後複製分享網址，實際放進 Google Sites 頁面預覽；若嵌入被阻擋，保留同一網址的外開備援。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這個練習把上午三個重點串起來：Gemini Notebook 可整理會議來源，既有 Gem 可固定摘要格式，Canvas 產出可操作介面，Google Sites 負責組織與分享。嵌入前一定要用合成資料或已授權內容驗證。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 Google Sites 完成 Canvas 會議紀錄系統的嵌入與分享；若作品需要版本化、程式碼維護或跨專案重用，再選 GitHub Pages。EZPage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Sites 的現場流程是準備分享網址、插入嵌入、調整版面、預覽並發布。請用 #84 會議紀錄平台的需求作為畫面參考；若 Canvas 網址回應拒絕嵌入，直接提供清楚的『在新分頁開啟』按鈕，不要為了嵌入而放寬資料權限。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秒：30 秒說明資料與使用者，45 秒操作作品，15 秒說明下一步。示範資料請使用合成或已授權內容；技術評論與 Agent 升級留到午後。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這張是上午與下午之間的生活哲學橋接。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講者觀察：Agent 讓我能完成很多以前想不到自己能做到的事，能力變得非常強大，就像擁有超能力一樣。現在 Agent 時代到來，讓人感覺「沒有你做不到的事，只有你想不到的事」。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但省下時間不等於要把行程塞滿。以前自己做完一件事就結束；現在有 AI 與 Agent 幫忙，常常只要原本 1/10 甚至 1/20 的時間，效率提升至少 20 倍，就會立刻想再做更多優化與改良。這張先請大家停一下，問自己：省下來的時間，我要拿來做什麼？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請把答案帶到下午最後的反思：培養興趣與未來志向、陪伴孩子與家人、和同儕與同事深入溝通，讓科技能力最後回到人的生活與關係。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本頁資源皆為公開網站入口，請依卡片名稱點擊或掃描 QR Code 開啟。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公開資源：研習資源導航</a:t>
            </a:r>
          </a:p>
          <a:p xmlns:a="http://schemas.openxmlformats.org/drawingml/2006/main">
            <a:r>
              <a:t>- 公開資源：開啟 Gemini Notebook</a:t>
            </a:r>
          </a:p>
          <a:p xmlns:a="http://schemas.openxmlformats.org/drawingml/2006/main">
            <a:r>
              <a:t>- 公開資源：建立自訂 Gem</a:t>
            </a:r>
          </a:p>
          <a:p xmlns:a="http://schemas.openxmlformats.org/drawingml/2006/main">
            <a:r>
              <a:t>- 公開資源：開啟 Gemini Canvas</a:t>
            </a:r>
          </a:p>
          <a:p xmlns:a="http://schemas.openxmlformats.org/drawingml/2006/main">
            <a:r>
              <a:t>- 公開資源：教學駕駛艙 GitHub repo</a:t>
            </a:r>
          </a:p>
          <a:p xmlns:a="http://schemas.openxmlformats.org/drawingml/2006/main">
            <a:r>
              <a:t>- 公開資源：教學駕駛艙公開網站</a:t>
            </a:r>
          </a:p>
          <a:p xmlns:a="http://schemas.openxmlformats.org/drawingml/2006/main">
            <a:r>
              <a:t>- 公開資源：教師會議紀錄系統（#84）</a:t>
            </a:r>
          </a:p>
          <a:p xmlns:a="http://schemas.openxmlformats.org/drawingml/2006/main">
            <a:r>
              <a:t>- 公開資源：建立 Google Sites</a:t>
            </a:r>
          </a:p>
          <a:p xmlns:a="http://schemas.openxmlformats.org/drawingml/2006/main">
            <a:r>
              <a:t>- 公開資源：開啟 GitHub Pages</a:t>
            </a:r>
          </a:p>
          <a:p xmlns:a="http://schemas.openxmlformats.org/drawingml/2006/main">
            <a:r>
              <a:t>- 公開資源：EZPage 一鍵部署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ac21dfdd2945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874231ac094606" /><Relationship Type="http://schemas.openxmlformats.org/officeDocument/2006/relationships/slideLayout" Target="/ppt/slideLayouts/slideLayout1.xml" Id="Rac2137b1015945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2137b1015945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44ccf30fd843bf" /><Relationship Type="http://schemas.openxmlformats.org/officeDocument/2006/relationships/image" Target="/ppt/media/image.png" Id="Rb4d482e922d0488a" /><Relationship Type="http://schemas.openxmlformats.org/officeDocument/2006/relationships/notesSlide" Target="/ppt/notesSlides/notesSlide1.xml" Id="Rf05a5dbc507b4f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2d7a551cb54abd" /><Relationship Type="http://schemas.openxmlformats.org/officeDocument/2006/relationships/hyperlink" Target="https://www.youtube.com/watch?v=LCEmiRjPEtQ" TargetMode="External" Id="R27ac1191e3d34242" /><Relationship Type="http://schemas.openxmlformats.org/officeDocument/2006/relationships/image" Target="/ppt/media/image2.png" Id="R6bbfdca7ac9841c0" /><Relationship Type="http://schemas.openxmlformats.org/officeDocument/2006/relationships/notesSlide" Target="/ppt/notesSlides/notesSlide2.xml" Id="R50e10ede5ab241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5e0273407e4b95" /><Relationship Type="http://schemas.openxmlformats.org/officeDocument/2006/relationships/hyperlink" Target="https://notebook.google.com/" TargetMode="External" Id="R1b0646f800f74094" /><Relationship Type="http://schemas.openxmlformats.org/officeDocument/2006/relationships/hyperlink" Target="https://gemini.google.com/app" TargetMode="External" Id="R9938ca50111d4834" /><Relationship Type="http://schemas.openxmlformats.org/officeDocument/2006/relationships/image" Target="/ppt/media/image3.png" Id="R0179410f5da5445d" /><Relationship Type="http://schemas.openxmlformats.org/officeDocument/2006/relationships/image" Target="/ppt/media/image4.png" Id="R755fb0abcd074685" /><Relationship Type="http://schemas.openxmlformats.org/officeDocument/2006/relationships/notesSlide" Target="/ppt/notesSlides/notesSlide3.xml" Id="R725c2747f17a4b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5024f497464844" /><Relationship Type="http://schemas.openxmlformats.org/officeDocument/2006/relationships/hyperlink" Target="https://notebook.google.com/" TargetMode="External" Id="R063216c385aa4e1e" /><Relationship Type="http://schemas.openxmlformats.org/officeDocument/2006/relationships/hyperlink" Target="https://gemini.google.com/app" TargetMode="External" Id="R659adc35e4ab4f80" /><Relationship Type="http://schemas.openxmlformats.org/officeDocument/2006/relationships/hyperlink" Target="https://antigravity.google/" TargetMode="External" Id="Rb0ab4c3497564804" /><Relationship Type="http://schemas.openxmlformats.org/officeDocument/2006/relationships/image" Target="/ppt/media/image5.png" Id="Rf12ed5dba0e74176" /><Relationship Type="http://schemas.openxmlformats.org/officeDocument/2006/relationships/image" Target="/ppt/media/image6.png" Id="R3010b181fe034173" /><Relationship Type="http://schemas.openxmlformats.org/officeDocument/2006/relationships/image" Target="/ppt/media/image7.png" Id="Rf2a6b3e24fe04c1e" /><Relationship Type="http://schemas.openxmlformats.org/officeDocument/2006/relationships/notesSlide" Target="/ppt/notesSlides/notesSlide4.xml" Id="R3e17fed7999c46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5fbcc84c0479b" /><Relationship Type="http://schemas.openxmlformats.org/officeDocument/2006/relationships/notesSlide" Target="/ppt/notesSlides/notesSlide5.xml" Id="R8663f27672ec42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6d92e63a4c4407" /><Relationship Type="http://schemas.openxmlformats.org/officeDocument/2006/relationships/notesSlide" Target="/ppt/notesSlides/notesSlide6.xml" Id="R40c165b98f1c46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a52b36e4ca4ad9" /><Relationship Type="http://schemas.openxmlformats.org/officeDocument/2006/relationships/notesSlide" Target="/ppt/notesSlides/notesSlide7.xml" Id="R8acd49075c9e4e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729b24c86f44c9" /><Relationship Type="http://schemas.openxmlformats.org/officeDocument/2006/relationships/notesSlide" Target="/ppt/notesSlides/notesSlide8.xml" Id="R24980eb78372402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aa5017b7f74823" /><Relationship Type="http://schemas.openxmlformats.org/officeDocument/2006/relationships/hyperlink" Target="https://www.typeless.com/" TargetMode="External" Id="Rd80bf9e989bb44af" /><Relationship Type="http://schemas.openxmlformats.org/officeDocument/2006/relationships/hyperlink" Target="https://notebook.google.com/" TargetMode="External" Id="Rddffb8d21586455c" /><Relationship Type="http://schemas.openxmlformats.org/officeDocument/2006/relationships/image" Target="/ppt/media/image8.png" Id="Rce59bd21aa934146" /><Relationship Type="http://schemas.openxmlformats.org/officeDocument/2006/relationships/image" Target="/ppt/media/image9.png" Id="Rf52515bc12c143ce" /><Relationship Type="http://schemas.openxmlformats.org/officeDocument/2006/relationships/notesSlide" Target="/ppt/notesSlides/notesSlide9.xml" Id="R718bc20d3d33446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e18acd89ee451a" /><Relationship Type="http://schemas.openxmlformats.org/officeDocument/2006/relationships/notesSlide" Target="/ppt/notesSlides/notesSlide10.xml" Id="Rf91a6f10951a46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fdbe0856a941d1" /><Relationship Type="http://schemas.openxmlformats.org/officeDocument/2006/relationships/notesSlide" Target="/ppt/notesSlides/notesSlide11.xml" Id="Ra9d2444d2cac444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9aec03bf824158" /><Relationship Type="http://schemas.openxmlformats.org/officeDocument/2006/relationships/notesSlide" Target="/ppt/notesSlides/notesSlide12.xml" Id="Rce8ceddb139f498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ef2585c1444e23" /><Relationship Type="http://schemas.openxmlformats.org/officeDocument/2006/relationships/notesSlide" Target="/ppt/notesSlides/notesSlide13.xml" Id="R76bf5b1940dc496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f70f2c4d53453d" /><Relationship Type="http://schemas.openxmlformats.org/officeDocument/2006/relationships/image" Target="/ppt/media/image10.png" Id="Ra093b7dbd07f4479" /><Relationship Type="http://schemas.openxmlformats.org/officeDocument/2006/relationships/hyperlink" Target="https://cagoooo.github.io/Akai/" TargetMode="External" Id="R01dc0865af8d4886" /><Relationship Type="http://schemas.openxmlformats.org/officeDocument/2006/relationships/image" Target="/ppt/media/image11.png" Id="Rf9543f5b83074941" /><Relationship Type="http://schemas.openxmlformats.org/officeDocument/2006/relationships/notesSlide" Target="/ppt/notesSlides/notesSlide14.xml" Id="Rc8200646fea24f7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27b8288a514df9" /><Relationship Type="http://schemas.openxmlformats.org/officeDocument/2006/relationships/hyperlink" Target="https://cagoooo.github.io/Akai/tool/91/" TargetMode="External" Id="R1d762f9e76354e9e" /><Relationship Type="http://schemas.openxmlformats.org/officeDocument/2006/relationships/image" Target="/ppt/media/image12.png" Id="R9d8877f968e54279" /><Relationship Type="http://schemas.openxmlformats.org/officeDocument/2006/relationships/hyperlink" Target="https://cagoooo.github.io/PhotoPoet/" TargetMode="External" Id="Rf158e0e4e9d84a8c" /><Relationship Type="http://schemas.openxmlformats.org/officeDocument/2006/relationships/image" Target="/ppt/media/image13.png" Id="Rc6d22b219e3044b7" /><Relationship Type="http://schemas.openxmlformats.org/officeDocument/2006/relationships/hyperlink" Target="https://cagoooo.github.io/Akai/tool/58/" TargetMode="External" Id="R122808a243ab43eb" /><Relationship Type="http://schemas.openxmlformats.org/officeDocument/2006/relationships/image" Target="/ppt/media/image14.png" Id="R8c8a0ee060064a6f" /><Relationship Type="http://schemas.openxmlformats.org/officeDocument/2006/relationships/hyperlink" Target="https://cagoooo.github.io/prepare/" TargetMode="External" Id="Rd6383e93fe4d431f" /><Relationship Type="http://schemas.openxmlformats.org/officeDocument/2006/relationships/image" Target="/ppt/media/image15.png" Id="R386ce40ff48f42a7" /><Relationship Type="http://schemas.openxmlformats.org/officeDocument/2006/relationships/hyperlink" Target="https://cagoooo.github.io/Akai/tool/11/" TargetMode="External" Id="R97ae4ab0013346e4" /><Relationship Type="http://schemas.openxmlformats.org/officeDocument/2006/relationships/image" Target="/ppt/media/image16.png" Id="R8ab669de797647af" /><Relationship Type="http://schemas.openxmlformats.org/officeDocument/2006/relationships/hyperlink" Target="https://cagoooo.github.io/Akailao/" TargetMode="External" Id="R6781f03d73244889" /><Relationship Type="http://schemas.openxmlformats.org/officeDocument/2006/relationships/image" Target="/ppt/media/image17.png" Id="R3e30ae6118d847b2" /><Relationship Type="http://schemas.openxmlformats.org/officeDocument/2006/relationships/notesSlide" Target="/ppt/notesSlides/notesSlide15.xml" Id="R399f5c2f80de423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18e2c9058f41f0" /><Relationship Type="http://schemas.openxmlformats.org/officeDocument/2006/relationships/hyperlink" Target="https://cagoooo.github.io/Akai/tool/3/" TargetMode="External" Id="Rf079a9f102204e35" /><Relationship Type="http://schemas.openxmlformats.org/officeDocument/2006/relationships/image" Target="/ppt/media/image18.png" Id="R4fb2de126a1346b3" /><Relationship Type="http://schemas.openxmlformats.org/officeDocument/2006/relationships/hyperlink" Target="https://cagoooo.github.io/vote/" TargetMode="External" Id="R76fc6422bbea4f2c" /><Relationship Type="http://schemas.openxmlformats.org/officeDocument/2006/relationships/image" Target="/ppt/media/image19.png" Id="Rdd7737a75af34d19" /><Relationship Type="http://schemas.openxmlformats.org/officeDocument/2006/relationships/hyperlink" Target="https://cagoooo.github.io/Akai/tool/24/" TargetMode="External" Id="R64d85489b1384208" /><Relationship Type="http://schemas.openxmlformats.org/officeDocument/2006/relationships/image" Target="/ppt/media/image20.png" Id="Rfaac3baeaefa406d" /><Relationship Type="http://schemas.openxmlformats.org/officeDocument/2006/relationships/hyperlink" Target="https://sites.google.com/mail2.smes.tyc.edu.tw/114teacher/" TargetMode="External" Id="Rade8632847b34cce" /><Relationship Type="http://schemas.openxmlformats.org/officeDocument/2006/relationships/image" Target="/ppt/media/image21.png" Id="R72f2999c45ca421d" /><Relationship Type="http://schemas.openxmlformats.org/officeDocument/2006/relationships/hyperlink" Target="https://cagoooo.github.io/Akai/tool/81/" TargetMode="External" Id="Rb5c7b0847a3b4b7f" /><Relationship Type="http://schemas.openxmlformats.org/officeDocument/2006/relationships/image" Target="/ppt/media/image22.png" Id="Rfcd01b9c7db54dc2" /><Relationship Type="http://schemas.openxmlformats.org/officeDocument/2006/relationships/hyperlink" Target="https://cagoooo.github.io/it-cockpit/" TargetMode="External" Id="R3a6e580e98024a49" /><Relationship Type="http://schemas.openxmlformats.org/officeDocument/2006/relationships/image" Target="/ppt/media/image23.png" Id="Ra68bc17e918c4d33" /><Relationship Type="http://schemas.openxmlformats.org/officeDocument/2006/relationships/notesSlide" Target="/ppt/notesSlides/notesSlide16.xml" Id="Re5af609dd7a54a3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fba4e106e45eb" /><Relationship Type="http://schemas.openxmlformats.org/officeDocument/2006/relationships/hyperlink" Target="https://www.typeless.com/" TargetMode="External" Id="R3b8e541878984a69" /><Relationship Type="http://schemas.openxmlformats.org/officeDocument/2006/relationships/hyperlink" Target="https://chatgpt.com/codex/" TargetMode="External" Id="Rc1256fef26c74cb3" /><Relationship Type="http://schemas.openxmlformats.org/officeDocument/2006/relationships/image" Target="/ppt/media/image24.png" Id="Rc8b153c45eaa42d0" /><Relationship Type="http://schemas.openxmlformats.org/officeDocument/2006/relationships/image" Target="/ppt/media/image25.png" Id="Rb15703c1fe714c7e" /><Relationship Type="http://schemas.openxmlformats.org/officeDocument/2006/relationships/notesSlide" Target="/ppt/notesSlides/notesSlide17.xml" Id="R3e5c7aa65355444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41903a7ab49c1" /><Relationship Type="http://schemas.openxmlformats.org/officeDocument/2006/relationships/hyperlink" Target="https://www.typeless.com/" TargetMode="External" Id="Red5a0a2ead6c4b20" /><Relationship Type="http://schemas.openxmlformats.org/officeDocument/2006/relationships/hyperlink" Target="https://chatgpt.com/codex/" TargetMode="External" Id="R3cc749c27d3e439b" /><Relationship Type="http://schemas.openxmlformats.org/officeDocument/2006/relationships/image" Target="/ppt/media/image26.png" Id="R88cee0fffd684e28" /><Relationship Type="http://schemas.openxmlformats.org/officeDocument/2006/relationships/image" Target="/ppt/media/image27.png" Id="R2bff44aba3554ac4" /><Relationship Type="http://schemas.openxmlformats.org/officeDocument/2006/relationships/notesSlide" Target="/ppt/notesSlides/notesSlide18.xml" Id="Ra4069154880749c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56b82d5e444cb7" /><Relationship Type="http://schemas.openxmlformats.org/officeDocument/2006/relationships/hyperlink" Target="https://www.typeless.com/downloads" TargetMode="External" Id="R17c89b1251b740c8" /><Relationship Type="http://schemas.openxmlformats.org/officeDocument/2006/relationships/hyperlink" Target="https://chatgpt.com/codex/" TargetMode="External" Id="R4dea69e12057462b" /><Relationship Type="http://schemas.openxmlformats.org/officeDocument/2006/relationships/image" Target="/ppt/media/image28.png" Id="R9e5848ef5e6249fc" /><Relationship Type="http://schemas.openxmlformats.org/officeDocument/2006/relationships/image" Target="/ppt/media/image29.png" Id="Rf2fb85a1966c406a" /><Relationship Type="http://schemas.openxmlformats.org/officeDocument/2006/relationships/notesSlide" Target="/ppt/notesSlides/notesSlide19.xml" Id="R1126076274e04b1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64233d9d94fd1" /><Relationship Type="http://schemas.openxmlformats.org/officeDocument/2006/relationships/hyperlink" Target="https://www.typeless.com/" TargetMode="External" Id="Rbd83fbd4f3bf4386" /><Relationship Type="http://schemas.openxmlformats.org/officeDocument/2006/relationships/hyperlink" Target="https://chatgpt.com/codex/" TargetMode="External" Id="R97f8b2bd22444dd4" /><Relationship Type="http://schemas.openxmlformats.org/officeDocument/2006/relationships/hyperlink" Target="https://notebook.google.com/" TargetMode="External" Id="R6712cad3a96e439e" /><Relationship Type="http://schemas.openxmlformats.org/officeDocument/2006/relationships/image" Target="/ppt/media/image30.png" Id="Rf7657833fdac457c" /><Relationship Type="http://schemas.openxmlformats.org/officeDocument/2006/relationships/image" Target="/ppt/media/image31.png" Id="Rb3564a31ef5b47b3" /><Relationship Type="http://schemas.openxmlformats.org/officeDocument/2006/relationships/notesSlide" Target="/ppt/notesSlides/notesSlide20.xml" Id="R8a84ca603da2454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b25c9a384e4d65" /><Relationship Type="http://schemas.openxmlformats.org/officeDocument/2006/relationships/notesSlide" Target="/ppt/notesSlides/notesSlide21.xml" Id="R4e667e0d111f44b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a49dbe7e594571" /><Relationship Type="http://schemas.openxmlformats.org/officeDocument/2006/relationships/hyperlink" Target="https://notebook.google.com/" TargetMode="External" Id="Re1743dbbf6d64ba5" /><Relationship Type="http://schemas.openxmlformats.org/officeDocument/2006/relationships/image" Target="/ppt/media/image32.png" Id="R8a9687f6a009483d" /><Relationship Type="http://schemas.openxmlformats.org/officeDocument/2006/relationships/notesSlide" Target="/ppt/notesSlides/notesSlide22.xml" Id="R28ba679677c34c9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1385e05cd4f55" /><Relationship Type="http://schemas.openxmlformats.org/officeDocument/2006/relationships/hyperlink" Target="https://notebook.google.com/" TargetMode="External" Id="R859b81497c494fb8" /><Relationship Type="http://schemas.openxmlformats.org/officeDocument/2006/relationships/image" Target="/ppt/media/image33.png" Id="R84f21a1586864e23" /><Relationship Type="http://schemas.openxmlformats.org/officeDocument/2006/relationships/notesSlide" Target="/ppt/notesSlides/notesSlide23.xml" Id="Rec04fd919aa94a3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37d22fc4d24f0a" /><Relationship Type="http://schemas.openxmlformats.org/officeDocument/2006/relationships/hyperlink" Target="https://notebook.google.com/" TargetMode="External" Id="R3da025dcf7304b54" /><Relationship Type="http://schemas.openxmlformats.org/officeDocument/2006/relationships/image" Target="/ppt/media/image34.png" Id="R07259984a3cb49e5" /><Relationship Type="http://schemas.openxmlformats.org/officeDocument/2006/relationships/notesSlide" Target="/ppt/notesSlides/notesSlide24.xml" Id="Rb34f990b5b29498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cf3a721294d3a" /><Relationship Type="http://schemas.openxmlformats.org/officeDocument/2006/relationships/hyperlink" Target="https://notebook.google.com/" TargetMode="External" Id="R2bfe64e7714f4d8c" /><Relationship Type="http://schemas.openxmlformats.org/officeDocument/2006/relationships/hyperlink" Target="https://github.com/cagoooo/it-cockpit" TargetMode="External" Id="R7f03110027f84367" /><Relationship Type="http://schemas.openxmlformats.org/officeDocument/2006/relationships/hyperlink" Target="https://cagoooo.github.io/it-cockpit/" TargetMode="External" Id="R2d2b6cc9f4754009" /><Relationship Type="http://schemas.openxmlformats.org/officeDocument/2006/relationships/image" Target="/ppt/media/image35.png" Id="R9e7d971d30264abb" /><Relationship Type="http://schemas.openxmlformats.org/officeDocument/2006/relationships/image" Target="/ppt/media/image36.png" Id="Re0dfd5741df14e4a" /><Relationship Type="http://schemas.openxmlformats.org/officeDocument/2006/relationships/image" Target="/ppt/media/image37.png" Id="R2a68188d0bea4aad" /><Relationship Type="http://schemas.openxmlformats.org/officeDocument/2006/relationships/notesSlide" Target="/ppt/notesSlides/notesSlide25.xml" Id="R75388ad2a9d544c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2c3e8d982248bb" /><Relationship Type="http://schemas.openxmlformats.org/officeDocument/2006/relationships/hyperlink" Target="https://notebook.google.com/" TargetMode="External" Id="R3bbe7a7636f144b5" /><Relationship Type="http://schemas.openxmlformats.org/officeDocument/2006/relationships/hyperlink" Target="https://cagoooo.github.io/it-cockpit/" TargetMode="External" Id="R18ce6662d8d145ef" /><Relationship Type="http://schemas.openxmlformats.org/officeDocument/2006/relationships/image" Target="/ppt/media/image38.png" Id="R6c99d36a31aa46e1" /><Relationship Type="http://schemas.openxmlformats.org/officeDocument/2006/relationships/image" Target="/ppt/media/image39.png" Id="R94fbbf20bedb421f" /><Relationship Type="http://schemas.openxmlformats.org/officeDocument/2006/relationships/notesSlide" Target="/ppt/notesSlides/notesSlide26.xml" Id="R6c299e189e76477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df886f3064406" /><Relationship Type="http://schemas.openxmlformats.org/officeDocument/2006/relationships/hyperlink" Target="https://notebook.google.com/" TargetMode="External" Id="Rb50bef5b189b4d29" /><Relationship Type="http://schemas.openxmlformats.org/officeDocument/2006/relationships/image" Target="/ppt/media/image40.png" Id="R436f578aa75b4b0e" /><Relationship Type="http://schemas.openxmlformats.org/officeDocument/2006/relationships/notesSlide" Target="/ppt/notesSlides/notesSlide27.xml" Id="Rb48bcc5c8e0747e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b5265b678a479e" /><Relationship Type="http://schemas.openxmlformats.org/officeDocument/2006/relationships/hyperlink" Target="https://notebook.google.com/" TargetMode="External" Id="R5fe557a2738f4807" /><Relationship Type="http://schemas.openxmlformats.org/officeDocument/2006/relationships/image" Target="/ppt/media/image41.png" Id="Rb617e352105b40b3" /><Relationship Type="http://schemas.openxmlformats.org/officeDocument/2006/relationships/notesSlide" Target="/ppt/notesSlides/notesSlide28.xml" Id="R9091c2932b9742e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f51a3d6234337" /><Relationship Type="http://schemas.openxmlformats.org/officeDocument/2006/relationships/hyperlink" Target="https://notebook.google.com/" TargetMode="External" Id="R43679a84f5b6410f" /><Relationship Type="http://schemas.openxmlformats.org/officeDocument/2006/relationships/image" Target="/ppt/media/image42.png" Id="Rb4b7e56e4ddc46f2" /><Relationship Type="http://schemas.openxmlformats.org/officeDocument/2006/relationships/notesSlide" Target="/ppt/notesSlides/notesSlide29.xml" Id="Rb49d3b07db884c9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7006f4a056454b" /><Relationship Type="http://schemas.openxmlformats.org/officeDocument/2006/relationships/hyperlink" Target="https://gemini.google.com/gems/create" TargetMode="External" Id="R68f60a5255bc4301" /><Relationship Type="http://schemas.openxmlformats.org/officeDocument/2006/relationships/image" Target="/ppt/media/image43.png" Id="R327e47d783bd432b" /><Relationship Type="http://schemas.openxmlformats.org/officeDocument/2006/relationships/notesSlide" Target="/ppt/notesSlides/notesSlide30.xml" Id="R2f73f97fd257438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5d524e38b405c" /><Relationship Type="http://schemas.openxmlformats.org/officeDocument/2006/relationships/hyperlink" Target="https://gemini.google.com/gems/create" TargetMode="External" Id="Rb1acb6df9f8744e6" /><Relationship Type="http://schemas.openxmlformats.org/officeDocument/2006/relationships/image" Target="/ppt/media/image44.png" Id="R09086f8f4afa43ea" /><Relationship Type="http://schemas.openxmlformats.org/officeDocument/2006/relationships/notesSlide" Target="/ppt/notesSlides/notesSlide31.xml" Id="R52ca378476724c6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a57cead1bd4020" /><Relationship Type="http://schemas.openxmlformats.org/officeDocument/2006/relationships/hyperlink" Target="https://gemini.google.com/gems/create" TargetMode="External" Id="R97ff4a821cec45c8" /><Relationship Type="http://schemas.openxmlformats.org/officeDocument/2006/relationships/image" Target="/ppt/media/image45.png" Id="R2d1ebdd345f1438a" /><Relationship Type="http://schemas.openxmlformats.org/officeDocument/2006/relationships/notesSlide" Target="/ppt/notesSlides/notesSlide32.xml" Id="Rb451375617064fb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a1dd9dc0b14be3" /><Relationship Type="http://schemas.openxmlformats.org/officeDocument/2006/relationships/hyperlink" Target="https://gemini.google.com/gems/create" TargetMode="External" Id="Rbce0e4c910314ccd" /><Relationship Type="http://schemas.openxmlformats.org/officeDocument/2006/relationships/image" Target="/ppt/media/image46.png" Id="R9aecb683748d42ee" /><Relationship Type="http://schemas.openxmlformats.org/officeDocument/2006/relationships/notesSlide" Target="/ppt/notesSlides/notesSlide33.xml" Id="R2727e15018674db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c6bedaba4421d" /><Relationship Type="http://schemas.openxmlformats.org/officeDocument/2006/relationships/hyperlink" Target="https://gemini.google.com/gems/create" TargetMode="External" Id="R56f963e15e174b86" /><Relationship Type="http://schemas.openxmlformats.org/officeDocument/2006/relationships/image" Target="/ppt/media/image47.png" Id="Rcf59a6df37ca4668" /><Relationship Type="http://schemas.openxmlformats.org/officeDocument/2006/relationships/notesSlide" Target="/ppt/notesSlides/notesSlide34.xml" Id="R257e8087ba57491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9333fbb59d48ff" /><Relationship Type="http://schemas.openxmlformats.org/officeDocument/2006/relationships/hyperlink" Target="https://gemini.google.com/gems/create" TargetMode="External" Id="R5e0777d9568a4e66" /><Relationship Type="http://schemas.openxmlformats.org/officeDocument/2006/relationships/image" Target="/ppt/media/image48.png" Id="R8c1cf1da5d4344c3" /><Relationship Type="http://schemas.openxmlformats.org/officeDocument/2006/relationships/notesSlide" Target="/ppt/notesSlides/notesSlide35.xml" Id="Rc4d1c07cd8cf4260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56ece93af74bc0" /><Relationship Type="http://schemas.openxmlformats.org/officeDocument/2006/relationships/hyperlink" Target="https://gemini.google.com/app" TargetMode="External" Id="R090249009c8d4e14" /><Relationship Type="http://schemas.openxmlformats.org/officeDocument/2006/relationships/image" Target="/ppt/media/image49.png" Id="R0a7405ebec4f4aa3" /><Relationship Type="http://schemas.openxmlformats.org/officeDocument/2006/relationships/notesSlide" Target="/ppt/notesSlides/notesSlide36.xml" Id="Rca2738203042425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9c69abec245f0" /><Relationship Type="http://schemas.openxmlformats.org/officeDocument/2006/relationships/hyperlink" Target="https://gemini.google.com/app" TargetMode="External" Id="R4f3a5b6c942a44c5" /><Relationship Type="http://schemas.openxmlformats.org/officeDocument/2006/relationships/image" Target="/ppt/media/image50.png" Id="Rf069fdeebb244684" /><Relationship Type="http://schemas.openxmlformats.org/officeDocument/2006/relationships/notesSlide" Target="/ppt/notesSlides/notesSlide37.xml" Id="R374982736e0a4c1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dfd1a18174f90" /><Relationship Type="http://schemas.openxmlformats.org/officeDocument/2006/relationships/hyperlink" Target="https://gemini.google.com/app" TargetMode="External" Id="R78ba5de8faa04896" /><Relationship Type="http://schemas.openxmlformats.org/officeDocument/2006/relationships/hyperlink" Target="https://cagoooo.github.io/domain-meeting-go/" TargetMode="External" Id="Rb3ead4cbec944ca0" /><Relationship Type="http://schemas.openxmlformats.org/officeDocument/2006/relationships/image" Target="/ppt/media/image51.png" Id="Ra7069c86cb3c4f51" /><Relationship Type="http://schemas.openxmlformats.org/officeDocument/2006/relationships/image" Target="/ppt/media/image52.png" Id="Rc4adaa7128b5431e" /><Relationship Type="http://schemas.openxmlformats.org/officeDocument/2006/relationships/notesSlide" Target="/ppt/notesSlides/notesSlide38.xml" Id="Rfb3dad7507eb4a7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4bd703ae64521" /><Relationship Type="http://schemas.openxmlformats.org/officeDocument/2006/relationships/hyperlink" Target="https://gemini.google.com/app" TargetMode="External" Id="R347c1cf502844d24" /><Relationship Type="http://schemas.openxmlformats.org/officeDocument/2006/relationships/hyperlink" Target="https://cagoooo.github.io/domain-meeting-go/" TargetMode="External" Id="R8ecb2ac7c5b94928" /><Relationship Type="http://schemas.openxmlformats.org/officeDocument/2006/relationships/hyperlink" Target="https://sites.google.com/mail2.smes.tyc.edu.tw/114teacher/" TargetMode="External" Id="R7f372abcf300413e" /><Relationship Type="http://schemas.openxmlformats.org/officeDocument/2006/relationships/image" Target="/ppt/media/image53.png" Id="R0344a517174f49dc" /><Relationship Type="http://schemas.openxmlformats.org/officeDocument/2006/relationships/image" Target="/ppt/media/image54.png" Id="R38dfc667c10045e6" /><Relationship Type="http://schemas.openxmlformats.org/officeDocument/2006/relationships/image" Target="/ppt/media/image55.png" Id="R6b1f373687dd44d3" /><Relationship Type="http://schemas.openxmlformats.org/officeDocument/2006/relationships/notesSlide" Target="/ppt/notesSlides/notesSlide39.xml" Id="Re896d4834c0146a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5cdbc9cbe40bf" /><Relationship Type="http://schemas.openxmlformats.org/officeDocument/2006/relationships/hyperlink" Target="https://sites.google.com/new" TargetMode="External" Id="R6eb5c297e5754384" /><Relationship Type="http://schemas.openxmlformats.org/officeDocument/2006/relationships/hyperlink" Target="https://cagoooo.github.io/domain-meeting-go/" TargetMode="External" Id="R1920a33f7fac434d" /><Relationship Type="http://schemas.openxmlformats.org/officeDocument/2006/relationships/image" Target="/ppt/media/image56.png" Id="R4120f49907d3458e" /><Relationship Type="http://schemas.openxmlformats.org/officeDocument/2006/relationships/image" Target="/ppt/media/image57.png" Id="R2a3faf3456774060" /><Relationship Type="http://schemas.openxmlformats.org/officeDocument/2006/relationships/notesSlide" Target="/ppt/notesSlides/notesSlide40.xml" Id="Rd3e8bb48c4314a52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ab916f7b34892" /><Relationship Type="http://schemas.openxmlformats.org/officeDocument/2006/relationships/hyperlink" Target="https://sites.google.com/new" TargetMode="External" Id="Re2ece8ae526846f1" /><Relationship Type="http://schemas.openxmlformats.org/officeDocument/2006/relationships/hyperlink" Target="https://pages.github.com/" TargetMode="External" Id="R725f7ab5258643be" /><Relationship Type="http://schemas.openxmlformats.org/officeDocument/2006/relationships/hyperlink" Target="https://gg90052.github.io/ezpage/" TargetMode="External" Id="R721c783380f24c1d" /><Relationship Type="http://schemas.openxmlformats.org/officeDocument/2006/relationships/image" Target="/ppt/media/image58.png" Id="R541ce9b579cc4454" /><Relationship Type="http://schemas.openxmlformats.org/officeDocument/2006/relationships/image" Target="/ppt/media/image59.png" Id="Rf810e04ece664302" /><Relationship Type="http://schemas.openxmlformats.org/officeDocument/2006/relationships/image" Target="/ppt/media/image60.png" Id="R9a77ad91992e479d" /><Relationship Type="http://schemas.openxmlformats.org/officeDocument/2006/relationships/notesSlide" Target="/ppt/notesSlides/notesSlide41.xml" Id="Rd7e2c89a83ff43d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95822e0b2a43b9" /><Relationship Type="http://schemas.openxmlformats.org/officeDocument/2006/relationships/hyperlink" Target="https://sites.google.com/new" TargetMode="External" Id="R465fb960e509458f" /><Relationship Type="http://schemas.openxmlformats.org/officeDocument/2006/relationships/hyperlink" Target="https://sites.google.com/mail2.smes.tyc.edu.tw/114teacher/" TargetMode="External" Id="R12c8c2aeaf254b1a" /><Relationship Type="http://schemas.openxmlformats.org/officeDocument/2006/relationships/image" Target="/ppt/media/image61.png" Id="Rcd92f65711e74fb6" /><Relationship Type="http://schemas.openxmlformats.org/officeDocument/2006/relationships/image" Target="/ppt/media/image62.png" Id="R473f267857b54955" /><Relationship Type="http://schemas.openxmlformats.org/officeDocument/2006/relationships/notesSlide" Target="/ppt/notesSlides/notesSlide42.xml" Id="R7075a822ca5d41e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29c4d9c0814da0" /><Relationship Type="http://schemas.openxmlformats.org/officeDocument/2006/relationships/hyperlink" Target="https://pages.github.com/" TargetMode="External" Id="R013cb96e28784bd2" /><Relationship Type="http://schemas.openxmlformats.org/officeDocument/2006/relationships/image" Target="/ppt/media/image63.png" Id="R4620603f7cec4529" /><Relationship Type="http://schemas.openxmlformats.org/officeDocument/2006/relationships/notesSlide" Target="/ppt/notesSlides/notesSlide43.xml" Id="Racafad6872c54e1d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6e24549643494d" /><Relationship Type="http://schemas.openxmlformats.org/officeDocument/2006/relationships/hyperlink" Target="https://gg90052.github.io/ezpage/" TargetMode="External" Id="Ra7bcdb1092fe4030" /><Relationship Type="http://schemas.openxmlformats.org/officeDocument/2006/relationships/image" Target="/ppt/media/image64.png" Id="R782862708c7446c9" /><Relationship Type="http://schemas.openxmlformats.org/officeDocument/2006/relationships/notesSlide" Target="/ppt/notesSlides/notesSlide44.xml" Id="R3735e804b8634d12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82a929679f40ef" /><Relationship Type="http://schemas.openxmlformats.org/officeDocument/2006/relationships/hyperlink" Target="https://notebook.google.com/" TargetMode="External" Id="R8ebc0523230841b9" /><Relationship Type="http://schemas.openxmlformats.org/officeDocument/2006/relationships/hyperlink" Target="https://cagoooo.github.io/domain-meeting-go/" TargetMode="External" Id="Re1f402b7ab604ee3" /><Relationship Type="http://schemas.openxmlformats.org/officeDocument/2006/relationships/hyperlink" Target="https://sites.google.com/mail2.smes.tyc.edu.tw/114teacher/" TargetMode="External" Id="Rb889e4a18c454356" /><Relationship Type="http://schemas.openxmlformats.org/officeDocument/2006/relationships/image" Target="/ppt/media/image65.png" Id="Reed01435d2e94b94" /><Relationship Type="http://schemas.openxmlformats.org/officeDocument/2006/relationships/image" Target="/ppt/media/image66.png" Id="Rbc407246446b4cb3" /><Relationship Type="http://schemas.openxmlformats.org/officeDocument/2006/relationships/image" Target="/ppt/media/image67.png" Id="R568c43f5125f4102" /><Relationship Type="http://schemas.openxmlformats.org/officeDocument/2006/relationships/notesSlide" Target="/ppt/notesSlides/notesSlide45.xml" Id="R72f1fbb84cf34d6b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f106ecceb6467b" /><Relationship Type="http://schemas.openxmlformats.org/officeDocument/2006/relationships/notesSlide" Target="/ppt/notesSlides/notesSlide46.xml" Id="Rffe9290f68544b65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9c3b2f41e4b43" /><Relationship Type="http://schemas.openxmlformats.org/officeDocument/2006/relationships/hyperlink" Target="https://cagoooo.github.io/ncu-ai-agent-workshop-20260826/START_HERE_%E7%A0%94%E7%BF%92%E8%B3%87%E6%BA%90%E5%B0%8E%E8%88%AA.html" TargetMode="External" Id="Rea89047d9ddc4a79" /><Relationship Type="http://schemas.openxmlformats.org/officeDocument/2006/relationships/image" Target="/ppt/media/image68.png" Id="Rc2ceaf5ae4b04db4" /><Relationship Type="http://schemas.openxmlformats.org/officeDocument/2006/relationships/hyperlink" Target="https://notebook.google.com/" TargetMode="External" Id="R24c779c6a0b94aa8" /><Relationship Type="http://schemas.openxmlformats.org/officeDocument/2006/relationships/image" Target="/ppt/media/image69.png" Id="Rb5630e6adfe84558" /><Relationship Type="http://schemas.openxmlformats.org/officeDocument/2006/relationships/hyperlink" Target="https://gemini.google.com/gems/create" TargetMode="External" Id="R12d7897e74134073" /><Relationship Type="http://schemas.openxmlformats.org/officeDocument/2006/relationships/image" Target="/ppt/media/image70.png" Id="Rba435b5a9e4e4b15" /><Relationship Type="http://schemas.openxmlformats.org/officeDocument/2006/relationships/hyperlink" Target="https://gemini.google.com/app" TargetMode="External" Id="R8db01ca75f3a42a1" /><Relationship Type="http://schemas.openxmlformats.org/officeDocument/2006/relationships/image" Target="/ppt/media/image71.png" Id="Rf32b01d6df604983" /><Relationship Type="http://schemas.openxmlformats.org/officeDocument/2006/relationships/hyperlink" Target="https://github.com/cagoooo/it-cockpit" TargetMode="External" Id="Rbeb7263ca05e488a" /><Relationship Type="http://schemas.openxmlformats.org/officeDocument/2006/relationships/image" Target="/ppt/media/image72.png" Id="R50236ad8a8894f6a" /><Relationship Type="http://schemas.openxmlformats.org/officeDocument/2006/relationships/hyperlink" Target="https://cagoooo.github.io/it-cockpit/" TargetMode="External" Id="R28389004308f4326" /><Relationship Type="http://schemas.openxmlformats.org/officeDocument/2006/relationships/image" Target="/ppt/media/image73.png" Id="Ree26c5945d53441e" /><Relationship Type="http://schemas.openxmlformats.org/officeDocument/2006/relationships/hyperlink" Target="https://cagoooo.github.io/domain-meeting-go/" TargetMode="External" Id="R7735899f0e89482e" /><Relationship Type="http://schemas.openxmlformats.org/officeDocument/2006/relationships/image" Target="/ppt/media/image74.png" Id="R88e7379bcfcf41e0" /><Relationship Type="http://schemas.openxmlformats.org/officeDocument/2006/relationships/hyperlink" Target="https://sites.google.com/new" TargetMode="External" Id="Rc9a5c4ce3b7244ca" /><Relationship Type="http://schemas.openxmlformats.org/officeDocument/2006/relationships/image" Target="/ppt/media/image75.png" Id="R11de59b8cada4c11" /><Relationship Type="http://schemas.openxmlformats.org/officeDocument/2006/relationships/hyperlink" Target="https://pages.github.com/" TargetMode="External" Id="R98671795919149ec" /><Relationship Type="http://schemas.openxmlformats.org/officeDocument/2006/relationships/image" Target="/ppt/media/image76.png" Id="R6a74cf23aea340e7" /><Relationship Type="http://schemas.openxmlformats.org/officeDocument/2006/relationships/hyperlink" Target="https://gg90052.github.io/ezpage/" TargetMode="External" Id="R9430ffb83ffa4021" /><Relationship Type="http://schemas.openxmlformats.org/officeDocument/2006/relationships/image" Target="/ppt/media/image77.png" Id="R81b21e1f675b44f4" /><Relationship Type="http://schemas.openxmlformats.org/officeDocument/2006/relationships/notesSlide" Target="/ppt/notesSlides/notesSlide47.xml" Id="R42469784fa1e46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d482e922d0488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CDBD8EF9-5B8B-4483-AC5C-998E514D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670E828-3879-4118-A9BF-B9B479A8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2209E73-B56E-4A93-8989-00CF8E18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0AB2CEB6-DF7C-407A-AA2B-B8DB2C57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13F12C3E-5C69-4032-A248-2219E7C4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87C2F730-D541-4B14-9894-48FA9527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Agent｜用 AI 降本增效，讓專業飛得更高更遠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E77F0512-4D8A-47A9-B960-B8BFFB1F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4192929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8">
            <a:extLst xmlns:a="http://schemas.openxmlformats.org/drawingml/2006/main">
              <a:ext uri="{FF2B5EF4-FFF2-40B4-BE49-F238E27FC236}">
                <a16:creationId xmlns:a16="http://schemas.microsoft.com/office/drawing/2014/main" id="{EF38CC79-CBCF-4191-B016-4F39E37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VIBE CODING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6F55B4-B194-4414-9EBC-C40E139B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Vibe Coding：靈感一來，就開始做</a:t>
            </a:r>
          </a:p>
        </p:txBody>
      </p:sp>
      <p:cxnSp>
        <p:nvCxnSpPr>
          <p:cNvPr id="28" name="shape-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A695AD27-DFFD-4E01-9DCC-62451DB1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BFEC5DF-085A-4E34-B81B-131B52AD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1">
            <a:extLst xmlns:a="http://schemas.openxmlformats.org/drawingml/2006/main">
              <a:ext uri="{FF2B5EF4-FFF2-40B4-BE49-F238E27FC236}">
                <a16:creationId xmlns:a16="http://schemas.microsoft.com/office/drawing/2014/main" id="{1482B062-4984-4EB1-9320-3EDE2A85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2">
            <a:extLst xmlns:a="http://schemas.openxmlformats.org/drawingml/2006/main">
              <a:ext uri="{FF2B5EF4-FFF2-40B4-BE49-F238E27FC236}">
                <a16:creationId xmlns:a16="http://schemas.microsoft.com/office/drawing/2014/main" id="{81023757-34BD-4AFD-AB6F-FA1F7007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2323ADB8-E76E-4EF5-B68F-F52B50CF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一個 vibe</a:t>
            </a:r>
          </a:p>
        </p:txBody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1032A9A8-980B-43D4-93BE-9C53252C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早上醒來靈光一閃，突然知道想做什麼；先把念頭抓住，不必等自己會寫程式。</a:t>
            </a:r>
          </a:p>
        </p:txBody>
      </p:sp>
      <p:sp>
        <p:nvSpPr>
          <p:cNvPr id="10" name="shape-15">
            <a:extLst xmlns:a="http://schemas.openxmlformats.org/drawingml/2006/main">
              <a:ext uri="{FF2B5EF4-FFF2-40B4-BE49-F238E27FC236}">
                <a16:creationId xmlns:a16="http://schemas.microsoft.com/office/drawing/2014/main" id="{56EC2AFF-EB48-403E-B0D6-2A8BBEFB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6">
            <a:extLst xmlns:a="http://schemas.openxmlformats.org/drawingml/2006/main">
              <a:ext uri="{FF2B5EF4-FFF2-40B4-BE49-F238E27FC236}">
                <a16:creationId xmlns:a16="http://schemas.microsoft.com/office/drawing/2014/main" id="{5C95D5A8-A13D-4DC2-8420-B0B8134D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7">
            <a:extLst xmlns:a="http://schemas.openxmlformats.org/drawingml/2006/main">
              <a:ext uri="{FF2B5EF4-FFF2-40B4-BE49-F238E27FC236}">
                <a16:creationId xmlns:a16="http://schemas.microsoft.com/office/drawing/2014/main" id="{DC2BB05D-8186-45AF-B23D-809D2A55B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直接說出來</a:t>
            </a:r>
          </a:p>
        </p:txBody>
      </p:sp>
      <p:sp>
        <p:nvSpPr>
          <p:cNvPr id="13" name="text-18">
            <a:extLst xmlns:a="http://schemas.openxmlformats.org/drawingml/2006/main">
              <a:ext uri="{FF2B5EF4-FFF2-40B4-BE49-F238E27FC236}">
                <a16:creationId xmlns:a16="http://schemas.microsoft.com/office/drawing/2014/main" id="{A57EB883-CB1E-46BC-94DD-F81F7217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用自然語言告訴 AI／Agent 目標、對象、限制與期待的成果。</a:t>
            </a:r>
          </a:p>
        </p:txBody>
      </p:sp>
      <p:sp>
        <p:nvSpPr>
          <p:cNvPr id="14" name="shape-19">
            <a:extLst xmlns:a="http://schemas.openxmlformats.org/drawingml/2006/main">
              <a:ext uri="{FF2B5EF4-FFF2-40B4-BE49-F238E27FC236}">
                <a16:creationId xmlns:a16="http://schemas.microsoft.com/office/drawing/2014/main" id="{7EB756B7-E854-4538-B2CF-C595DF338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62963BF0-4DEF-426E-BA11-CCA0AA3C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BE8126BF-AC91-461A-831D-DE5F39E9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讓工具接手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DBAAAB56-7F83-4CE6-973F-3B04CF55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Agent 可以協助寫程式、做介面、串資料與測試，把想法推成可操作的原型。</a:t>
            </a:r>
          </a:p>
        </p:txBody>
      </p:sp>
      <p:sp>
        <p:nvSpPr>
          <p:cNvPr id="18" name="shape-23">
            <a:extLst xmlns:a="http://schemas.openxmlformats.org/drawingml/2006/main">
              <a:ext uri="{FF2B5EF4-FFF2-40B4-BE49-F238E27FC236}">
                <a16:creationId xmlns:a16="http://schemas.microsoft.com/office/drawing/2014/main" id="{E9E404F2-BCDB-4DBF-B6A5-55C20F67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4">
            <a:extLst xmlns:a="http://schemas.openxmlformats.org/drawingml/2006/main">
              <a:ext uri="{FF2B5EF4-FFF2-40B4-BE49-F238E27FC236}">
                <a16:creationId xmlns:a16="http://schemas.microsoft.com/office/drawing/2014/main" id="{56E6C362-8F7A-4D62-8BE4-D6E7DC7C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5">
            <a:extLst xmlns:a="http://schemas.openxmlformats.org/drawingml/2006/main">
              <a:ext uri="{FF2B5EF4-FFF2-40B4-BE49-F238E27FC236}">
                <a16:creationId xmlns:a16="http://schemas.microsoft.com/office/drawing/2014/main" id="{B2964D50-4D6B-4808-9038-950264A6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人來校準</a:t>
            </a:r>
          </a:p>
        </p:txBody>
      </p:sp>
      <p:sp>
        <p:nvSpPr>
          <p:cNvPr id="21" name="text-26">
            <a:extLst xmlns:a="http://schemas.openxmlformats.org/drawingml/2006/main">
              <a:ext uri="{FF2B5EF4-FFF2-40B4-BE49-F238E27FC236}">
                <a16:creationId xmlns:a16="http://schemas.microsoft.com/office/drawing/2014/main" id="{9B045D01-BFED-4FA4-BD06-586ED504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試用、提問、修正與驗證，保留目的、品質與責任；靈感不是免除判斷。</a:t>
            </a:r>
          </a:p>
        </p:txBody>
      </p:sp>
      <p:sp>
        <p:nvSpPr>
          <p:cNvPr id="22" name="text-891">
            <a:extLst xmlns:a="http://schemas.openxmlformats.org/drawingml/2006/main">
              <a:ext uri="{FF2B5EF4-FFF2-40B4-BE49-F238E27FC236}">
                <a16:creationId xmlns:a16="http://schemas.microsoft.com/office/drawing/2014/main" id="{CB7134E4-C264-4633-9C93-B9A07E33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7ac1191e3d34242"/>
              </a:rPr>
              <a:t>Andrej Karpathy：Vibe Coding ↗</a:t>
            </a:r>
          </a:p>
        </p:txBody>
      </p:sp>
      <p:sp>
        <p:nvSpPr>
          <p:cNvPr id="23" name="shape-894">
            <a:extLst xmlns:a="http://schemas.openxmlformats.org/drawingml/2006/main">
              <a:ext uri="{FF2B5EF4-FFF2-40B4-BE49-F238E27FC236}">
                <a16:creationId xmlns:a16="http://schemas.microsoft.com/office/drawing/2014/main" id="{C915F35B-0F70-4B5B-B1DC-3D5C9A55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bfdca7ac9841c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895">
            <a:extLst xmlns:a="http://schemas.openxmlformats.org/drawingml/2006/main">
              <a:ext uri="{FF2B5EF4-FFF2-40B4-BE49-F238E27FC236}">
                <a16:creationId xmlns:a16="http://schemas.microsoft.com/office/drawing/2014/main" id="{73CB2A4C-491B-4644-9431-2AABD231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Vibe Coding</a:t>
            </a:r>
          </a:p>
        </p:txBody>
      </p:sp>
    </p:spTree>
    <p:extLst>
      <p:ext uri="{BB962C8B-B14F-4D97-AF65-F5344CB8AC3E}">
        <p14:creationId xmlns:p14="http://schemas.microsoft.com/office/powerpoint/2010/main" val="6417298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27">
            <a:extLst xmlns:a="http://schemas.openxmlformats.org/drawingml/2006/main">
              <a:ext uri="{FF2B5EF4-FFF2-40B4-BE49-F238E27FC236}">
                <a16:creationId xmlns:a16="http://schemas.microsoft.com/office/drawing/2014/main" id="{F35D3930-3C66-4508-A545-7F750D68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VIBE WORKING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FEAEB5-E2B5-4361-AA14-456A52E8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從 Vibe Coding 進階到 Vibe Working</a:t>
            </a:r>
          </a:p>
        </p:txBody>
      </p:sp>
      <p:cxnSp>
        <p:nvCxnSpPr>
          <p:cNvPr id="44" name="shape-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">
            <a:extLst xmlns:a="http://schemas.openxmlformats.org/drawingml/2006/main">
              <a:ext uri="{FF2B5EF4-FFF2-40B4-BE49-F238E27FC236}">
                <a16:creationId xmlns:a16="http://schemas.microsoft.com/office/drawing/2014/main" id="{D282A75C-FA32-4C76-96BD-FB3DB819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6A1CFC-6400-43DC-B178-A1905E27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6" name="shape-30">
            <a:extLst xmlns:a="http://schemas.openxmlformats.org/drawingml/2006/main">
              <a:ext uri="{FF2B5EF4-FFF2-40B4-BE49-F238E27FC236}">
                <a16:creationId xmlns:a16="http://schemas.microsoft.com/office/drawing/2014/main" id="{E72CB306-CD44-4E33-A1C9-534182E1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1">
            <a:extLst xmlns:a="http://schemas.openxmlformats.org/drawingml/2006/main">
              <a:ext uri="{FF2B5EF4-FFF2-40B4-BE49-F238E27FC236}">
                <a16:creationId xmlns:a16="http://schemas.microsoft.com/office/drawing/2014/main" id="{CD6D9101-3E6C-48A5-9FDF-9BB2598E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2">
            <a:extLst xmlns:a="http://schemas.openxmlformats.org/drawingml/2006/main">
              <a:ext uri="{FF2B5EF4-FFF2-40B4-BE49-F238E27FC236}">
                <a16:creationId xmlns:a16="http://schemas.microsoft.com/office/drawing/2014/main" id="{FDA0D264-DEB8-4EBD-8C8E-A326D02F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3">
            <a:extLst xmlns:a="http://schemas.openxmlformats.org/drawingml/2006/main">
              <a:ext uri="{FF2B5EF4-FFF2-40B4-BE49-F238E27FC236}">
                <a16:creationId xmlns:a16="http://schemas.microsoft.com/office/drawing/2014/main" id="{31441B3A-2892-4C75-9A7D-F10FA8F0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看見摩擦</a:t>
            </a:r>
          </a:p>
        </p:txBody>
      </p:sp>
      <p:sp>
        <p:nvSpPr>
          <p:cNvPr id="10" name="text-34">
            <a:extLst xmlns:a="http://schemas.openxmlformats.org/drawingml/2006/main">
              <a:ext uri="{FF2B5EF4-FFF2-40B4-BE49-F238E27FC236}">
                <a16:creationId xmlns:a16="http://schemas.microsoft.com/office/drawing/2014/main" id="{23CC40D0-89A6-42A5-AFD4-BABC1EB1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發現工作中一再重複、繁瑣又消耗人的流程。</a:t>
            </a:r>
          </a:p>
        </p:txBody>
      </p:sp>
      <p:sp>
        <p:nvSpPr>
          <p:cNvPr id="11" name="text-35">
            <a:extLst xmlns:a="http://schemas.openxmlformats.org/drawingml/2006/main">
              <a:ext uri="{FF2B5EF4-FFF2-40B4-BE49-F238E27FC236}">
                <a16:creationId xmlns:a16="http://schemas.microsoft.com/office/drawing/2014/main" id="{75124111-DA64-4660-A9B7-C8CABE0E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36">
            <a:extLst xmlns:a="http://schemas.openxmlformats.org/drawingml/2006/main">
              <a:ext uri="{FF2B5EF4-FFF2-40B4-BE49-F238E27FC236}">
                <a16:creationId xmlns:a16="http://schemas.microsoft.com/office/drawing/2014/main" id="{02ACFF2A-1196-4FFA-B921-2ACCAF75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37">
            <a:extLst xmlns:a="http://schemas.openxmlformats.org/drawingml/2006/main">
              <a:ext uri="{FF2B5EF4-FFF2-40B4-BE49-F238E27FC236}">
                <a16:creationId xmlns:a16="http://schemas.microsoft.com/office/drawing/2014/main" id="{0C9CEA2B-EF0D-4154-BEBF-B42DA797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38">
            <a:extLst xmlns:a="http://schemas.openxmlformats.org/drawingml/2006/main">
              <a:ext uri="{FF2B5EF4-FFF2-40B4-BE49-F238E27FC236}">
                <a16:creationId xmlns:a16="http://schemas.microsoft.com/office/drawing/2014/main" id="{6626B2E9-091F-494C-AF8E-CDAD6B7A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39">
            <a:extLst xmlns:a="http://schemas.openxmlformats.org/drawingml/2006/main">
              <a:ext uri="{FF2B5EF4-FFF2-40B4-BE49-F238E27FC236}">
                <a16:creationId xmlns:a16="http://schemas.microsoft.com/office/drawing/2014/main" id="{D6AD0C3B-4E57-4856-8F9E-EE310575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捕捉靈感</a:t>
            </a:r>
          </a:p>
        </p:txBody>
      </p:sp>
      <p:sp>
        <p:nvSpPr>
          <p:cNvPr id="16" name="text-40">
            <a:extLst xmlns:a="http://schemas.openxmlformats.org/drawingml/2006/main">
              <a:ext uri="{FF2B5EF4-FFF2-40B4-BE49-F238E27FC236}">
                <a16:creationId xmlns:a16="http://schemas.microsoft.com/office/drawing/2014/main" id="{89256E93-C6B9-46BE-B09A-6EE74421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想一想：這件事能不能交給 AI 協作或自動化？</a:t>
            </a:r>
          </a:p>
        </p:txBody>
      </p:sp>
      <p:sp>
        <p:nvSpPr>
          <p:cNvPr id="17" name="text-41">
            <a:extLst xmlns:a="http://schemas.openxmlformats.org/drawingml/2006/main">
              <a:ext uri="{FF2B5EF4-FFF2-40B4-BE49-F238E27FC236}">
                <a16:creationId xmlns:a16="http://schemas.microsoft.com/office/drawing/2014/main" id="{DFFD995A-8153-43A6-8084-67DFA6E1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2">
            <a:extLst xmlns:a="http://schemas.openxmlformats.org/drawingml/2006/main">
              <a:ext uri="{FF2B5EF4-FFF2-40B4-BE49-F238E27FC236}">
                <a16:creationId xmlns:a16="http://schemas.microsoft.com/office/drawing/2014/main" id="{7D1EA228-20B2-4FF5-BFDE-B83EEECE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3">
            <a:extLst xmlns:a="http://schemas.openxmlformats.org/drawingml/2006/main">
              <a:ext uri="{FF2B5EF4-FFF2-40B4-BE49-F238E27FC236}">
                <a16:creationId xmlns:a16="http://schemas.microsoft.com/office/drawing/2014/main" id="{50D9A67F-6D79-4D5A-95EF-2311105B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4">
            <a:extLst xmlns:a="http://schemas.openxmlformats.org/drawingml/2006/main">
              <a:ext uri="{FF2B5EF4-FFF2-40B4-BE49-F238E27FC236}">
                <a16:creationId xmlns:a16="http://schemas.microsoft.com/office/drawing/2014/main" id="{48E32974-68D3-42CA-8A0D-64049B10E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5">
            <a:extLst xmlns:a="http://schemas.openxmlformats.org/drawingml/2006/main">
              <a:ext uri="{FF2B5EF4-FFF2-40B4-BE49-F238E27FC236}">
                <a16:creationId xmlns:a16="http://schemas.microsoft.com/office/drawing/2014/main" id="{CD10E855-A79E-48B9-A696-5873FF98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說明工作</a:t>
            </a:r>
          </a:p>
        </p:txBody>
      </p:sp>
      <p:sp>
        <p:nvSpPr>
          <p:cNvPr id="22" name="text-46">
            <a:extLst xmlns:a="http://schemas.openxmlformats.org/drawingml/2006/main">
              <a:ext uri="{FF2B5EF4-FFF2-40B4-BE49-F238E27FC236}">
                <a16:creationId xmlns:a16="http://schemas.microsoft.com/office/drawing/2014/main" id="{C821BB69-BDB5-4C1B-B028-E3ED2F74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交代對象、資料、規則、限制與完成標準。</a:t>
            </a:r>
          </a:p>
        </p:txBody>
      </p:sp>
      <p:sp>
        <p:nvSpPr>
          <p:cNvPr id="23" name="text-47">
            <a:extLst xmlns:a="http://schemas.openxmlformats.org/drawingml/2006/main">
              <a:ext uri="{FF2B5EF4-FFF2-40B4-BE49-F238E27FC236}">
                <a16:creationId xmlns:a16="http://schemas.microsoft.com/office/drawing/2014/main" id="{0C064D98-7C6F-4E8E-AB55-23DE56DB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8">
            <a:extLst xmlns:a="http://schemas.openxmlformats.org/drawingml/2006/main">
              <a:ext uri="{FF2B5EF4-FFF2-40B4-BE49-F238E27FC236}">
                <a16:creationId xmlns:a16="http://schemas.microsoft.com/office/drawing/2014/main" id="{985035EA-EDF8-44AD-BF3B-1E24F488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9">
            <a:extLst xmlns:a="http://schemas.openxmlformats.org/drawingml/2006/main">
              <a:ext uri="{FF2B5EF4-FFF2-40B4-BE49-F238E27FC236}">
                <a16:creationId xmlns:a16="http://schemas.microsoft.com/office/drawing/2014/main" id="{841941EC-F46F-40A5-BDD4-ECD89AD4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0">
            <a:extLst xmlns:a="http://schemas.openxmlformats.org/drawingml/2006/main">
              <a:ext uri="{FF2B5EF4-FFF2-40B4-BE49-F238E27FC236}">
                <a16:creationId xmlns:a16="http://schemas.microsoft.com/office/drawing/2014/main" id="{8A42059B-2334-4F69-B8E3-5AE2D963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1">
            <a:extLst xmlns:a="http://schemas.openxmlformats.org/drawingml/2006/main">
              <a:ext uri="{FF2B5EF4-FFF2-40B4-BE49-F238E27FC236}">
                <a16:creationId xmlns:a16="http://schemas.microsoft.com/office/drawing/2014/main" id="{59CCBC25-124A-41CC-94B9-D3085E68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 Agent 推進</a:t>
            </a:r>
          </a:p>
        </p:txBody>
      </p:sp>
      <p:sp>
        <p:nvSpPr>
          <p:cNvPr id="28" name="text-52">
            <a:extLst xmlns:a="http://schemas.openxmlformats.org/drawingml/2006/main">
              <a:ext uri="{FF2B5EF4-FFF2-40B4-BE49-F238E27FC236}">
                <a16:creationId xmlns:a16="http://schemas.microsoft.com/office/drawing/2014/main" id="{86F71F78-4069-42E3-9FE7-DDE12C05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從整理、產出到測試，讓工具持續把流程往前推。</a:t>
            </a:r>
          </a:p>
        </p:txBody>
      </p:sp>
      <p:sp>
        <p:nvSpPr>
          <p:cNvPr id="29" name="text-53">
            <a:extLst xmlns:a="http://schemas.openxmlformats.org/drawingml/2006/main">
              <a:ext uri="{FF2B5EF4-FFF2-40B4-BE49-F238E27FC236}">
                <a16:creationId xmlns:a16="http://schemas.microsoft.com/office/drawing/2014/main" id="{9B1BA59E-0C44-4516-A771-0E85A69F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54">
            <a:extLst xmlns:a="http://schemas.openxmlformats.org/drawingml/2006/main">
              <a:ext uri="{FF2B5EF4-FFF2-40B4-BE49-F238E27FC236}">
                <a16:creationId xmlns:a16="http://schemas.microsoft.com/office/drawing/2014/main" id="{8FCEE5FD-366D-4678-90C8-0C274631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55">
            <a:extLst xmlns:a="http://schemas.openxmlformats.org/drawingml/2006/main">
              <a:ext uri="{FF2B5EF4-FFF2-40B4-BE49-F238E27FC236}">
                <a16:creationId xmlns:a16="http://schemas.microsoft.com/office/drawing/2014/main" id="{44C8CBD2-C129-4254-898C-7C65D823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56">
            <a:extLst xmlns:a="http://schemas.openxmlformats.org/drawingml/2006/main">
              <a:ext uri="{FF2B5EF4-FFF2-40B4-BE49-F238E27FC236}">
                <a16:creationId xmlns:a16="http://schemas.microsoft.com/office/drawing/2014/main" id="{81A3A47A-E6B0-4142-BCA3-302D6811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57">
            <a:extLst xmlns:a="http://schemas.openxmlformats.org/drawingml/2006/main">
              <a:ext uri="{FF2B5EF4-FFF2-40B4-BE49-F238E27FC236}">
                <a16:creationId xmlns:a16="http://schemas.microsoft.com/office/drawing/2014/main" id="{2D0AC820-AA7D-4A83-A69D-B2FC1195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把時間還給人</a:t>
            </a:r>
          </a:p>
        </p:txBody>
      </p:sp>
      <p:sp>
        <p:nvSpPr>
          <p:cNvPr id="34" name="text-58">
            <a:extLst xmlns:a="http://schemas.openxmlformats.org/drawingml/2006/main">
              <a:ext uri="{FF2B5EF4-FFF2-40B4-BE49-F238E27FC236}">
                <a16:creationId xmlns:a16="http://schemas.microsoft.com/office/drawing/2014/main" id="{F8DB2808-CB16-4156-AA6E-D3DC602D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省下的時間回到教學、研究、家人、興趣與真正重要的事。</a:t>
            </a:r>
          </a:p>
        </p:txBody>
      </p:sp>
      <p:sp>
        <p:nvSpPr>
          <p:cNvPr id="35" name="text-59">
            <a:extLst xmlns:a="http://schemas.openxmlformats.org/drawingml/2006/main">
              <a:ext uri="{FF2B5EF4-FFF2-40B4-BE49-F238E27FC236}">
                <a16:creationId xmlns:a16="http://schemas.microsoft.com/office/drawing/2014/main" id="{ECD19376-0E9D-427C-8EEA-606CBD72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892">
            <a:extLst xmlns:a="http://schemas.openxmlformats.org/drawingml/2006/main">
              <a:ext uri="{FF2B5EF4-FFF2-40B4-BE49-F238E27FC236}">
                <a16:creationId xmlns:a16="http://schemas.microsoft.com/office/drawing/2014/main" id="{03D72CD3-5C62-478B-91F0-B17D538F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5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b0646f800f74094"/>
              </a:rPr>
              <a:t>Gemini 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938ca50111d4834"/>
              </a:rPr>
              <a:t>Gemini Canvas ↗</a:t>
            </a:r>
          </a:p>
        </p:txBody>
      </p:sp>
      <p:sp>
        <p:nvSpPr>
          <p:cNvPr id="37" name="shape-896">
            <a:extLst xmlns:a="http://schemas.openxmlformats.org/drawingml/2006/main">
              <a:ext uri="{FF2B5EF4-FFF2-40B4-BE49-F238E27FC236}">
                <a16:creationId xmlns:a16="http://schemas.microsoft.com/office/drawing/2014/main" id="{83D9B0E2-04D3-4481-BED3-74915D55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79410f5da5445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897">
            <a:extLst xmlns:a="http://schemas.openxmlformats.org/drawingml/2006/main">
              <a:ext uri="{FF2B5EF4-FFF2-40B4-BE49-F238E27FC236}">
                <a16:creationId xmlns:a16="http://schemas.microsoft.com/office/drawing/2014/main" id="{48AED5A5-CA41-4704-BAB7-4B6015A8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fb0abcd07468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898">
            <a:extLst xmlns:a="http://schemas.openxmlformats.org/drawingml/2006/main">
              <a:ext uri="{FF2B5EF4-FFF2-40B4-BE49-F238E27FC236}">
                <a16:creationId xmlns:a16="http://schemas.microsoft.com/office/drawing/2014/main" id="{9D161713-44C7-4891-ADF0-E65D7EA9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5222669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60">
            <a:extLst xmlns:a="http://schemas.openxmlformats.org/drawingml/2006/main">
              <a:ext uri="{FF2B5EF4-FFF2-40B4-BE49-F238E27FC236}">
                <a16:creationId xmlns:a16="http://schemas.microsoft.com/office/drawing/2014/main" id="{EF078837-B462-450A-B57F-82DFADCF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AI CAPABILITY LEVELS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8D447A-9778-4B40-969D-9A174D18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AI 的三個 Level：從對話到代理</a:t>
            </a:r>
          </a:p>
        </p:txBody>
      </p:sp>
      <p:cxnSp>
        <p:nvCxnSpPr>
          <p:cNvPr id="31" name="shape-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67810BD7-0A48-4EC5-BC01-358D65D6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3183102-6094-4979-8FB8-35544805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63">
            <a:extLst xmlns:a="http://schemas.openxmlformats.org/drawingml/2006/main">
              <a:ext uri="{FF2B5EF4-FFF2-40B4-BE49-F238E27FC236}">
                <a16:creationId xmlns:a16="http://schemas.microsoft.com/office/drawing/2014/main" id="{10EF6255-807E-4132-9BFF-4CD58E9E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64">
            <a:extLst xmlns:a="http://schemas.openxmlformats.org/drawingml/2006/main">
              <a:ext uri="{FF2B5EF4-FFF2-40B4-BE49-F238E27FC236}">
                <a16:creationId xmlns:a16="http://schemas.microsoft.com/office/drawing/2014/main" id="{5F8BCC7A-8F6F-4CF4-B878-9D1A41A8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5">
            <a:extLst xmlns:a="http://schemas.openxmlformats.org/drawingml/2006/main">
              <a:ext uri="{FF2B5EF4-FFF2-40B4-BE49-F238E27FC236}">
                <a16:creationId xmlns:a16="http://schemas.microsoft.com/office/drawing/2014/main" id="{395EB4E4-E80A-40D6-8582-EFCB7616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L1</a:t>
            </a:r>
          </a:p>
        </p:txBody>
      </p:sp>
      <p:sp>
        <p:nvSpPr>
          <p:cNvPr id="9" name="text-66">
            <a:extLst xmlns:a="http://schemas.openxmlformats.org/drawingml/2006/main">
              <a:ext uri="{FF2B5EF4-FFF2-40B4-BE49-F238E27FC236}">
                <a16:creationId xmlns:a16="http://schemas.microsoft.com/office/drawing/2014/main" id="{87F6F707-D7EC-4B24-AB53-CB2D3886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對話式 AI</a:t>
            </a:r>
          </a:p>
        </p:txBody>
      </p:sp>
      <p:sp>
        <p:nvSpPr>
          <p:cNvPr id="10" name="text-67">
            <a:extLst xmlns:a="http://schemas.openxmlformats.org/drawingml/2006/main">
              <a:ext uri="{FF2B5EF4-FFF2-40B4-BE49-F238E27FC236}">
                <a16:creationId xmlns:a16="http://schemas.microsoft.com/office/drawing/2014/main" id="{76AD3335-D54C-40E0-8F27-5B126154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問問題、要解釋、請它發想；人把答案帶回工作，通常仍由人逐步操作。現場平常使用的聊天機器人，多半在這一層。</a:t>
            </a:r>
          </a:p>
        </p:txBody>
      </p:sp>
      <p:sp>
        <p:nvSpPr>
          <p:cNvPr id="11" name="shape-68">
            <a:extLst xmlns:a="http://schemas.openxmlformats.org/drawingml/2006/main">
              <a:ext uri="{FF2B5EF4-FFF2-40B4-BE49-F238E27FC236}">
                <a16:creationId xmlns:a16="http://schemas.microsoft.com/office/drawing/2014/main" id="{1515BD76-A978-4529-96D0-35536119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2" name="shape-69">
            <a:extLst xmlns:a="http://schemas.openxmlformats.org/drawingml/2006/main">
              <a:ext uri="{FF2B5EF4-FFF2-40B4-BE49-F238E27FC236}">
                <a16:creationId xmlns:a16="http://schemas.microsoft.com/office/drawing/2014/main" id="{4C6BA51D-7F6E-49A0-9A4E-9520B777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70">
            <a:extLst xmlns:a="http://schemas.openxmlformats.org/drawingml/2006/main">
              <a:ext uri="{FF2B5EF4-FFF2-40B4-BE49-F238E27FC236}">
                <a16:creationId xmlns:a16="http://schemas.microsoft.com/office/drawing/2014/main" id="{9BF06D65-7133-4774-83F5-A7C717AD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L2</a:t>
            </a:r>
          </a:p>
        </p:txBody>
      </p:sp>
      <p:sp>
        <p:nvSpPr>
          <p:cNvPr id="14" name="text-71">
            <a:extLst xmlns:a="http://schemas.openxmlformats.org/drawingml/2006/main">
              <a:ext uri="{FF2B5EF4-FFF2-40B4-BE49-F238E27FC236}">
                <a16:creationId xmlns:a16="http://schemas.microsoft.com/office/drawing/2014/main" id="{54052A95-F673-46AC-954F-97B226E2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協作式 AI</a:t>
            </a:r>
          </a:p>
        </p:txBody>
      </p:sp>
      <p:sp>
        <p:nvSpPr>
          <p:cNvPr id="15" name="text-72">
            <a:extLst xmlns:a="http://schemas.openxmlformats.org/drawingml/2006/main">
              <a:ext uri="{FF2B5EF4-FFF2-40B4-BE49-F238E27FC236}">
                <a16:creationId xmlns:a16="http://schemas.microsoft.com/office/drawing/2014/main" id="{92A8593D-D8CA-472F-A177-363C0463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把來源、角色與工作區交給 AI，一起整理、比較、設計與修改。Gemini Notebook、Gem 與 Canvas 讓人和 AI 共同產出。</a:t>
            </a:r>
          </a:p>
        </p:txBody>
      </p:sp>
      <p:sp>
        <p:nvSpPr>
          <p:cNvPr id="16" name="shape-73">
            <a:extLst xmlns:a="http://schemas.openxmlformats.org/drawingml/2006/main">
              <a:ext uri="{FF2B5EF4-FFF2-40B4-BE49-F238E27FC236}">
                <a16:creationId xmlns:a16="http://schemas.microsoft.com/office/drawing/2014/main" id="{B094419A-CF37-49FF-AEAD-3131C1DF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shape-74">
            <a:extLst xmlns:a="http://schemas.openxmlformats.org/drawingml/2006/main">
              <a:ext uri="{FF2B5EF4-FFF2-40B4-BE49-F238E27FC236}">
                <a16:creationId xmlns:a16="http://schemas.microsoft.com/office/drawing/2014/main" id="{C2BADEEE-8004-404E-95CF-BE094549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75">
            <a:extLst xmlns:a="http://schemas.openxmlformats.org/drawingml/2006/main">
              <a:ext uri="{FF2B5EF4-FFF2-40B4-BE49-F238E27FC236}">
                <a16:creationId xmlns:a16="http://schemas.microsoft.com/office/drawing/2014/main" id="{16FA788D-7E50-4CE6-A609-F228C259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L3</a:t>
            </a:r>
          </a:p>
        </p:txBody>
      </p:sp>
      <p:sp>
        <p:nvSpPr>
          <p:cNvPr id="19" name="text-76">
            <a:extLst xmlns:a="http://schemas.openxmlformats.org/drawingml/2006/main">
              <a:ext uri="{FF2B5EF4-FFF2-40B4-BE49-F238E27FC236}">
                <a16:creationId xmlns:a16="http://schemas.microsoft.com/office/drawing/2014/main" id="{9167B677-CFD5-4970-9DE6-E303DD12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Agentic AI／AI 代理人</a:t>
            </a:r>
          </a:p>
        </p:txBody>
      </p:sp>
      <p:sp>
        <p:nvSpPr>
          <p:cNvPr id="20" name="text-77">
            <a:extLst xmlns:a="http://schemas.openxmlformats.org/drawingml/2006/main">
              <a:ext uri="{FF2B5EF4-FFF2-40B4-BE49-F238E27FC236}">
                <a16:creationId xmlns:a16="http://schemas.microsoft.com/office/drawing/2014/main" id="{BBE69B80-BEBD-474F-BD80-ACAAFC74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交代目標與邊界，讓 Agent 長時間規劃、使用工具、執行與驗證，並透過 Skills 越來越懂你的工作流；人仍在關鍵節點做決策。</a:t>
            </a:r>
          </a:p>
        </p:txBody>
      </p:sp>
      <p:sp>
        <p:nvSpPr>
          <p:cNvPr id="21" name="text-893">
            <a:extLst xmlns:a="http://schemas.openxmlformats.org/drawingml/2006/main">
              <a:ext uri="{FF2B5EF4-FFF2-40B4-BE49-F238E27FC236}">
                <a16:creationId xmlns:a16="http://schemas.microsoft.com/office/drawing/2014/main" id="{58AA0DFE-FB90-4E1C-8899-A6F216D9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63216c385aa4e1e"/>
              </a:rPr>
              <a:t>Gemini 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59adc35e4ab4f80"/>
              </a:rPr>
              <a:t>Gemini 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0ab4c3497564804"/>
              </a:rPr>
              <a:t>Antigravity ↗</a:t>
            </a:r>
          </a:p>
        </p:txBody>
      </p:sp>
      <p:sp>
        <p:nvSpPr>
          <p:cNvPr id="22" name="shape-899">
            <a:extLst xmlns:a="http://schemas.openxmlformats.org/drawingml/2006/main">
              <a:ext uri="{FF2B5EF4-FFF2-40B4-BE49-F238E27FC236}">
                <a16:creationId xmlns:a16="http://schemas.microsoft.com/office/drawing/2014/main" id="{31025EE9-4419-4EA8-9323-7AFFB70F5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2ed5dba0e74176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900">
            <a:extLst xmlns:a="http://schemas.openxmlformats.org/drawingml/2006/main">
              <a:ext uri="{FF2B5EF4-FFF2-40B4-BE49-F238E27FC236}">
                <a16:creationId xmlns:a16="http://schemas.microsoft.com/office/drawing/2014/main" id="{F6B99EBE-DF3B-49D6-8E9B-54BC5A1D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0b181fe034173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901">
            <a:extLst xmlns:a="http://schemas.openxmlformats.org/drawingml/2006/main">
              <a:ext uri="{FF2B5EF4-FFF2-40B4-BE49-F238E27FC236}">
                <a16:creationId xmlns:a16="http://schemas.microsoft.com/office/drawing/2014/main" id="{31EA7248-D283-442F-86B0-B07C6F4C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a6b3e24fe04c1e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902">
            <a:extLst xmlns:a="http://schemas.openxmlformats.org/drawingml/2006/main">
              <a:ext uri="{FF2B5EF4-FFF2-40B4-BE49-F238E27FC236}">
                <a16:creationId xmlns:a16="http://schemas.microsoft.com/office/drawing/2014/main" id="{2B3BF87B-F800-48C4-810D-514D9B72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445685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78">
            <a:extLst xmlns:a="http://schemas.openxmlformats.org/drawingml/2006/main">
              <a:ext uri="{FF2B5EF4-FFF2-40B4-BE49-F238E27FC236}">
                <a16:creationId xmlns:a16="http://schemas.microsoft.com/office/drawing/2014/main" id="{BC934029-69AD-41D8-B80D-CE0254E8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79">
            <a:extLst xmlns:a="http://schemas.openxmlformats.org/drawingml/2006/main">
              <a:ext uri="{FF2B5EF4-FFF2-40B4-BE49-F238E27FC236}">
                <a16:creationId xmlns:a16="http://schemas.microsoft.com/office/drawing/2014/main" id="{A5F8091F-81D5-4FB0-AF75-B079F2A4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文組的 AI 大航海時代</a:t>
            </a:r>
          </a:p>
        </p:txBody>
      </p:sp>
      <p:sp>
        <p:nvSpPr>
          <p:cNvPr id="3" name="text-80">
            <a:extLst xmlns:a="http://schemas.openxmlformats.org/drawingml/2006/main">
              <a:ext uri="{FF2B5EF4-FFF2-40B4-BE49-F238E27FC236}">
                <a16:creationId xmlns:a16="http://schemas.microsoft.com/office/drawing/2014/main" id="{0B356BDC-7806-48ED-A2F1-4D3E02C6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AI 與 Agent 讓文組帶著理解、脈絡與判斷，航向創作藍海。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多一雙技術翅膀，讓專業飛得更高、更遠，也讓教學研究降本增效。</a:t>
            </a:r>
          </a:p>
        </p:txBody>
      </p:sp>
      <p:sp>
        <p:nvSpPr>
          <p:cNvPr id="4" name="shape-81">
            <a:extLst xmlns:a="http://schemas.openxmlformats.org/drawingml/2006/main">
              <a:ext uri="{FF2B5EF4-FFF2-40B4-BE49-F238E27FC236}">
                <a16:creationId xmlns:a16="http://schemas.microsoft.com/office/drawing/2014/main" id="{C62E713D-9B90-48F4-8A85-9593FED6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82">
            <a:extLst xmlns:a="http://schemas.openxmlformats.org/drawingml/2006/main">
              <a:ext uri="{FF2B5EF4-FFF2-40B4-BE49-F238E27FC236}">
                <a16:creationId xmlns:a16="http://schemas.microsoft.com/office/drawing/2014/main" id="{26112A3E-2AA3-4FFD-8633-B78838EC7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4" name="shape-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84">
            <a:extLst xmlns:a="http://schemas.openxmlformats.org/drawingml/2006/main">
              <a:ext uri="{FF2B5EF4-FFF2-40B4-BE49-F238E27FC236}">
                <a16:creationId xmlns:a16="http://schemas.microsoft.com/office/drawing/2014/main" id="{82C88C81-0E39-43A1-A653-956B8A2AB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F370AC-CF53-4A15-B76D-1771708D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901235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85">
            <a:extLst xmlns:a="http://schemas.openxmlformats.org/drawingml/2006/main">
              <a:ext uri="{FF2B5EF4-FFF2-40B4-BE49-F238E27FC236}">
                <a16:creationId xmlns:a16="http://schemas.microsoft.com/office/drawing/2014/main" id="{F4AC1F77-3DE1-4445-BF32-A7D1DB4C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AI AS WINGS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31E05D-2274-4B70-A806-8544CA15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多一雙翅膀：不會寫程式，也能做出作品</a:t>
            </a:r>
          </a:p>
        </p:txBody>
      </p:sp>
      <p:cxnSp>
        <p:nvCxnSpPr>
          <p:cNvPr id="14" name="shape-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7">
            <a:extLst xmlns:a="http://schemas.openxmlformats.org/drawingml/2006/main">
              <a:ext uri="{FF2B5EF4-FFF2-40B4-BE49-F238E27FC236}">
                <a16:creationId xmlns:a16="http://schemas.microsoft.com/office/drawing/2014/main" id="{2002D4E4-89E7-4E55-A70C-46134B75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84550F-B76A-4050-868F-A01A4E61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88">
            <a:extLst xmlns:a="http://schemas.openxmlformats.org/drawingml/2006/main">
              <a:ext uri="{FF2B5EF4-FFF2-40B4-BE49-F238E27FC236}">
                <a16:creationId xmlns:a16="http://schemas.microsoft.com/office/drawing/2014/main" id="{0C0FEDBA-94D2-4204-B00E-6D68E74F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9">
            <a:extLst xmlns:a="http://schemas.openxmlformats.org/drawingml/2006/main">
              <a:ext uri="{FF2B5EF4-FFF2-40B4-BE49-F238E27FC236}">
                <a16:creationId xmlns:a16="http://schemas.microsoft.com/office/drawing/2014/main" id="{FE5B2625-B1DE-45F2-97C9-CCBB8DE1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90">
            <a:extLst xmlns:a="http://schemas.openxmlformats.org/drawingml/2006/main">
              <a:ext uri="{FF2B5EF4-FFF2-40B4-BE49-F238E27FC236}">
                <a16:creationId xmlns:a16="http://schemas.microsoft.com/office/drawing/2014/main" id="{EDCF201A-5098-4079-A164-B72FF00C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你帶來的專業</a:t>
            </a:r>
          </a:p>
        </p:txBody>
      </p:sp>
      <p:sp>
        <p:nvSpPr>
          <p:cNvPr id="9" name="text-91">
            <a:extLst xmlns:a="http://schemas.openxmlformats.org/drawingml/2006/main">
              <a:ext uri="{FF2B5EF4-FFF2-40B4-BE49-F238E27FC236}">
                <a16:creationId xmlns:a16="http://schemas.microsoft.com/office/drawing/2014/main" id="{04F5C0F8-D20B-4B3A-9568-DC2340B4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問題意識與語言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教學／研究脈絡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對人的理解與判斷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目的、責任與界線</a:t>
            </a:r>
          </a:p>
        </p:txBody>
      </p:sp>
      <p:sp>
        <p:nvSpPr>
          <p:cNvPr id="10" name="text-92">
            <a:extLst xmlns:a="http://schemas.openxmlformats.org/drawingml/2006/main">
              <a:ext uri="{FF2B5EF4-FFF2-40B4-BE49-F238E27FC236}">
                <a16:creationId xmlns:a16="http://schemas.microsoft.com/office/drawing/2014/main" id="{2FF74421-49E4-4140-9679-D9DC18C26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補上的能力</a:t>
            </a:r>
          </a:p>
        </p:txBody>
      </p:sp>
      <p:sp>
        <p:nvSpPr>
          <p:cNvPr id="11" name="text-93">
            <a:extLst xmlns:a="http://schemas.openxmlformats.org/drawingml/2006/main">
              <a:ext uri="{FF2B5EF4-FFF2-40B4-BE49-F238E27FC236}">
                <a16:creationId xmlns:a16="http://schemas.microsoft.com/office/drawing/2014/main" id="{999BD4BF-49FE-4956-92D5-EFD35E89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把想法拆成程式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建立介面、資料與流程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測試、修正、部署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長時間不中斷地推進</a:t>
            </a:r>
          </a:p>
        </p:txBody>
      </p:sp>
    </p:spTree>
    <p:extLst>
      <p:ext uri="{BB962C8B-B14F-4D97-AF65-F5344CB8AC3E}">
        <p14:creationId xmlns:p14="http://schemas.microsoft.com/office/powerpoint/2010/main" val="7217000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94">
            <a:extLst xmlns:a="http://schemas.openxmlformats.org/drawingml/2006/main">
              <a:ext uri="{FF2B5EF4-FFF2-40B4-BE49-F238E27FC236}">
                <a16:creationId xmlns:a16="http://schemas.microsoft.com/office/drawing/2014/main" id="{4E8B10D1-5FE5-4EFD-8FC9-C23E97CA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HUMANITIES AS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E282B6-4B95-46A4-8A5E-15CC092B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文組的底子，就是 AI 時代的導航能力</a:t>
            </a:r>
          </a:p>
        </p:txBody>
      </p:sp>
      <p:cxnSp>
        <p:nvCxnSpPr>
          <p:cNvPr id="24" name="shape-9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6">
            <a:extLst xmlns:a="http://schemas.openxmlformats.org/drawingml/2006/main">
              <a:ext uri="{FF2B5EF4-FFF2-40B4-BE49-F238E27FC236}">
                <a16:creationId xmlns:a16="http://schemas.microsoft.com/office/drawing/2014/main" id="{95C9616F-8683-4758-9A4C-03D1E3E1B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ACE06E-6F20-46AC-A7FF-9391195D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97">
            <a:extLst xmlns:a="http://schemas.openxmlformats.org/drawingml/2006/main">
              <a:ext uri="{FF2B5EF4-FFF2-40B4-BE49-F238E27FC236}">
                <a16:creationId xmlns:a16="http://schemas.microsoft.com/office/drawing/2014/main" id="{F7A4D7CE-A0AE-41AC-A983-E13CA266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98">
            <a:extLst xmlns:a="http://schemas.openxmlformats.org/drawingml/2006/main">
              <a:ext uri="{FF2B5EF4-FFF2-40B4-BE49-F238E27FC236}">
                <a16:creationId xmlns:a16="http://schemas.microsoft.com/office/drawing/2014/main" id="{F8A8DCEE-6D53-49E7-9AAE-A5610206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9">
            <a:extLst xmlns:a="http://schemas.openxmlformats.org/drawingml/2006/main">
              <a:ext uri="{FF2B5EF4-FFF2-40B4-BE49-F238E27FC236}">
                <a16:creationId xmlns:a16="http://schemas.microsoft.com/office/drawing/2014/main" id="{469B0506-55EE-42CF-B863-C1CB4615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理解人與情境</a:t>
            </a:r>
          </a:p>
        </p:txBody>
      </p:sp>
      <p:sp>
        <p:nvSpPr>
          <p:cNvPr id="9" name="text-100">
            <a:extLst xmlns:a="http://schemas.openxmlformats.org/drawingml/2006/main">
              <a:ext uri="{FF2B5EF4-FFF2-40B4-BE49-F238E27FC236}">
                <a16:creationId xmlns:a16="http://schemas.microsoft.com/office/drawing/2014/main" id="{21F13463-21ED-492B-BF16-64990D09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讀懂需求、角色、文化與脈絡，知道問題真正發生在哪裡。</a:t>
            </a:r>
          </a:p>
        </p:txBody>
      </p:sp>
      <p:sp>
        <p:nvSpPr>
          <p:cNvPr id="10" name="shape-101">
            <a:extLst xmlns:a="http://schemas.openxmlformats.org/drawingml/2006/main">
              <a:ext uri="{FF2B5EF4-FFF2-40B4-BE49-F238E27FC236}">
                <a16:creationId xmlns:a16="http://schemas.microsoft.com/office/drawing/2014/main" id="{A64CD238-3087-4034-9251-9594F739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02">
            <a:extLst xmlns:a="http://schemas.openxmlformats.org/drawingml/2006/main">
              <a:ext uri="{FF2B5EF4-FFF2-40B4-BE49-F238E27FC236}">
                <a16:creationId xmlns:a16="http://schemas.microsoft.com/office/drawing/2014/main" id="{C2B565FD-650E-4218-822B-724651E8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3">
            <a:extLst xmlns:a="http://schemas.openxmlformats.org/drawingml/2006/main">
              <a:ext uri="{FF2B5EF4-FFF2-40B4-BE49-F238E27FC236}">
                <a16:creationId xmlns:a16="http://schemas.microsoft.com/office/drawing/2014/main" id="{D36445F0-4C66-4A58-9D0C-D1C5E146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辨識與判斷</a:t>
            </a:r>
          </a:p>
        </p:txBody>
      </p:sp>
      <p:sp>
        <p:nvSpPr>
          <p:cNvPr id="13" name="text-104">
            <a:extLst xmlns:a="http://schemas.openxmlformats.org/drawingml/2006/main">
              <a:ext uri="{FF2B5EF4-FFF2-40B4-BE49-F238E27FC236}">
                <a16:creationId xmlns:a16="http://schemas.microsoft.com/office/drawing/2014/main" id="{3638372C-9019-466E-84A3-9984C530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分辨證據、觀點、偏誤與限制，不把工具產出的文字直接當成真理。</a:t>
            </a:r>
          </a:p>
        </p:txBody>
      </p:sp>
      <p:sp>
        <p:nvSpPr>
          <p:cNvPr id="14" name="shape-105">
            <a:extLst xmlns:a="http://schemas.openxmlformats.org/drawingml/2006/main">
              <a:ext uri="{FF2B5EF4-FFF2-40B4-BE49-F238E27FC236}">
                <a16:creationId xmlns:a16="http://schemas.microsoft.com/office/drawing/2014/main" id="{4A629842-51BB-4A3D-8138-3DCC877B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06">
            <a:extLst xmlns:a="http://schemas.openxmlformats.org/drawingml/2006/main">
              <a:ext uri="{FF2B5EF4-FFF2-40B4-BE49-F238E27FC236}">
                <a16:creationId xmlns:a16="http://schemas.microsoft.com/office/drawing/2014/main" id="{FE9895FA-A5B7-4E9C-A723-22E18716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7">
            <a:extLst xmlns:a="http://schemas.openxmlformats.org/drawingml/2006/main">
              <a:ext uri="{FF2B5EF4-FFF2-40B4-BE49-F238E27FC236}">
                <a16:creationId xmlns:a16="http://schemas.microsoft.com/office/drawing/2014/main" id="{F74BE853-4C45-4E48-94E0-F7F9CCC7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語言與敘事</a:t>
            </a:r>
          </a:p>
        </p:txBody>
      </p:sp>
      <p:sp>
        <p:nvSpPr>
          <p:cNvPr id="17" name="text-108">
            <a:extLst xmlns:a="http://schemas.openxmlformats.org/drawingml/2006/main">
              <a:ext uri="{FF2B5EF4-FFF2-40B4-BE49-F238E27FC236}">
                <a16:creationId xmlns:a16="http://schemas.microsoft.com/office/drawing/2014/main" id="{A57AA202-EDDA-4632-AB88-1C8DB26A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把複雜想法說清楚、寫清楚，讓人與 Agent 都能理解下一步。</a:t>
            </a:r>
          </a:p>
        </p:txBody>
      </p:sp>
      <p:sp>
        <p:nvSpPr>
          <p:cNvPr id="18" name="shape-109">
            <a:extLst xmlns:a="http://schemas.openxmlformats.org/drawingml/2006/main">
              <a:ext uri="{FF2B5EF4-FFF2-40B4-BE49-F238E27FC236}">
                <a16:creationId xmlns:a16="http://schemas.microsoft.com/office/drawing/2014/main" id="{6B5F663C-022D-45EC-ACDA-6FB98EAD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10">
            <a:extLst xmlns:a="http://schemas.openxmlformats.org/drawingml/2006/main">
              <a:ext uri="{FF2B5EF4-FFF2-40B4-BE49-F238E27FC236}">
                <a16:creationId xmlns:a16="http://schemas.microsoft.com/office/drawing/2014/main" id="{4C1B6C8E-A9AC-4681-9063-4A3C1114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1">
            <a:extLst xmlns:a="http://schemas.openxmlformats.org/drawingml/2006/main">
              <a:ext uri="{FF2B5EF4-FFF2-40B4-BE49-F238E27FC236}">
                <a16:creationId xmlns:a16="http://schemas.microsoft.com/office/drawing/2014/main" id="{FAFF0863-1910-464F-BDDC-5AA585D8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教育／研究倫理</a:t>
            </a:r>
          </a:p>
        </p:txBody>
      </p:sp>
      <p:sp>
        <p:nvSpPr>
          <p:cNvPr id="21" name="text-112">
            <a:extLst xmlns:a="http://schemas.openxmlformats.org/drawingml/2006/main">
              <a:ext uri="{FF2B5EF4-FFF2-40B4-BE49-F238E27FC236}">
                <a16:creationId xmlns:a16="http://schemas.microsoft.com/office/drawing/2014/main" id="{931503BE-A7BB-4E1C-A189-4BC91279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守住目的、關係、隱私與責任，讓作品真的對人有幫助。</a:t>
            </a:r>
          </a:p>
        </p:txBody>
      </p:sp>
    </p:spTree>
    <p:extLst>
      <p:ext uri="{BB962C8B-B14F-4D97-AF65-F5344CB8AC3E}">
        <p14:creationId xmlns:p14="http://schemas.microsoft.com/office/powerpoint/2010/main" val="19429775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13">
            <a:extLst xmlns:a="http://schemas.openxmlformats.org/drawingml/2006/main">
              <a:ext uri="{FF2B5EF4-FFF2-40B4-BE49-F238E27FC236}">
                <a16:creationId xmlns:a16="http://schemas.microsoft.com/office/drawing/2014/main" id="{D190CA9F-1F51-4A35-8310-9CCF0F54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SET SAIL WITH YOUR EXPERTISE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A75830-7797-4A0F-973B-B7CE84DD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大藍海的邀請：帶著你的專業出航</a:t>
            </a:r>
          </a:p>
        </p:txBody>
      </p:sp>
      <p:cxnSp>
        <p:nvCxnSpPr>
          <p:cNvPr id="38" name="shape-1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15">
            <a:extLst xmlns:a="http://schemas.openxmlformats.org/drawingml/2006/main">
              <a:ext uri="{FF2B5EF4-FFF2-40B4-BE49-F238E27FC236}">
                <a16:creationId xmlns:a16="http://schemas.microsoft.com/office/drawing/2014/main" id="{82703462-CB2B-47E7-A574-F08A2C71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387FA4-8D90-4D68-B09A-C80FA470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shape-116">
            <a:extLst xmlns:a="http://schemas.openxmlformats.org/drawingml/2006/main">
              <a:ext uri="{FF2B5EF4-FFF2-40B4-BE49-F238E27FC236}">
                <a16:creationId xmlns:a16="http://schemas.microsoft.com/office/drawing/2014/main" id="{600B7231-9CD4-4B8A-86FA-75AAB776B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17">
            <a:extLst xmlns:a="http://schemas.openxmlformats.org/drawingml/2006/main">
              <a:ext uri="{FF2B5EF4-FFF2-40B4-BE49-F238E27FC236}">
                <a16:creationId xmlns:a16="http://schemas.microsoft.com/office/drawing/2014/main" id="{28864040-8167-435E-B3C4-62BC73A2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8">
            <a:extLst xmlns:a="http://schemas.openxmlformats.org/drawingml/2006/main">
              <a:ext uri="{FF2B5EF4-FFF2-40B4-BE49-F238E27FC236}">
                <a16:creationId xmlns:a16="http://schemas.microsoft.com/office/drawing/2014/main" id="{3A473E2C-697E-4A68-B5BA-F5CC17C1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9">
            <a:extLst xmlns:a="http://schemas.openxmlformats.org/drawingml/2006/main">
              <a:ext uri="{FF2B5EF4-FFF2-40B4-BE49-F238E27FC236}">
                <a16:creationId xmlns:a16="http://schemas.microsoft.com/office/drawing/2014/main" id="{A1ED5D30-4376-4836-A8A9-E7658891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帶上真問題</a:t>
            </a:r>
          </a:p>
        </p:txBody>
      </p:sp>
      <p:sp>
        <p:nvSpPr>
          <p:cNvPr id="10" name="text-120">
            <a:extLst xmlns:a="http://schemas.openxmlformats.org/drawingml/2006/main">
              <a:ext uri="{FF2B5EF4-FFF2-40B4-BE49-F238E27FC236}">
                <a16:creationId xmlns:a16="http://schemas.microsoft.com/office/drawing/2014/main" id="{29507542-33E4-47D8-83C2-B489123B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從課堂、研究或生活中的一個痛點出發</a:t>
            </a:r>
          </a:p>
        </p:txBody>
      </p:sp>
      <p:sp>
        <p:nvSpPr>
          <p:cNvPr id="11" name="text-121">
            <a:extLst xmlns:a="http://schemas.openxmlformats.org/drawingml/2006/main">
              <a:ext uri="{FF2B5EF4-FFF2-40B4-BE49-F238E27FC236}">
                <a16:creationId xmlns:a16="http://schemas.microsoft.com/office/drawing/2014/main" id="{20F9AC00-6EE9-4F0D-961A-4ACD9995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22">
            <a:extLst xmlns:a="http://schemas.openxmlformats.org/drawingml/2006/main">
              <a:ext uri="{FF2B5EF4-FFF2-40B4-BE49-F238E27FC236}">
                <a16:creationId xmlns:a16="http://schemas.microsoft.com/office/drawing/2014/main" id="{395E5A7A-3D58-4F18-A977-4DE5F4FC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123">
            <a:extLst xmlns:a="http://schemas.openxmlformats.org/drawingml/2006/main">
              <a:ext uri="{FF2B5EF4-FFF2-40B4-BE49-F238E27FC236}">
                <a16:creationId xmlns:a16="http://schemas.microsoft.com/office/drawing/2014/main" id="{D85FC79D-F35F-46B7-AA9D-36F24925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24">
            <a:extLst xmlns:a="http://schemas.openxmlformats.org/drawingml/2006/main">
              <a:ext uri="{FF2B5EF4-FFF2-40B4-BE49-F238E27FC236}">
                <a16:creationId xmlns:a16="http://schemas.microsoft.com/office/drawing/2014/main" id="{ED136F4A-9A34-4A20-9C7F-4F0CB4F5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25">
            <a:extLst xmlns:a="http://schemas.openxmlformats.org/drawingml/2006/main">
              <a:ext uri="{FF2B5EF4-FFF2-40B4-BE49-F238E27FC236}">
                <a16:creationId xmlns:a16="http://schemas.microsoft.com/office/drawing/2014/main" id="{6311EDBD-5DC3-4C4A-B6F8-F9604CA3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說清楚脈絡</a:t>
            </a:r>
          </a:p>
        </p:txBody>
      </p:sp>
      <p:sp>
        <p:nvSpPr>
          <p:cNvPr id="16" name="text-126">
            <a:extLst xmlns:a="http://schemas.openxmlformats.org/drawingml/2006/main">
              <a:ext uri="{FF2B5EF4-FFF2-40B4-BE49-F238E27FC236}">
                <a16:creationId xmlns:a16="http://schemas.microsoft.com/office/drawing/2014/main" id="{08B23545-7F15-46BD-B8E4-9F82CD0D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交代對象、情境、限制與想完成的改變</a:t>
            </a:r>
          </a:p>
        </p:txBody>
      </p:sp>
      <p:sp>
        <p:nvSpPr>
          <p:cNvPr id="17" name="text-127">
            <a:extLst xmlns:a="http://schemas.openxmlformats.org/drawingml/2006/main">
              <a:ext uri="{FF2B5EF4-FFF2-40B4-BE49-F238E27FC236}">
                <a16:creationId xmlns:a16="http://schemas.microsoft.com/office/drawing/2014/main" id="{1A7A58EE-AB86-4983-8943-522447E2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28">
            <a:extLst xmlns:a="http://schemas.openxmlformats.org/drawingml/2006/main">
              <a:ext uri="{FF2B5EF4-FFF2-40B4-BE49-F238E27FC236}">
                <a16:creationId xmlns:a16="http://schemas.microsoft.com/office/drawing/2014/main" id="{AA8BE7E8-6708-4BBE-BA86-377BDF25B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129">
            <a:extLst xmlns:a="http://schemas.openxmlformats.org/drawingml/2006/main">
              <a:ext uri="{FF2B5EF4-FFF2-40B4-BE49-F238E27FC236}">
                <a16:creationId xmlns:a16="http://schemas.microsoft.com/office/drawing/2014/main" id="{8597AA1E-0768-492C-AF6E-AD6BA1B9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0">
            <a:extLst xmlns:a="http://schemas.openxmlformats.org/drawingml/2006/main">
              <a:ext uri="{FF2B5EF4-FFF2-40B4-BE49-F238E27FC236}">
                <a16:creationId xmlns:a16="http://schemas.microsoft.com/office/drawing/2014/main" id="{F4E959DD-0E9F-4E03-9971-DA4D6415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1">
            <a:extLst xmlns:a="http://schemas.openxmlformats.org/drawingml/2006/main">
              <a:ext uri="{FF2B5EF4-FFF2-40B4-BE49-F238E27FC236}">
                <a16:creationId xmlns:a16="http://schemas.microsoft.com/office/drawing/2014/main" id="{EBB54F71-2196-42E5-98A1-FB507DA0C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 Agent 執行</a:t>
            </a:r>
          </a:p>
        </p:txBody>
      </p:sp>
      <p:sp>
        <p:nvSpPr>
          <p:cNvPr id="22" name="text-132">
            <a:extLst xmlns:a="http://schemas.openxmlformats.org/drawingml/2006/main">
              <a:ext uri="{FF2B5EF4-FFF2-40B4-BE49-F238E27FC236}">
                <a16:creationId xmlns:a16="http://schemas.microsoft.com/office/drawing/2014/main" id="{F5BF4C51-2C48-44B7-A8B7-B5CEE443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把想法轉成程式、流程、介面與可操作作品</a:t>
            </a:r>
          </a:p>
        </p:txBody>
      </p:sp>
      <p:sp>
        <p:nvSpPr>
          <p:cNvPr id="23" name="text-133">
            <a:extLst xmlns:a="http://schemas.openxmlformats.org/drawingml/2006/main">
              <a:ext uri="{FF2B5EF4-FFF2-40B4-BE49-F238E27FC236}">
                <a16:creationId xmlns:a16="http://schemas.microsoft.com/office/drawing/2014/main" id="{49A6696F-2443-4146-91CB-8E44F324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4">
            <a:extLst xmlns:a="http://schemas.openxmlformats.org/drawingml/2006/main">
              <a:ext uri="{FF2B5EF4-FFF2-40B4-BE49-F238E27FC236}">
                <a16:creationId xmlns:a16="http://schemas.microsoft.com/office/drawing/2014/main" id="{39F7C5FC-941D-4E7E-970D-785DA3D6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135">
            <a:extLst xmlns:a="http://schemas.openxmlformats.org/drawingml/2006/main">
              <a:ext uri="{FF2B5EF4-FFF2-40B4-BE49-F238E27FC236}">
                <a16:creationId xmlns:a16="http://schemas.microsoft.com/office/drawing/2014/main" id="{D74090E3-B647-4395-9026-58D348F4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6">
            <a:extLst xmlns:a="http://schemas.openxmlformats.org/drawingml/2006/main">
              <a:ext uri="{FF2B5EF4-FFF2-40B4-BE49-F238E27FC236}">
                <a16:creationId xmlns:a16="http://schemas.microsoft.com/office/drawing/2014/main" id="{FC446462-6818-444D-AA65-A199F9B4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7">
            <a:extLst xmlns:a="http://schemas.openxmlformats.org/drawingml/2006/main">
              <a:ext uri="{FF2B5EF4-FFF2-40B4-BE49-F238E27FC236}">
                <a16:creationId xmlns:a16="http://schemas.microsoft.com/office/drawing/2014/main" id="{A6C77F37-75C8-404F-95BD-48AD66B2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人來驗證</a:t>
            </a:r>
          </a:p>
        </p:txBody>
      </p:sp>
      <p:sp>
        <p:nvSpPr>
          <p:cNvPr id="28" name="text-138">
            <a:extLst xmlns:a="http://schemas.openxmlformats.org/drawingml/2006/main">
              <a:ext uri="{FF2B5EF4-FFF2-40B4-BE49-F238E27FC236}">
                <a16:creationId xmlns:a16="http://schemas.microsoft.com/office/drawing/2014/main" id="{B1B5F72B-D32C-4E20-8294-369B71B1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檢查內容、證據、權限、倫理與實際使用感受</a:t>
            </a:r>
          </a:p>
        </p:txBody>
      </p:sp>
      <p:sp>
        <p:nvSpPr>
          <p:cNvPr id="29" name="text-139">
            <a:extLst xmlns:a="http://schemas.openxmlformats.org/drawingml/2006/main">
              <a:ext uri="{FF2B5EF4-FFF2-40B4-BE49-F238E27FC236}">
                <a16:creationId xmlns:a16="http://schemas.microsoft.com/office/drawing/2014/main" id="{9A0F86EC-6EFA-449D-A809-B37D299B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40">
            <a:extLst xmlns:a="http://schemas.openxmlformats.org/drawingml/2006/main">
              <a:ext uri="{FF2B5EF4-FFF2-40B4-BE49-F238E27FC236}">
                <a16:creationId xmlns:a16="http://schemas.microsoft.com/office/drawing/2014/main" id="{365D7F71-7274-44ED-9F6C-B865AB55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141">
            <a:extLst xmlns:a="http://schemas.openxmlformats.org/drawingml/2006/main">
              <a:ext uri="{FF2B5EF4-FFF2-40B4-BE49-F238E27FC236}">
                <a16:creationId xmlns:a16="http://schemas.microsoft.com/office/drawing/2014/main" id="{5524D8DC-A188-4CA1-B628-85BC118C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42">
            <a:extLst xmlns:a="http://schemas.openxmlformats.org/drawingml/2006/main">
              <a:ext uri="{FF2B5EF4-FFF2-40B4-BE49-F238E27FC236}">
                <a16:creationId xmlns:a16="http://schemas.microsoft.com/office/drawing/2014/main" id="{5BEA9AD9-D4C0-4C6A-BA76-111D5F0D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43">
            <a:extLst xmlns:a="http://schemas.openxmlformats.org/drawingml/2006/main">
              <a:ext uri="{FF2B5EF4-FFF2-40B4-BE49-F238E27FC236}">
                <a16:creationId xmlns:a16="http://schemas.microsoft.com/office/drawing/2014/main" id="{6A40980B-A726-4C21-AB02-72F3EF2C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把成果帶回生活</a:t>
            </a:r>
          </a:p>
        </p:txBody>
      </p:sp>
      <p:sp>
        <p:nvSpPr>
          <p:cNvPr id="34" name="text-144">
            <a:extLst xmlns:a="http://schemas.openxmlformats.org/drawingml/2006/main">
              <a:ext uri="{FF2B5EF4-FFF2-40B4-BE49-F238E27FC236}">
                <a16:creationId xmlns:a16="http://schemas.microsoft.com/office/drawing/2014/main" id="{1234A68A-BB21-4294-86E3-3A1FC112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讓省下的時間回到教學、研究、關係與志向</a:t>
            </a:r>
          </a:p>
        </p:txBody>
      </p:sp>
      <p:sp>
        <p:nvSpPr>
          <p:cNvPr id="35" name="text-145">
            <a:extLst xmlns:a="http://schemas.openxmlformats.org/drawingml/2006/main">
              <a:ext uri="{FF2B5EF4-FFF2-40B4-BE49-F238E27FC236}">
                <a16:creationId xmlns:a16="http://schemas.microsoft.com/office/drawing/2014/main" id="{A5878AC9-8E2A-41A2-BB3D-4AFC109F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6524369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146">
            <a:extLst xmlns:a="http://schemas.openxmlformats.org/drawingml/2006/main">
              <a:ext uri="{FF2B5EF4-FFF2-40B4-BE49-F238E27FC236}">
                <a16:creationId xmlns:a16="http://schemas.microsoft.com/office/drawing/2014/main" id="{E0D101D1-CF6C-4AC9-B23A-0FD9C4C2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290064-C6E9-4E0B-A2C3-0EA14743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44" name="shape-1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48">
            <a:extLst xmlns:a="http://schemas.openxmlformats.org/drawingml/2006/main">
              <a:ext uri="{FF2B5EF4-FFF2-40B4-BE49-F238E27FC236}">
                <a16:creationId xmlns:a16="http://schemas.microsoft.com/office/drawing/2014/main" id="{E847E599-631E-4383-9FBC-9898AAA66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5073DC-0E5D-4EF5-B4EA-929AD03D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shape-149">
            <a:extLst xmlns:a="http://schemas.openxmlformats.org/drawingml/2006/main">
              <a:ext uri="{FF2B5EF4-FFF2-40B4-BE49-F238E27FC236}">
                <a16:creationId xmlns:a16="http://schemas.microsoft.com/office/drawing/2014/main" id="{53BA2C01-4250-417E-92E0-07886445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50">
            <a:extLst xmlns:a="http://schemas.openxmlformats.org/drawingml/2006/main">
              <a:ext uri="{FF2B5EF4-FFF2-40B4-BE49-F238E27FC236}">
                <a16:creationId xmlns:a16="http://schemas.microsoft.com/office/drawing/2014/main" id="{70C2A03E-C738-4424-92F8-F5A434D7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51">
            <a:extLst xmlns:a="http://schemas.openxmlformats.org/drawingml/2006/main">
              <a:ext uri="{FF2B5EF4-FFF2-40B4-BE49-F238E27FC236}">
                <a16:creationId xmlns:a16="http://schemas.microsoft.com/office/drawing/2014/main" id="{BD3F00BD-A855-41F9-B4B6-16200005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2">
            <a:extLst xmlns:a="http://schemas.openxmlformats.org/drawingml/2006/main">
              <a:ext uri="{FF2B5EF4-FFF2-40B4-BE49-F238E27FC236}">
                <a16:creationId xmlns:a16="http://schemas.microsoft.com/office/drawing/2014/main" id="{A665743C-B09D-4A8D-B35C-DAB2C87A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先說清楚</a:t>
            </a:r>
          </a:p>
        </p:txBody>
      </p:sp>
      <p:sp>
        <p:nvSpPr>
          <p:cNvPr id="10" name="text-153">
            <a:extLst xmlns:a="http://schemas.openxmlformats.org/drawingml/2006/main">
              <a:ext uri="{FF2B5EF4-FFF2-40B4-BE49-F238E27FC236}">
                <a16:creationId xmlns:a16="http://schemas.microsoft.com/office/drawing/2014/main" id="{B762A43E-2E48-460B-8E3D-8829A413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Typeless 把口語想法整理成可用文字</a:t>
            </a:r>
          </a:p>
        </p:txBody>
      </p:sp>
      <p:sp>
        <p:nvSpPr>
          <p:cNvPr id="11" name="text-154">
            <a:extLst xmlns:a="http://schemas.openxmlformats.org/drawingml/2006/main">
              <a:ext uri="{FF2B5EF4-FFF2-40B4-BE49-F238E27FC236}">
                <a16:creationId xmlns:a16="http://schemas.microsoft.com/office/drawing/2014/main" id="{20AC3144-2BC1-4624-BCAC-A37257B9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55">
            <a:extLst xmlns:a="http://schemas.openxmlformats.org/drawingml/2006/main">
              <a:ext uri="{FF2B5EF4-FFF2-40B4-BE49-F238E27FC236}">
                <a16:creationId xmlns:a16="http://schemas.microsoft.com/office/drawing/2014/main" id="{B04F319F-BE46-4E88-B758-785FE127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156">
            <a:extLst xmlns:a="http://schemas.openxmlformats.org/drawingml/2006/main">
              <a:ext uri="{FF2B5EF4-FFF2-40B4-BE49-F238E27FC236}">
                <a16:creationId xmlns:a16="http://schemas.microsoft.com/office/drawing/2014/main" id="{D9BA0944-EB66-46D5-BE54-878B5B2F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57">
            <a:extLst xmlns:a="http://schemas.openxmlformats.org/drawingml/2006/main">
              <a:ext uri="{FF2B5EF4-FFF2-40B4-BE49-F238E27FC236}">
                <a16:creationId xmlns:a16="http://schemas.microsoft.com/office/drawing/2014/main" id="{6F4F19DD-82BF-4573-96C3-6F9B1685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58">
            <a:extLst xmlns:a="http://schemas.openxmlformats.org/drawingml/2006/main">
              <a:ext uri="{FF2B5EF4-FFF2-40B4-BE49-F238E27FC236}">
                <a16:creationId xmlns:a16="http://schemas.microsoft.com/office/drawing/2014/main" id="{56540AA4-5DF7-46E1-BE0F-FFE53340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16" name="text-159">
            <a:extLst xmlns:a="http://schemas.openxmlformats.org/drawingml/2006/main">
              <a:ext uri="{FF2B5EF4-FFF2-40B4-BE49-F238E27FC236}">
                <a16:creationId xmlns:a16="http://schemas.microsoft.com/office/drawing/2014/main" id="{1F1D24F2-6B3C-446B-B37F-E41062EB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17" name="text-160">
            <a:extLst xmlns:a="http://schemas.openxmlformats.org/drawingml/2006/main">
              <a:ext uri="{FF2B5EF4-FFF2-40B4-BE49-F238E27FC236}">
                <a16:creationId xmlns:a16="http://schemas.microsoft.com/office/drawing/2014/main" id="{1F978E94-302E-4986-9C8F-C2336D90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61">
            <a:extLst xmlns:a="http://schemas.openxmlformats.org/drawingml/2006/main">
              <a:ext uri="{FF2B5EF4-FFF2-40B4-BE49-F238E27FC236}">
                <a16:creationId xmlns:a16="http://schemas.microsoft.com/office/drawing/2014/main" id="{A627518F-8A90-4141-81E8-FAC0CE2D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162">
            <a:extLst xmlns:a="http://schemas.openxmlformats.org/drawingml/2006/main">
              <a:ext uri="{FF2B5EF4-FFF2-40B4-BE49-F238E27FC236}">
                <a16:creationId xmlns:a16="http://schemas.microsoft.com/office/drawing/2014/main" id="{4370A661-6F4E-436B-AFA5-151199CE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63">
            <a:extLst xmlns:a="http://schemas.openxmlformats.org/drawingml/2006/main">
              <a:ext uri="{FF2B5EF4-FFF2-40B4-BE49-F238E27FC236}">
                <a16:creationId xmlns:a16="http://schemas.microsoft.com/office/drawing/2014/main" id="{AE6B0FC1-810B-4898-88B3-17E73AFD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64">
            <a:extLst xmlns:a="http://schemas.openxmlformats.org/drawingml/2006/main">
              <a:ext uri="{FF2B5EF4-FFF2-40B4-BE49-F238E27FC236}">
                <a16:creationId xmlns:a16="http://schemas.microsoft.com/office/drawing/2014/main" id="{6C21E16A-A24A-490E-9891-4AFEC82C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22" name="text-165">
            <a:extLst xmlns:a="http://schemas.openxmlformats.org/drawingml/2006/main">
              <a:ext uri="{FF2B5EF4-FFF2-40B4-BE49-F238E27FC236}">
                <a16:creationId xmlns:a16="http://schemas.microsoft.com/office/drawing/2014/main" id="{5804C540-0CCA-4DDC-B24E-DB0570D1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23" name="text-166">
            <a:extLst xmlns:a="http://schemas.openxmlformats.org/drawingml/2006/main">
              <a:ext uri="{FF2B5EF4-FFF2-40B4-BE49-F238E27FC236}">
                <a16:creationId xmlns:a16="http://schemas.microsoft.com/office/drawing/2014/main" id="{23A05A9D-C914-4632-9000-77F67432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67">
            <a:extLst xmlns:a="http://schemas.openxmlformats.org/drawingml/2006/main">
              <a:ext uri="{FF2B5EF4-FFF2-40B4-BE49-F238E27FC236}">
                <a16:creationId xmlns:a16="http://schemas.microsoft.com/office/drawing/2014/main" id="{53AEDDF1-4D71-41F0-A759-12F2366D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168">
            <a:extLst xmlns:a="http://schemas.openxmlformats.org/drawingml/2006/main">
              <a:ext uri="{FF2B5EF4-FFF2-40B4-BE49-F238E27FC236}">
                <a16:creationId xmlns:a16="http://schemas.microsoft.com/office/drawing/2014/main" id="{125F989B-7C4D-4F6D-B681-2BC750EE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69">
            <a:extLst xmlns:a="http://schemas.openxmlformats.org/drawingml/2006/main">
              <a:ext uri="{FF2B5EF4-FFF2-40B4-BE49-F238E27FC236}">
                <a16:creationId xmlns:a16="http://schemas.microsoft.com/office/drawing/2014/main" id="{31F1D362-4D5B-4245-868E-973F1789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70">
            <a:extLst xmlns:a="http://schemas.openxmlformats.org/drawingml/2006/main">
              <a:ext uri="{FF2B5EF4-FFF2-40B4-BE49-F238E27FC236}">
                <a16:creationId xmlns:a16="http://schemas.microsoft.com/office/drawing/2014/main" id="{0606F3C2-A9D6-4F3C-97E2-99C3428F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28" name="text-171">
            <a:extLst xmlns:a="http://schemas.openxmlformats.org/drawingml/2006/main">
              <a:ext uri="{FF2B5EF4-FFF2-40B4-BE49-F238E27FC236}">
                <a16:creationId xmlns:a16="http://schemas.microsoft.com/office/drawing/2014/main" id="{2D148A0F-84B3-4C7E-BBB3-E23A91A6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29" name="text-172">
            <a:extLst xmlns:a="http://schemas.openxmlformats.org/drawingml/2006/main">
              <a:ext uri="{FF2B5EF4-FFF2-40B4-BE49-F238E27FC236}">
                <a16:creationId xmlns:a16="http://schemas.microsoft.com/office/drawing/2014/main" id="{0296343C-6286-4081-8225-F7C74FF2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73">
            <a:extLst xmlns:a="http://schemas.openxmlformats.org/drawingml/2006/main">
              <a:ext uri="{FF2B5EF4-FFF2-40B4-BE49-F238E27FC236}">
                <a16:creationId xmlns:a16="http://schemas.microsoft.com/office/drawing/2014/main" id="{2FDAEC6A-ACB5-4158-9EC8-E4A07B9D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174">
            <a:extLst xmlns:a="http://schemas.openxmlformats.org/drawingml/2006/main">
              <a:ext uri="{FF2B5EF4-FFF2-40B4-BE49-F238E27FC236}">
                <a16:creationId xmlns:a16="http://schemas.microsoft.com/office/drawing/2014/main" id="{430B562B-9C7E-49FB-8389-D6C9371C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75">
            <a:extLst xmlns:a="http://schemas.openxmlformats.org/drawingml/2006/main">
              <a:ext uri="{FF2B5EF4-FFF2-40B4-BE49-F238E27FC236}">
                <a16:creationId xmlns:a16="http://schemas.microsoft.com/office/drawing/2014/main" id="{FB57AA8B-EF40-470F-B591-2E6CED98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76">
            <a:extLst xmlns:a="http://schemas.openxmlformats.org/drawingml/2006/main">
              <a:ext uri="{FF2B5EF4-FFF2-40B4-BE49-F238E27FC236}">
                <a16:creationId xmlns:a16="http://schemas.microsoft.com/office/drawing/2014/main" id="{5EC385DC-6DB7-4E8E-B63B-7676F56B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34" name="text-177">
            <a:extLst xmlns:a="http://schemas.openxmlformats.org/drawingml/2006/main">
              <a:ext uri="{FF2B5EF4-FFF2-40B4-BE49-F238E27FC236}">
                <a16:creationId xmlns:a16="http://schemas.microsoft.com/office/drawing/2014/main" id="{6BA91C3E-3229-409B-803B-5D944439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35" name="text-178">
            <a:extLst xmlns:a="http://schemas.openxmlformats.org/drawingml/2006/main">
              <a:ext uri="{FF2B5EF4-FFF2-40B4-BE49-F238E27FC236}">
                <a16:creationId xmlns:a16="http://schemas.microsoft.com/office/drawing/2014/main" id="{8ECDA0DC-B743-4817-928D-C98A5153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903">
            <a:extLst xmlns:a="http://schemas.openxmlformats.org/drawingml/2006/main">
              <a:ext uri="{FF2B5EF4-FFF2-40B4-BE49-F238E27FC236}">
                <a16:creationId xmlns:a16="http://schemas.microsoft.com/office/drawing/2014/main" id="{E29429A2-E21E-4A1B-AD4D-1DFD2EC6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80bf9e989bb44af"/>
              </a:rPr>
              <a:t>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dffb8d21586455c"/>
              </a:rPr>
              <a:t>Gemini Notebook ↗</a:t>
            </a:r>
          </a:p>
        </p:txBody>
      </p:sp>
      <p:sp>
        <p:nvSpPr>
          <p:cNvPr id="37" name="shape-933">
            <a:extLst xmlns:a="http://schemas.openxmlformats.org/drawingml/2006/main">
              <a:ext uri="{FF2B5EF4-FFF2-40B4-BE49-F238E27FC236}">
                <a16:creationId xmlns:a16="http://schemas.microsoft.com/office/drawing/2014/main" id="{738F4128-4F3B-4FB9-92F0-27781C43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9bd21aa93414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934">
            <a:extLst xmlns:a="http://schemas.openxmlformats.org/drawingml/2006/main">
              <a:ext uri="{FF2B5EF4-FFF2-40B4-BE49-F238E27FC236}">
                <a16:creationId xmlns:a16="http://schemas.microsoft.com/office/drawing/2014/main" id="{2FA1513A-9CDF-42D2-ABEB-B27B531D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2515bc12c143c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935">
            <a:extLst xmlns:a="http://schemas.openxmlformats.org/drawingml/2006/main">
              <a:ext uri="{FF2B5EF4-FFF2-40B4-BE49-F238E27FC236}">
                <a16:creationId xmlns:a16="http://schemas.microsoft.com/office/drawing/2014/main" id="{A449AE1A-7EA6-4C82-AD1B-B3EDCA01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0786338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179">
            <a:extLst xmlns:a="http://schemas.openxmlformats.org/drawingml/2006/main">
              <a:ext uri="{FF2B5EF4-FFF2-40B4-BE49-F238E27FC236}">
                <a16:creationId xmlns:a16="http://schemas.microsoft.com/office/drawing/2014/main" id="{59203464-6E54-4B42-AD74-81988681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ECC872-5CF1-4969-8988-096EC99F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7" name="shape-1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81">
            <a:extLst xmlns:a="http://schemas.openxmlformats.org/drawingml/2006/main">
              <a:ext uri="{FF2B5EF4-FFF2-40B4-BE49-F238E27FC236}">
                <a16:creationId xmlns:a16="http://schemas.microsoft.com/office/drawing/2014/main" id="{8BE231A8-A6AF-4B87-8175-A396BED3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89409E3-90AB-4E10-ACA8-FEF59A4D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82">
            <a:extLst xmlns:a="http://schemas.openxmlformats.org/drawingml/2006/main">
              <a:ext uri="{FF2B5EF4-FFF2-40B4-BE49-F238E27FC236}">
                <a16:creationId xmlns:a16="http://schemas.microsoft.com/office/drawing/2014/main" id="{E00F00F7-6777-4960-8630-33EBC26C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3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183">
            <a:extLst xmlns:a="http://schemas.openxmlformats.org/drawingml/2006/main">
              <a:ext uri="{FF2B5EF4-FFF2-40B4-BE49-F238E27FC236}">
                <a16:creationId xmlns:a16="http://schemas.microsoft.com/office/drawing/2014/main" id="{B6CCBD93-08D5-4797-A3D4-9FCA952C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84">
            <a:extLst xmlns:a="http://schemas.openxmlformats.org/drawingml/2006/main">
              <a:ext uri="{FF2B5EF4-FFF2-40B4-BE49-F238E27FC236}">
                <a16:creationId xmlns:a16="http://schemas.microsoft.com/office/drawing/2014/main" id="{83F4966F-785C-4290-B021-58A8CE75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00–10</a:t>
            </a:r>
          </a:p>
        </p:txBody>
      </p:sp>
      <p:sp>
        <p:nvSpPr>
          <p:cNvPr id="9" name="text-185">
            <a:extLst xmlns:a="http://schemas.openxmlformats.org/drawingml/2006/main">
              <a:ext uri="{FF2B5EF4-FFF2-40B4-BE49-F238E27FC236}">
                <a16:creationId xmlns:a16="http://schemas.microsoft.com/office/drawing/2014/main" id="{41FFC9BF-8550-4A7E-826B-B1CF212A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186">
            <a:extLst xmlns:a="http://schemas.openxmlformats.org/drawingml/2006/main">
              <a:ext uri="{FF2B5EF4-FFF2-40B4-BE49-F238E27FC236}">
                <a16:creationId xmlns:a16="http://schemas.microsoft.com/office/drawing/2014/main" id="{30E73950-0835-43F0-9E2C-04BA9D3B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187">
            <a:extLst xmlns:a="http://schemas.openxmlformats.org/drawingml/2006/main">
              <a:ext uri="{FF2B5EF4-FFF2-40B4-BE49-F238E27FC236}">
                <a16:creationId xmlns:a16="http://schemas.microsoft.com/office/drawing/2014/main" id="{128ADD26-CFF9-4796-B3E9-2CA733FC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88">
            <a:extLst xmlns:a="http://schemas.openxmlformats.org/drawingml/2006/main">
              <a:ext uri="{FF2B5EF4-FFF2-40B4-BE49-F238E27FC236}">
                <a16:creationId xmlns:a16="http://schemas.microsoft.com/office/drawing/2014/main" id="{0D44150E-A5C5-4335-B294-DA54C753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5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10–25</a:t>
            </a:r>
          </a:p>
        </p:txBody>
      </p:sp>
      <p:sp>
        <p:nvSpPr>
          <p:cNvPr id="13" name="text-189">
            <a:extLst xmlns:a="http://schemas.openxmlformats.org/drawingml/2006/main">
              <a:ext uri="{FF2B5EF4-FFF2-40B4-BE49-F238E27FC236}">
                <a16:creationId xmlns:a16="http://schemas.microsoft.com/office/drawing/2014/main" id="{E1426F1E-2BDC-4247-BF5E-50EE368AA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sp>
        <p:nvSpPr>
          <p:cNvPr id="14" name="text-190">
            <a:extLst xmlns:a="http://schemas.openxmlformats.org/drawingml/2006/main">
              <a:ext uri="{FF2B5EF4-FFF2-40B4-BE49-F238E27FC236}">
                <a16:creationId xmlns:a16="http://schemas.microsoft.com/office/drawing/2014/main" id="{616CA046-E521-4BA6-B143-64A6E8B6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語音輸入與整理</a:t>
            </a:r>
          </a:p>
        </p:txBody>
      </p:sp>
      <p:sp>
        <p:nvSpPr>
          <p:cNvPr id="15" name="shape-191">
            <a:extLst xmlns:a="http://schemas.openxmlformats.org/drawingml/2006/main">
              <a:ext uri="{FF2B5EF4-FFF2-40B4-BE49-F238E27FC236}">
                <a16:creationId xmlns:a16="http://schemas.microsoft.com/office/drawing/2014/main" id="{98A05DCD-01A5-4EF6-A2C4-E16700DE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92">
            <a:extLst xmlns:a="http://schemas.openxmlformats.org/drawingml/2006/main">
              <a:ext uri="{FF2B5EF4-FFF2-40B4-BE49-F238E27FC236}">
                <a16:creationId xmlns:a16="http://schemas.microsoft.com/office/drawing/2014/main" id="{492F95B0-6FBB-4B3E-94D2-E5F66F3C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25–65</a:t>
            </a:r>
          </a:p>
        </p:txBody>
      </p:sp>
      <p:sp>
        <p:nvSpPr>
          <p:cNvPr id="17" name="text-193">
            <a:extLst xmlns:a="http://schemas.openxmlformats.org/drawingml/2006/main">
              <a:ext uri="{FF2B5EF4-FFF2-40B4-BE49-F238E27FC236}">
                <a16:creationId xmlns:a16="http://schemas.microsoft.com/office/drawing/2014/main" id="{EBDEC48C-2DE6-45C4-9623-17B78D54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8" name="text-194">
            <a:extLst xmlns:a="http://schemas.openxmlformats.org/drawingml/2006/main">
              <a:ext uri="{FF2B5EF4-FFF2-40B4-BE49-F238E27FC236}">
                <a16:creationId xmlns:a16="http://schemas.microsoft.com/office/drawing/2014/main" id="{EC3862BE-1EA0-464B-B21A-DB8A383A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9" name="shape-195">
            <a:extLst xmlns:a="http://schemas.openxmlformats.org/drawingml/2006/main">
              <a:ext uri="{FF2B5EF4-FFF2-40B4-BE49-F238E27FC236}">
                <a16:creationId xmlns:a16="http://schemas.microsoft.com/office/drawing/2014/main" id="{A2460F6D-5968-4ADE-B933-6594D273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96">
            <a:extLst xmlns:a="http://schemas.openxmlformats.org/drawingml/2006/main">
              <a:ext uri="{FF2B5EF4-FFF2-40B4-BE49-F238E27FC236}">
                <a16:creationId xmlns:a16="http://schemas.microsoft.com/office/drawing/2014/main" id="{EF82C061-F6D7-4338-BF56-E1975A16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65–90</a:t>
            </a:r>
          </a:p>
        </p:txBody>
      </p:sp>
      <p:sp>
        <p:nvSpPr>
          <p:cNvPr id="21" name="text-197">
            <a:extLst xmlns:a="http://schemas.openxmlformats.org/drawingml/2006/main">
              <a:ext uri="{FF2B5EF4-FFF2-40B4-BE49-F238E27FC236}">
                <a16:creationId xmlns:a16="http://schemas.microsoft.com/office/drawing/2014/main" id="{35C6A4B9-088C-4866-9862-E7435E73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198">
            <a:extLst xmlns:a="http://schemas.openxmlformats.org/drawingml/2006/main">
              <a:ext uri="{FF2B5EF4-FFF2-40B4-BE49-F238E27FC236}">
                <a16:creationId xmlns:a16="http://schemas.microsoft.com/office/drawing/2014/main" id="{79299E24-2011-4549-A5BD-3EA67297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23" name="shape-199">
            <a:extLst xmlns:a="http://schemas.openxmlformats.org/drawingml/2006/main">
              <a:ext uri="{FF2B5EF4-FFF2-40B4-BE49-F238E27FC236}">
                <a16:creationId xmlns:a16="http://schemas.microsoft.com/office/drawing/2014/main" id="{0A0C4491-375E-4A32-A4B2-A88C07AA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200">
            <a:extLst xmlns:a="http://schemas.openxmlformats.org/drawingml/2006/main">
              <a:ext uri="{FF2B5EF4-FFF2-40B4-BE49-F238E27FC236}">
                <a16:creationId xmlns:a16="http://schemas.microsoft.com/office/drawing/2014/main" id="{67025C2F-9323-4171-A8C5-583B7AE8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7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90–100</a:t>
            </a:r>
          </a:p>
        </p:txBody>
      </p:sp>
      <p:sp>
        <p:nvSpPr>
          <p:cNvPr id="25" name="text-201">
            <a:extLst xmlns:a="http://schemas.openxmlformats.org/drawingml/2006/main">
              <a:ext uri="{FF2B5EF4-FFF2-40B4-BE49-F238E27FC236}">
                <a16:creationId xmlns:a16="http://schemas.microsoft.com/office/drawing/2014/main" id="{45181B89-E9C4-4F20-92AF-EE1EA4C5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202">
            <a:extLst xmlns:a="http://schemas.openxmlformats.org/drawingml/2006/main">
              <a:ext uri="{FF2B5EF4-FFF2-40B4-BE49-F238E27FC236}">
                <a16:creationId xmlns:a16="http://schemas.microsoft.com/office/drawing/2014/main" id="{A2D6ED47-032F-427A-9CDC-B9BF4C4C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7" name="shape-203">
            <a:extLst xmlns:a="http://schemas.openxmlformats.org/drawingml/2006/main">
              <a:ext uri="{FF2B5EF4-FFF2-40B4-BE49-F238E27FC236}">
                <a16:creationId xmlns:a16="http://schemas.microsoft.com/office/drawing/2014/main" id="{F46EC544-CBB0-4B3B-84CC-ACE28A3D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94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204">
            <a:extLst xmlns:a="http://schemas.openxmlformats.org/drawingml/2006/main">
              <a:ext uri="{FF2B5EF4-FFF2-40B4-BE49-F238E27FC236}">
                <a16:creationId xmlns:a16="http://schemas.microsoft.com/office/drawing/2014/main" id="{325B8FD0-E4ED-4AF7-AC2E-6D871C77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100–140</a:t>
            </a:r>
          </a:p>
        </p:txBody>
      </p:sp>
      <p:sp>
        <p:nvSpPr>
          <p:cNvPr id="29" name="text-205">
            <a:extLst xmlns:a="http://schemas.openxmlformats.org/drawingml/2006/main">
              <a:ext uri="{FF2B5EF4-FFF2-40B4-BE49-F238E27FC236}">
                <a16:creationId xmlns:a16="http://schemas.microsoft.com/office/drawing/2014/main" id="{3BCE420E-1F9C-44CD-B038-6C23EEED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4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30" name="text-206">
            <a:extLst xmlns:a="http://schemas.openxmlformats.org/drawingml/2006/main">
              <a:ext uri="{FF2B5EF4-FFF2-40B4-BE49-F238E27FC236}">
                <a16:creationId xmlns:a16="http://schemas.microsoft.com/office/drawing/2014/main" id="{ED373E64-090B-4F17-AB2F-953D110E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4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31" name="shape-207">
            <a:extLst xmlns:a="http://schemas.openxmlformats.org/drawingml/2006/main">
              <a:ext uri="{FF2B5EF4-FFF2-40B4-BE49-F238E27FC236}">
                <a16:creationId xmlns:a16="http://schemas.microsoft.com/office/drawing/2014/main" id="{6FB4BF91-CF47-40FD-BC1F-D24C2E74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08">
            <a:extLst xmlns:a="http://schemas.openxmlformats.org/drawingml/2006/main">
              <a:ext uri="{FF2B5EF4-FFF2-40B4-BE49-F238E27FC236}">
                <a16:creationId xmlns:a16="http://schemas.microsoft.com/office/drawing/2014/main" id="{72BC9E01-BB94-427A-B369-2F2452C3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140–180</a:t>
            </a:r>
          </a:p>
        </p:txBody>
      </p:sp>
      <p:sp>
        <p:nvSpPr>
          <p:cNvPr id="33" name="text-209">
            <a:extLst xmlns:a="http://schemas.openxmlformats.org/drawingml/2006/main">
              <a:ext uri="{FF2B5EF4-FFF2-40B4-BE49-F238E27FC236}">
                <a16:creationId xmlns:a16="http://schemas.microsoft.com/office/drawing/2014/main" id="{B2C5C018-CCF3-4FB4-954F-D7038653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4" name="text-210">
            <a:extLst xmlns:a="http://schemas.openxmlformats.org/drawingml/2006/main">
              <a:ext uri="{FF2B5EF4-FFF2-40B4-BE49-F238E27FC236}">
                <a16:creationId xmlns:a16="http://schemas.microsoft.com/office/drawing/2014/main" id="{B71347E8-5CFE-4428-BD61-4ADF71CC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1884189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11">
            <a:extLst xmlns:a="http://schemas.openxmlformats.org/drawingml/2006/main">
              <a:ext uri="{FF2B5EF4-FFF2-40B4-BE49-F238E27FC236}">
                <a16:creationId xmlns:a16="http://schemas.microsoft.com/office/drawing/2014/main" id="{7AC73399-1E85-43E4-A1E0-97142443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A34A357-3F0A-4549-99F9-D2A93704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2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13">
            <a:extLst xmlns:a="http://schemas.openxmlformats.org/drawingml/2006/main">
              <a:ext uri="{FF2B5EF4-FFF2-40B4-BE49-F238E27FC236}">
                <a16:creationId xmlns:a16="http://schemas.microsoft.com/office/drawing/2014/main" id="{4C7C0A8D-4B75-46E0-B4B7-48FF78A0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F31CB3-F64F-4B02-A915-3531F513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214">
            <a:extLst xmlns:a="http://schemas.openxmlformats.org/drawingml/2006/main">
              <a:ext uri="{FF2B5EF4-FFF2-40B4-BE49-F238E27FC236}">
                <a16:creationId xmlns:a16="http://schemas.microsoft.com/office/drawing/2014/main" id="{94508B55-2660-4AB5-A34E-6C16CA12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15">
            <a:extLst xmlns:a="http://schemas.openxmlformats.org/drawingml/2006/main">
              <a:ext uri="{FF2B5EF4-FFF2-40B4-BE49-F238E27FC236}">
                <a16:creationId xmlns:a16="http://schemas.microsoft.com/office/drawing/2014/main" id="{53277584-BD06-4D86-8096-4DEA5086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16">
            <a:extLst xmlns:a="http://schemas.openxmlformats.org/drawingml/2006/main">
              <a:ext uri="{FF2B5EF4-FFF2-40B4-BE49-F238E27FC236}">
                <a16:creationId xmlns:a16="http://schemas.microsoft.com/office/drawing/2014/main" id="{262643DD-E839-4274-9243-40327C4E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217">
            <a:extLst xmlns:a="http://schemas.openxmlformats.org/drawingml/2006/main">
              <a:ext uri="{FF2B5EF4-FFF2-40B4-BE49-F238E27FC236}">
                <a16:creationId xmlns:a16="http://schemas.microsoft.com/office/drawing/2014/main" id="{C8564F6A-EF9E-4960-813E-353479A4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218">
            <a:extLst xmlns:a="http://schemas.openxmlformats.org/drawingml/2006/main">
              <a:ext uri="{FF2B5EF4-FFF2-40B4-BE49-F238E27FC236}">
                <a16:creationId xmlns:a16="http://schemas.microsoft.com/office/drawing/2014/main" id="{DB471EEB-24D4-47D9-875C-D1FA02C8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19">
            <a:extLst xmlns:a="http://schemas.openxmlformats.org/drawingml/2006/main">
              <a:ext uri="{FF2B5EF4-FFF2-40B4-BE49-F238E27FC236}">
                <a16:creationId xmlns:a16="http://schemas.microsoft.com/office/drawing/2014/main" id="{2E1202C1-5C0A-458A-8D48-529E68A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20">
            <a:extLst xmlns:a="http://schemas.openxmlformats.org/drawingml/2006/main">
              <a:ext uri="{FF2B5EF4-FFF2-40B4-BE49-F238E27FC236}">
                <a16:creationId xmlns:a16="http://schemas.microsoft.com/office/drawing/2014/main" id="{44A85A91-91CF-4045-A4CC-11B37072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221">
            <a:extLst xmlns:a="http://schemas.openxmlformats.org/drawingml/2006/main">
              <a:ext uri="{FF2B5EF4-FFF2-40B4-BE49-F238E27FC236}">
                <a16:creationId xmlns:a16="http://schemas.microsoft.com/office/drawing/2014/main" id="{836E3877-156A-4CA4-A171-506EAD17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222">
            <a:extLst xmlns:a="http://schemas.openxmlformats.org/drawingml/2006/main">
              <a:ext uri="{FF2B5EF4-FFF2-40B4-BE49-F238E27FC236}">
                <a16:creationId xmlns:a16="http://schemas.microsoft.com/office/drawing/2014/main" id="{FC14DE1D-07CC-4ED9-A808-7C70CE8B0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23">
            <a:extLst xmlns:a="http://schemas.openxmlformats.org/drawingml/2006/main">
              <a:ext uri="{FF2B5EF4-FFF2-40B4-BE49-F238E27FC236}">
                <a16:creationId xmlns:a16="http://schemas.microsoft.com/office/drawing/2014/main" id="{52079ECE-0750-4115-8205-74754E18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24">
            <a:extLst xmlns:a="http://schemas.openxmlformats.org/drawingml/2006/main">
              <a:ext uri="{FF2B5EF4-FFF2-40B4-BE49-F238E27FC236}">
                <a16:creationId xmlns:a16="http://schemas.microsoft.com/office/drawing/2014/main" id="{C2772648-5C62-4778-90F6-7CF288B4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225">
            <a:extLst xmlns:a="http://schemas.openxmlformats.org/drawingml/2006/main">
              <a:ext uri="{FF2B5EF4-FFF2-40B4-BE49-F238E27FC236}">
                <a16:creationId xmlns:a16="http://schemas.microsoft.com/office/drawing/2014/main" id="{733FF186-2557-4C73-B15A-48F02116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226">
            <a:extLst xmlns:a="http://schemas.openxmlformats.org/drawingml/2006/main">
              <a:ext uri="{FF2B5EF4-FFF2-40B4-BE49-F238E27FC236}">
                <a16:creationId xmlns:a16="http://schemas.microsoft.com/office/drawing/2014/main" id="{D407DD8E-48FE-4F60-8A3F-895B5BFA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27">
            <a:extLst xmlns:a="http://schemas.openxmlformats.org/drawingml/2006/main">
              <a:ext uri="{FF2B5EF4-FFF2-40B4-BE49-F238E27FC236}">
                <a16:creationId xmlns:a16="http://schemas.microsoft.com/office/drawing/2014/main" id="{E35D6C94-6235-4BD0-AEF3-A86A9979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28">
            <a:extLst xmlns:a="http://schemas.openxmlformats.org/drawingml/2006/main">
              <a:ext uri="{FF2B5EF4-FFF2-40B4-BE49-F238E27FC236}">
                <a16:creationId xmlns:a16="http://schemas.microsoft.com/office/drawing/2014/main" id="{6644A755-711E-4698-8380-E2C2B2E4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229">
            <a:extLst xmlns:a="http://schemas.openxmlformats.org/drawingml/2006/main">
              <a:ext uri="{FF2B5EF4-FFF2-40B4-BE49-F238E27FC236}">
                <a16:creationId xmlns:a16="http://schemas.microsoft.com/office/drawing/2014/main" id="{10688E16-B6F3-43B8-8178-0DCF7B5A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127797080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230">
            <a:extLst xmlns:a="http://schemas.openxmlformats.org/drawingml/2006/main">
              <a:ext uri="{FF2B5EF4-FFF2-40B4-BE49-F238E27FC236}">
                <a16:creationId xmlns:a16="http://schemas.microsoft.com/office/drawing/2014/main" id="{16380579-3412-4FEC-A338-FD2EB3DB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B271A7-2FC6-40C6-A6EF-F4F682CE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2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32">
            <a:extLst xmlns:a="http://schemas.openxmlformats.org/drawingml/2006/main">
              <a:ext uri="{FF2B5EF4-FFF2-40B4-BE49-F238E27FC236}">
                <a16:creationId xmlns:a16="http://schemas.microsoft.com/office/drawing/2014/main" id="{FDEDA3FB-DB57-465A-8F79-E2AE4711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3FADC95-B65E-4479-A1CD-E7F56A81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233">
            <a:extLst xmlns:a="http://schemas.openxmlformats.org/drawingml/2006/main">
              <a:ext uri="{FF2B5EF4-FFF2-40B4-BE49-F238E27FC236}">
                <a16:creationId xmlns:a16="http://schemas.microsoft.com/office/drawing/2014/main" id="{786BEBB3-6789-430B-A8B9-80292802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34">
            <a:extLst xmlns:a="http://schemas.openxmlformats.org/drawingml/2006/main">
              <a:ext uri="{FF2B5EF4-FFF2-40B4-BE49-F238E27FC236}">
                <a16:creationId xmlns:a16="http://schemas.microsoft.com/office/drawing/2014/main" id="{814BAE02-7AA2-4337-8B24-8434FDA3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35">
            <a:extLst xmlns:a="http://schemas.openxmlformats.org/drawingml/2006/main">
              <a:ext uri="{FF2B5EF4-FFF2-40B4-BE49-F238E27FC236}">
                <a16:creationId xmlns:a16="http://schemas.microsoft.com/office/drawing/2014/main" id="{0C18E421-9FEC-4F8B-ADC1-07BB40EF1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236">
            <a:extLst xmlns:a="http://schemas.openxmlformats.org/drawingml/2006/main">
              <a:ext uri="{FF2B5EF4-FFF2-40B4-BE49-F238E27FC236}">
                <a16:creationId xmlns:a16="http://schemas.microsoft.com/office/drawing/2014/main" id="{85FB0166-73ED-439B-BCF2-2D4FC952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237">
            <a:extLst xmlns:a="http://schemas.openxmlformats.org/drawingml/2006/main">
              <a:ext uri="{FF2B5EF4-FFF2-40B4-BE49-F238E27FC236}">
                <a16:creationId xmlns:a16="http://schemas.microsoft.com/office/drawing/2014/main" id="{2A3B1DED-6E9A-444A-A399-32891833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238">
            <a:extLst xmlns:a="http://schemas.openxmlformats.org/drawingml/2006/main">
              <a:ext uri="{FF2B5EF4-FFF2-40B4-BE49-F238E27FC236}">
                <a16:creationId xmlns:a16="http://schemas.microsoft.com/office/drawing/2014/main" id="{54A8D14A-E47C-4C2A-BD77-48CA64C2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239">
            <a:extLst xmlns:a="http://schemas.openxmlformats.org/drawingml/2006/main">
              <a:ext uri="{FF2B5EF4-FFF2-40B4-BE49-F238E27FC236}">
                <a16:creationId xmlns:a16="http://schemas.microsoft.com/office/drawing/2014/main" id="{624C57D2-5544-423F-BCC0-39D39A04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240">
            <a:extLst xmlns:a="http://schemas.openxmlformats.org/drawingml/2006/main">
              <a:ext uri="{FF2B5EF4-FFF2-40B4-BE49-F238E27FC236}">
                <a16:creationId xmlns:a16="http://schemas.microsoft.com/office/drawing/2014/main" id="{8995A98D-D186-42E2-9B8F-645F6650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241">
            <a:extLst xmlns:a="http://schemas.openxmlformats.org/drawingml/2006/main">
              <a:ext uri="{FF2B5EF4-FFF2-40B4-BE49-F238E27FC236}">
                <a16:creationId xmlns:a16="http://schemas.microsoft.com/office/drawing/2014/main" id="{64F7F1DE-7F43-458D-84B2-15E48585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242">
            <a:extLst xmlns:a="http://schemas.openxmlformats.org/drawingml/2006/main">
              <a:ext uri="{FF2B5EF4-FFF2-40B4-BE49-F238E27FC236}">
                <a16:creationId xmlns:a16="http://schemas.microsoft.com/office/drawing/2014/main" id="{3859CA40-F946-4845-94B8-87736FE4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17529736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43">
            <a:extLst xmlns:a="http://schemas.openxmlformats.org/drawingml/2006/main">
              <a:ext uri="{FF2B5EF4-FFF2-40B4-BE49-F238E27FC236}">
                <a16:creationId xmlns:a16="http://schemas.microsoft.com/office/drawing/2014/main" id="{3AA70224-30A1-4950-B238-580CB792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PAIN POINT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BB051CA-B1BB-41C0-A1FE-DEA381AC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先從真實教學／研究痛點出發</a:t>
            </a:r>
          </a:p>
        </p:txBody>
      </p:sp>
      <p:cxnSp>
        <p:nvCxnSpPr>
          <p:cNvPr id="24" name="shape-2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45">
            <a:extLst xmlns:a="http://schemas.openxmlformats.org/drawingml/2006/main">
              <a:ext uri="{FF2B5EF4-FFF2-40B4-BE49-F238E27FC236}">
                <a16:creationId xmlns:a16="http://schemas.microsoft.com/office/drawing/2014/main" id="{D263471D-B34F-49C9-8E69-9DFE9CE7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0D400F-B638-4616-96F8-AAD38EB7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46">
            <a:extLst xmlns:a="http://schemas.openxmlformats.org/drawingml/2006/main">
              <a:ext uri="{FF2B5EF4-FFF2-40B4-BE49-F238E27FC236}">
                <a16:creationId xmlns:a16="http://schemas.microsoft.com/office/drawing/2014/main" id="{96B240F2-4269-41AD-B198-29E7D139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47">
            <a:extLst xmlns:a="http://schemas.openxmlformats.org/drawingml/2006/main">
              <a:ext uri="{FF2B5EF4-FFF2-40B4-BE49-F238E27FC236}">
                <a16:creationId xmlns:a16="http://schemas.microsoft.com/office/drawing/2014/main" id="{B78DC17B-F197-451A-AA04-C3426755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248">
            <a:extLst xmlns:a="http://schemas.openxmlformats.org/drawingml/2006/main">
              <a:ext uri="{FF2B5EF4-FFF2-40B4-BE49-F238E27FC236}">
                <a16:creationId xmlns:a16="http://schemas.microsoft.com/office/drawing/2014/main" id="{27DC575F-C106-42DC-BAA1-ECF67AAA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內容理解痛點</a:t>
            </a:r>
          </a:p>
        </p:txBody>
      </p:sp>
      <p:sp>
        <p:nvSpPr>
          <p:cNvPr id="9" name="text-249">
            <a:extLst xmlns:a="http://schemas.openxmlformats.org/drawingml/2006/main">
              <a:ext uri="{FF2B5EF4-FFF2-40B4-BE49-F238E27FC236}">
                <a16:creationId xmlns:a16="http://schemas.microsoft.com/office/drawing/2014/main" id="{4245F6A8-7040-483A-9CBE-9394E7B1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250">
            <a:extLst xmlns:a="http://schemas.openxmlformats.org/drawingml/2006/main">
              <a:ext uri="{FF2B5EF4-FFF2-40B4-BE49-F238E27FC236}">
                <a16:creationId xmlns:a16="http://schemas.microsoft.com/office/drawing/2014/main" id="{C379F362-B119-4E18-9413-F5F8CE12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51">
            <a:extLst xmlns:a="http://schemas.openxmlformats.org/drawingml/2006/main">
              <a:ext uri="{FF2B5EF4-FFF2-40B4-BE49-F238E27FC236}">
                <a16:creationId xmlns:a16="http://schemas.microsoft.com/office/drawing/2014/main" id="{CB66929D-3C29-40B7-BEC6-39A3A199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252">
            <a:extLst xmlns:a="http://schemas.openxmlformats.org/drawingml/2006/main">
              <a:ext uri="{FF2B5EF4-FFF2-40B4-BE49-F238E27FC236}">
                <a16:creationId xmlns:a16="http://schemas.microsoft.com/office/drawing/2014/main" id="{233C0CE7-5D4F-4556-BFDD-41C2238F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資料分析痛點</a:t>
            </a:r>
          </a:p>
        </p:txBody>
      </p:sp>
      <p:sp>
        <p:nvSpPr>
          <p:cNvPr id="13" name="text-253">
            <a:extLst xmlns:a="http://schemas.openxmlformats.org/drawingml/2006/main">
              <a:ext uri="{FF2B5EF4-FFF2-40B4-BE49-F238E27FC236}">
                <a16:creationId xmlns:a16="http://schemas.microsoft.com/office/drawing/2014/main" id="{5BDF5A68-CA1A-40E6-85E0-5A385197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254">
            <a:extLst xmlns:a="http://schemas.openxmlformats.org/drawingml/2006/main">
              <a:ext uri="{FF2B5EF4-FFF2-40B4-BE49-F238E27FC236}">
                <a16:creationId xmlns:a16="http://schemas.microsoft.com/office/drawing/2014/main" id="{44362F9B-F72C-468A-B6CC-6C720241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55">
            <a:extLst xmlns:a="http://schemas.openxmlformats.org/drawingml/2006/main">
              <a:ext uri="{FF2B5EF4-FFF2-40B4-BE49-F238E27FC236}">
                <a16:creationId xmlns:a16="http://schemas.microsoft.com/office/drawing/2014/main" id="{9113D458-E3A0-461D-B9CD-60DC46A1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256">
            <a:extLst xmlns:a="http://schemas.openxmlformats.org/drawingml/2006/main">
              <a:ext uri="{FF2B5EF4-FFF2-40B4-BE49-F238E27FC236}">
                <a16:creationId xmlns:a16="http://schemas.microsoft.com/office/drawing/2014/main" id="{6CA4CBCF-A88C-4057-8FC7-FBF45A76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互動設計痛點</a:t>
            </a:r>
          </a:p>
        </p:txBody>
      </p:sp>
      <p:sp>
        <p:nvSpPr>
          <p:cNvPr id="17" name="text-257">
            <a:extLst xmlns:a="http://schemas.openxmlformats.org/drawingml/2006/main">
              <a:ext uri="{FF2B5EF4-FFF2-40B4-BE49-F238E27FC236}">
                <a16:creationId xmlns:a16="http://schemas.microsoft.com/office/drawing/2014/main" id="{355AF755-4C94-4876-86AA-BD596B0E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258">
            <a:extLst xmlns:a="http://schemas.openxmlformats.org/drawingml/2006/main">
              <a:ext uri="{FF2B5EF4-FFF2-40B4-BE49-F238E27FC236}">
                <a16:creationId xmlns:a16="http://schemas.microsoft.com/office/drawing/2014/main" id="{98BDB57C-4EF2-4519-A31D-650AFC5C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59">
            <a:extLst xmlns:a="http://schemas.openxmlformats.org/drawingml/2006/main">
              <a:ext uri="{FF2B5EF4-FFF2-40B4-BE49-F238E27FC236}">
                <a16:creationId xmlns:a16="http://schemas.microsoft.com/office/drawing/2014/main" id="{A76ED4F8-E449-4F09-8B70-B383D5D8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260">
            <a:extLst xmlns:a="http://schemas.openxmlformats.org/drawingml/2006/main">
              <a:ext uri="{FF2B5EF4-FFF2-40B4-BE49-F238E27FC236}">
                <a16:creationId xmlns:a16="http://schemas.microsoft.com/office/drawing/2014/main" id="{200BF65C-4051-4CBE-8210-9EE27E1C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研究／行政痛點</a:t>
            </a:r>
          </a:p>
        </p:txBody>
      </p:sp>
      <p:sp>
        <p:nvSpPr>
          <p:cNvPr id="21" name="text-261">
            <a:extLst xmlns:a="http://schemas.openxmlformats.org/drawingml/2006/main">
              <a:ext uri="{FF2B5EF4-FFF2-40B4-BE49-F238E27FC236}">
                <a16:creationId xmlns:a16="http://schemas.microsoft.com/office/drawing/2014/main" id="{F7BA1835-FE33-4A24-BAB6-5BF9ACAC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想把文獻、資料、方法與行政流程整理成可持續更新的工作區。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16806385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62">
            <a:extLst xmlns:a="http://schemas.openxmlformats.org/drawingml/2006/main">
              <a:ext uri="{FF2B5EF4-FFF2-40B4-BE49-F238E27FC236}">
                <a16:creationId xmlns:a16="http://schemas.microsoft.com/office/drawing/2014/main" id="{B3E1BAF5-4A58-4DE0-A152-F969E7B5A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A3690A-5B78-49C5-BD19-EB6402DF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2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4">
            <a:extLst xmlns:a="http://schemas.openxmlformats.org/drawingml/2006/main">
              <a:ext uri="{FF2B5EF4-FFF2-40B4-BE49-F238E27FC236}">
                <a16:creationId xmlns:a16="http://schemas.microsoft.com/office/drawing/2014/main" id="{4921C300-0A12-4016-89E9-176DE15F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4586E0D-652F-4168-9201-BA58E4E9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93b7dbd07f4479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265">
            <a:extLst xmlns:a="http://schemas.openxmlformats.org/drawingml/2006/main">
              <a:ext uri="{FF2B5EF4-FFF2-40B4-BE49-F238E27FC236}">
                <a16:creationId xmlns:a16="http://schemas.microsoft.com/office/drawing/2014/main" id="{DFA76040-55D0-4CFD-AEF5-DB30EC98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266">
            <a:extLst xmlns:a="http://schemas.openxmlformats.org/drawingml/2006/main">
              <a:ext uri="{FF2B5EF4-FFF2-40B4-BE49-F238E27FC236}">
                <a16:creationId xmlns:a16="http://schemas.microsoft.com/office/drawing/2014/main" id="{ECBDDD38-E6FE-48B1-9CAD-C7750A27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904">
            <a:extLst xmlns:a="http://schemas.openxmlformats.org/drawingml/2006/main">
              <a:ext uri="{FF2B5EF4-FFF2-40B4-BE49-F238E27FC236}">
                <a16:creationId xmlns:a16="http://schemas.microsoft.com/office/drawing/2014/main" id="{8DEC4661-871B-428C-B197-D2E51669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1dc0865af8d4886"/>
              </a:rPr>
              <a:t>開啟教育科技創新專區 ↗</a:t>
            </a:r>
          </a:p>
        </p:txBody>
      </p:sp>
      <p:sp>
        <p:nvSpPr>
          <p:cNvPr id="10" name="shape-936">
            <a:extLst xmlns:a="http://schemas.openxmlformats.org/drawingml/2006/main">
              <a:ext uri="{FF2B5EF4-FFF2-40B4-BE49-F238E27FC236}">
                <a16:creationId xmlns:a16="http://schemas.microsoft.com/office/drawing/2014/main" id="{146EAC94-AE86-4EAA-B958-621FD51F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43f5b8307494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37">
            <a:extLst xmlns:a="http://schemas.openxmlformats.org/drawingml/2006/main">
              <a:ext uri="{FF2B5EF4-FFF2-40B4-BE49-F238E27FC236}">
                <a16:creationId xmlns:a16="http://schemas.microsoft.com/office/drawing/2014/main" id="{774EFE72-378C-45C1-A121-DC15D03E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201731043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67">
            <a:extLst xmlns:a="http://schemas.openxmlformats.org/drawingml/2006/main">
              <a:ext uri="{FF2B5EF4-FFF2-40B4-BE49-F238E27FC236}">
                <a16:creationId xmlns:a16="http://schemas.microsoft.com/office/drawing/2014/main" id="{0E3E807B-6FCF-4F03-B0D1-9F7E3255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0EDDE36-083E-458F-9A1B-DC990693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2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9">
            <a:extLst xmlns:a="http://schemas.openxmlformats.org/drawingml/2006/main">
              <a:ext uri="{FF2B5EF4-FFF2-40B4-BE49-F238E27FC236}">
                <a16:creationId xmlns:a16="http://schemas.microsoft.com/office/drawing/2014/main" id="{8DDDFF78-C26A-488D-ADD3-5739D30A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47095F8-076E-4516-B76B-8360A820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text-270">
            <a:extLst xmlns:a="http://schemas.openxmlformats.org/drawingml/2006/main">
              <a:ext uri="{FF2B5EF4-FFF2-40B4-BE49-F238E27FC236}">
                <a16:creationId xmlns:a16="http://schemas.microsoft.com/office/drawing/2014/main" id="{6D7DD39A-43F3-4EDD-8307-ADA75455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271">
            <a:extLst xmlns:a="http://schemas.openxmlformats.org/drawingml/2006/main">
              <a:ext uri="{FF2B5EF4-FFF2-40B4-BE49-F238E27FC236}">
                <a16:creationId xmlns:a16="http://schemas.microsoft.com/office/drawing/2014/main" id="{6BA01320-46BD-4F26-B6FA-EC340D5B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72">
            <a:extLst xmlns:a="http://schemas.openxmlformats.org/drawingml/2006/main">
              <a:ext uri="{FF2B5EF4-FFF2-40B4-BE49-F238E27FC236}">
                <a16:creationId xmlns:a16="http://schemas.microsoft.com/office/drawing/2014/main" id="{A245B5E5-67B9-498B-AAE5-6DA02519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273">
            <a:extLst xmlns:a="http://schemas.openxmlformats.org/drawingml/2006/main">
              <a:ext uri="{FF2B5EF4-FFF2-40B4-BE49-F238E27FC236}">
                <a16:creationId xmlns:a16="http://schemas.microsoft.com/office/drawing/2014/main" id="{E474E4D2-2120-4766-850F-33BD2E2E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274">
            <a:extLst xmlns:a="http://schemas.openxmlformats.org/drawingml/2006/main">
              <a:ext uri="{FF2B5EF4-FFF2-40B4-BE49-F238E27FC236}">
                <a16:creationId xmlns:a16="http://schemas.microsoft.com/office/drawing/2014/main" id="{A41809AE-A03A-4DF4-8B72-51EC9456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275">
            <a:extLst xmlns:a="http://schemas.openxmlformats.org/drawingml/2006/main">
              <a:ext uri="{FF2B5EF4-FFF2-40B4-BE49-F238E27FC236}">
                <a16:creationId xmlns:a16="http://schemas.microsoft.com/office/drawing/2014/main" id="{4D00AEBF-8349-40C0-A097-5D0D1C1E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d762f9e76354e9e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877f968e54279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276">
            <a:extLst xmlns:a="http://schemas.openxmlformats.org/drawingml/2006/main">
              <a:ext uri="{FF2B5EF4-FFF2-40B4-BE49-F238E27FC236}">
                <a16:creationId xmlns:a16="http://schemas.microsoft.com/office/drawing/2014/main" id="{1A87BB4F-C28B-4136-8554-E7254A55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158e0e4e9d84a8c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22b219e3044b7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277">
            <a:extLst xmlns:a="http://schemas.openxmlformats.org/drawingml/2006/main">
              <a:ext uri="{FF2B5EF4-FFF2-40B4-BE49-F238E27FC236}">
                <a16:creationId xmlns:a16="http://schemas.microsoft.com/office/drawing/2014/main" id="{B28F5E13-74D0-47D6-BA96-620E5C39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278">
            <a:extLst xmlns:a="http://schemas.openxmlformats.org/drawingml/2006/main">
              <a:ext uri="{FF2B5EF4-FFF2-40B4-BE49-F238E27FC236}">
                <a16:creationId xmlns:a16="http://schemas.microsoft.com/office/drawing/2014/main" id="{6C682B26-E562-48BD-8B73-1C0C973F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279">
            <a:extLst xmlns:a="http://schemas.openxmlformats.org/drawingml/2006/main">
              <a:ext uri="{FF2B5EF4-FFF2-40B4-BE49-F238E27FC236}">
                <a16:creationId xmlns:a16="http://schemas.microsoft.com/office/drawing/2014/main" id="{E3C21806-EE6A-4473-AFE4-AC23CD02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280">
            <a:extLst xmlns:a="http://schemas.openxmlformats.org/drawingml/2006/main">
              <a:ext uri="{FF2B5EF4-FFF2-40B4-BE49-F238E27FC236}">
                <a16:creationId xmlns:a16="http://schemas.microsoft.com/office/drawing/2014/main" id="{EF959618-0450-421E-8D43-2B2E105B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281">
            <a:extLst xmlns:a="http://schemas.openxmlformats.org/drawingml/2006/main">
              <a:ext uri="{FF2B5EF4-FFF2-40B4-BE49-F238E27FC236}">
                <a16:creationId xmlns:a16="http://schemas.microsoft.com/office/drawing/2014/main" id="{B3B5A75E-962E-494B-A203-B88B9F04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22808a243ab43eb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a0ee060064a6f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282">
            <a:extLst xmlns:a="http://schemas.openxmlformats.org/drawingml/2006/main">
              <a:ext uri="{FF2B5EF4-FFF2-40B4-BE49-F238E27FC236}">
                <a16:creationId xmlns:a16="http://schemas.microsoft.com/office/drawing/2014/main" id="{5F8EB2FF-B4C1-4A32-8EBB-F4E66D6C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6383e93fe4d431f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6ce40ff48f42a7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283">
            <a:extLst xmlns:a="http://schemas.openxmlformats.org/drawingml/2006/main">
              <a:ext uri="{FF2B5EF4-FFF2-40B4-BE49-F238E27FC236}">
                <a16:creationId xmlns:a16="http://schemas.microsoft.com/office/drawing/2014/main" id="{FAB64628-9D9A-439F-9FF4-F1A16FAF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284">
            <a:extLst xmlns:a="http://schemas.openxmlformats.org/drawingml/2006/main">
              <a:ext uri="{FF2B5EF4-FFF2-40B4-BE49-F238E27FC236}">
                <a16:creationId xmlns:a16="http://schemas.microsoft.com/office/drawing/2014/main" id="{0AB23C14-67C7-48E6-B9FD-3885767F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285">
            <a:extLst xmlns:a="http://schemas.openxmlformats.org/drawingml/2006/main">
              <a:ext uri="{FF2B5EF4-FFF2-40B4-BE49-F238E27FC236}">
                <a16:creationId xmlns:a16="http://schemas.microsoft.com/office/drawing/2014/main" id="{3953B028-2D33-4C25-9864-B283C81C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286">
            <a:extLst xmlns:a="http://schemas.openxmlformats.org/drawingml/2006/main">
              <a:ext uri="{FF2B5EF4-FFF2-40B4-BE49-F238E27FC236}">
                <a16:creationId xmlns:a16="http://schemas.microsoft.com/office/drawing/2014/main" id="{120C05A5-2DFC-4598-8501-CA44E1CE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287">
            <a:extLst xmlns:a="http://schemas.openxmlformats.org/drawingml/2006/main">
              <a:ext uri="{FF2B5EF4-FFF2-40B4-BE49-F238E27FC236}">
                <a16:creationId xmlns:a16="http://schemas.microsoft.com/office/drawing/2014/main" id="{67E4BE4B-E777-4A1D-A949-A1D5BA2F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7ae4ab0013346e4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b669de797647af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88">
            <a:extLst xmlns:a="http://schemas.openxmlformats.org/drawingml/2006/main">
              <a:ext uri="{FF2B5EF4-FFF2-40B4-BE49-F238E27FC236}">
                <a16:creationId xmlns:a16="http://schemas.microsoft.com/office/drawing/2014/main" id="{122440CC-9ECD-4B09-8B4C-1DEE15C7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781f03d73244889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0ae6118d847b2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38978729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9">
            <a:extLst xmlns:a="http://schemas.openxmlformats.org/drawingml/2006/main">
              <a:ext uri="{FF2B5EF4-FFF2-40B4-BE49-F238E27FC236}">
                <a16:creationId xmlns:a16="http://schemas.microsoft.com/office/drawing/2014/main" id="{AC1D2E18-4317-4C4A-899C-666B9915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F21C00-EE1E-442F-A3EE-2B2961B2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29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1">
            <a:extLst xmlns:a="http://schemas.openxmlformats.org/drawingml/2006/main">
              <a:ext uri="{FF2B5EF4-FFF2-40B4-BE49-F238E27FC236}">
                <a16:creationId xmlns:a16="http://schemas.microsoft.com/office/drawing/2014/main" id="{F6F5EC70-53F9-4B17-BADD-C96917A4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96556C3-8462-415E-B12B-6E57C66F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292">
            <a:extLst xmlns:a="http://schemas.openxmlformats.org/drawingml/2006/main">
              <a:ext uri="{FF2B5EF4-FFF2-40B4-BE49-F238E27FC236}">
                <a16:creationId xmlns:a16="http://schemas.microsoft.com/office/drawing/2014/main" id="{4660D605-2E5F-4F1E-8300-532498D8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293">
            <a:extLst xmlns:a="http://schemas.openxmlformats.org/drawingml/2006/main">
              <a:ext uri="{FF2B5EF4-FFF2-40B4-BE49-F238E27FC236}">
                <a16:creationId xmlns:a16="http://schemas.microsoft.com/office/drawing/2014/main" id="{3CB20BA2-713B-4457-B815-46A844B4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94">
            <a:extLst xmlns:a="http://schemas.openxmlformats.org/drawingml/2006/main">
              <a:ext uri="{FF2B5EF4-FFF2-40B4-BE49-F238E27FC236}">
                <a16:creationId xmlns:a16="http://schemas.microsoft.com/office/drawing/2014/main" id="{86D5C57F-27AB-4056-B868-DAADB7A4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295">
            <a:extLst xmlns:a="http://schemas.openxmlformats.org/drawingml/2006/main">
              <a:ext uri="{FF2B5EF4-FFF2-40B4-BE49-F238E27FC236}">
                <a16:creationId xmlns:a16="http://schemas.microsoft.com/office/drawing/2014/main" id="{E115DE76-8B27-45B9-9322-5538E992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296">
            <a:extLst xmlns:a="http://schemas.openxmlformats.org/drawingml/2006/main">
              <a:ext uri="{FF2B5EF4-FFF2-40B4-BE49-F238E27FC236}">
                <a16:creationId xmlns:a16="http://schemas.microsoft.com/office/drawing/2014/main" id="{8D755B02-86BA-4E4D-B614-8B93393B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297">
            <a:extLst xmlns:a="http://schemas.openxmlformats.org/drawingml/2006/main">
              <a:ext uri="{FF2B5EF4-FFF2-40B4-BE49-F238E27FC236}">
                <a16:creationId xmlns:a16="http://schemas.microsoft.com/office/drawing/2014/main" id="{539D0478-87C2-461F-A2BC-E0D33DAA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079a9f102204e35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b2de126a1346b3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298">
            <a:extLst xmlns:a="http://schemas.openxmlformats.org/drawingml/2006/main">
              <a:ext uri="{FF2B5EF4-FFF2-40B4-BE49-F238E27FC236}">
                <a16:creationId xmlns:a16="http://schemas.microsoft.com/office/drawing/2014/main" id="{EE4A84E4-9987-43E5-9CB7-016A3642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6fc6422bbea4f2c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7737a75af34d19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299">
            <a:extLst xmlns:a="http://schemas.openxmlformats.org/drawingml/2006/main">
              <a:ext uri="{FF2B5EF4-FFF2-40B4-BE49-F238E27FC236}">
                <a16:creationId xmlns:a16="http://schemas.microsoft.com/office/drawing/2014/main" id="{507C0450-A69D-46A3-A501-4A41608F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300">
            <a:extLst xmlns:a="http://schemas.openxmlformats.org/drawingml/2006/main">
              <a:ext uri="{FF2B5EF4-FFF2-40B4-BE49-F238E27FC236}">
                <a16:creationId xmlns:a16="http://schemas.microsoft.com/office/drawing/2014/main" id="{FB7BC44D-DBBD-4A8C-8654-62D32BF6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301">
            <a:extLst xmlns:a="http://schemas.openxmlformats.org/drawingml/2006/main">
              <a:ext uri="{FF2B5EF4-FFF2-40B4-BE49-F238E27FC236}">
                <a16:creationId xmlns:a16="http://schemas.microsoft.com/office/drawing/2014/main" id="{A1C897BA-787F-4DF1-A430-4B18AE24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302">
            <a:extLst xmlns:a="http://schemas.openxmlformats.org/drawingml/2006/main">
              <a:ext uri="{FF2B5EF4-FFF2-40B4-BE49-F238E27FC236}">
                <a16:creationId xmlns:a16="http://schemas.microsoft.com/office/drawing/2014/main" id="{A8D5B578-0470-4065-A075-B2D2ED4C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303">
            <a:extLst xmlns:a="http://schemas.openxmlformats.org/drawingml/2006/main">
              <a:ext uri="{FF2B5EF4-FFF2-40B4-BE49-F238E27FC236}">
                <a16:creationId xmlns:a16="http://schemas.microsoft.com/office/drawing/2014/main" id="{06CABEC9-F262-45B5-BD7D-5E2F6C25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4d85489b1384208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c3baeaefa406d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304">
            <a:extLst xmlns:a="http://schemas.openxmlformats.org/drawingml/2006/main">
              <a:ext uri="{FF2B5EF4-FFF2-40B4-BE49-F238E27FC236}">
                <a16:creationId xmlns:a16="http://schemas.microsoft.com/office/drawing/2014/main" id="{FB7F0163-1AF0-499E-B44F-4F0AF810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de8632847b34cce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2999c45ca421d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305">
            <a:extLst xmlns:a="http://schemas.openxmlformats.org/drawingml/2006/main">
              <a:ext uri="{FF2B5EF4-FFF2-40B4-BE49-F238E27FC236}">
                <a16:creationId xmlns:a16="http://schemas.microsoft.com/office/drawing/2014/main" id="{F53BE080-CC0C-46F1-AA0D-995A55D0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306">
            <a:extLst xmlns:a="http://schemas.openxmlformats.org/drawingml/2006/main">
              <a:ext uri="{FF2B5EF4-FFF2-40B4-BE49-F238E27FC236}">
                <a16:creationId xmlns:a16="http://schemas.microsoft.com/office/drawing/2014/main" id="{487A8151-A9E1-4754-AA9C-F164CAD6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307">
            <a:extLst xmlns:a="http://schemas.openxmlformats.org/drawingml/2006/main">
              <a:ext uri="{FF2B5EF4-FFF2-40B4-BE49-F238E27FC236}">
                <a16:creationId xmlns:a16="http://schemas.microsoft.com/office/drawing/2014/main" id="{56B714E2-E790-4325-BB16-6308EF84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308">
            <a:extLst xmlns:a="http://schemas.openxmlformats.org/drawingml/2006/main">
              <a:ext uri="{FF2B5EF4-FFF2-40B4-BE49-F238E27FC236}">
                <a16:creationId xmlns:a16="http://schemas.microsoft.com/office/drawing/2014/main" id="{EC1F0F26-F34B-46FD-96F5-50027E50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309">
            <a:extLst xmlns:a="http://schemas.openxmlformats.org/drawingml/2006/main">
              <a:ext uri="{FF2B5EF4-FFF2-40B4-BE49-F238E27FC236}">
                <a16:creationId xmlns:a16="http://schemas.microsoft.com/office/drawing/2014/main" id="{53B27BCC-7D05-4393-9719-C73578AA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c7b0847a3b4b7f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d01b9c7db54dc2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310">
            <a:extLst xmlns:a="http://schemas.openxmlformats.org/drawingml/2006/main">
              <a:ext uri="{FF2B5EF4-FFF2-40B4-BE49-F238E27FC236}">
                <a16:creationId xmlns:a16="http://schemas.microsoft.com/office/drawing/2014/main" id="{6ED60014-2F28-46EC-A09E-15E8D46C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a6e580e98024a49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8bc17e918c4d33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67556755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311">
            <a:extLst xmlns:a="http://schemas.openxmlformats.org/drawingml/2006/main">
              <a:ext uri="{FF2B5EF4-FFF2-40B4-BE49-F238E27FC236}">
                <a16:creationId xmlns:a16="http://schemas.microsoft.com/office/drawing/2014/main" id="{B0B697EC-3961-4B5C-83CC-5BAAA10D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INPUT OPTIONS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24820B-5207-4FD5-AAB9-F0E3E4926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語音輸入有兩條路：Typeless × Codex Voice</a:t>
            </a:r>
          </a:p>
        </p:txBody>
      </p:sp>
      <p:cxnSp>
        <p:nvCxnSpPr>
          <p:cNvPr id="30" name="shape-3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3">
            <a:extLst xmlns:a="http://schemas.openxmlformats.org/drawingml/2006/main">
              <a:ext uri="{FF2B5EF4-FFF2-40B4-BE49-F238E27FC236}">
                <a16:creationId xmlns:a16="http://schemas.microsoft.com/office/drawing/2014/main" id="{6A896292-DC9B-43E7-A0E2-72857E26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3AB4161-3482-4ADA-A9B6-84EB5205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314">
            <a:extLst xmlns:a="http://schemas.openxmlformats.org/drawingml/2006/main">
              <a:ext uri="{FF2B5EF4-FFF2-40B4-BE49-F238E27FC236}">
                <a16:creationId xmlns:a16="http://schemas.microsoft.com/office/drawing/2014/main" id="{72232975-B633-4FD8-8228-ECC93674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15">
            <a:extLst xmlns:a="http://schemas.openxmlformats.org/drawingml/2006/main">
              <a:ext uri="{FF2B5EF4-FFF2-40B4-BE49-F238E27FC236}">
                <a16:creationId xmlns:a16="http://schemas.microsoft.com/office/drawing/2014/main" id="{C5462A84-ADA3-47DC-AEAE-8D6B9515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316">
            <a:extLst xmlns:a="http://schemas.openxmlformats.org/drawingml/2006/main">
              <a:ext uri="{FF2B5EF4-FFF2-40B4-BE49-F238E27FC236}">
                <a16:creationId xmlns:a16="http://schemas.microsoft.com/office/drawing/2014/main" id="{EDDBEC6F-8B0D-4D76-83D1-932D9067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Typeless｜跨應用</a:t>
            </a:r>
          </a:p>
        </p:txBody>
      </p:sp>
      <p:sp>
        <p:nvSpPr>
          <p:cNvPr id="9" name="text-317">
            <a:extLst xmlns:a="http://schemas.openxmlformats.org/drawingml/2006/main">
              <a:ext uri="{FF2B5EF4-FFF2-40B4-BE49-F238E27FC236}">
                <a16:creationId xmlns:a16="http://schemas.microsoft.com/office/drawing/2014/main" id="{002EC5E2-14B3-48C1-AE87-8CA882BC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在原本的輸入框直接說，先把課程構想、研究問題或行政需求整理成可複製文字。</a:t>
            </a:r>
          </a:p>
        </p:txBody>
      </p:sp>
      <p:sp>
        <p:nvSpPr>
          <p:cNvPr id="10" name="shape-318">
            <a:extLst xmlns:a="http://schemas.openxmlformats.org/drawingml/2006/main">
              <a:ext uri="{FF2B5EF4-FFF2-40B4-BE49-F238E27FC236}">
                <a16:creationId xmlns:a16="http://schemas.microsoft.com/office/drawing/2014/main" id="{4DB230C2-86E1-41FE-8CEE-A527E457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19">
            <a:extLst xmlns:a="http://schemas.openxmlformats.org/drawingml/2006/main">
              <a:ext uri="{FF2B5EF4-FFF2-40B4-BE49-F238E27FC236}">
                <a16:creationId xmlns:a16="http://schemas.microsoft.com/office/drawing/2014/main" id="{7C14F109-2265-4B35-B928-A2BCFB9C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320">
            <a:extLst xmlns:a="http://schemas.openxmlformats.org/drawingml/2006/main">
              <a:ext uri="{FF2B5EF4-FFF2-40B4-BE49-F238E27FC236}">
                <a16:creationId xmlns:a16="http://schemas.microsoft.com/office/drawing/2014/main" id="{1242E2F5-9BD9-4172-83D0-A4AC448A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Codex Voice｜原生</a:t>
            </a:r>
          </a:p>
        </p:txBody>
      </p:sp>
      <p:sp>
        <p:nvSpPr>
          <p:cNvPr id="13" name="text-321">
            <a:extLst xmlns:a="http://schemas.openxmlformats.org/drawingml/2006/main">
              <a:ext uri="{FF2B5EF4-FFF2-40B4-BE49-F238E27FC236}">
                <a16:creationId xmlns:a16="http://schemas.microsoft.com/office/drawing/2014/main" id="{426C878C-FA80-4380-9C55-573C069E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 ChatGPT 桌面版 Work／Codex 內直接口述任務、追問進度，讓 Agent 依工作區與權限協作。</a:t>
            </a:r>
          </a:p>
        </p:txBody>
      </p:sp>
      <p:sp>
        <p:nvSpPr>
          <p:cNvPr id="14" name="shape-322">
            <a:extLst xmlns:a="http://schemas.openxmlformats.org/drawingml/2006/main">
              <a:ext uri="{FF2B5EF4-FFF2-40B4-BE49-F238E27FC236}">
                <a16:creationId xmlns:a16="http://schemas.microsoft.com/office/drawing/2014/main" id="{5CBE575F-C1ED-41A8-8FD8-6A582F0DF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23">
            <a:extLst xmlns:a="http://schemas.openxmlformats.org/drawingml/2006/main">
              <a:ext uri="{FF2B5EF4-FFF2-40B4-BE49-F238E27FC236}">
                <a16:creationId xmlns:a16="http://schemas.microsoft.com/office/drawing/2014/main" id="{22343C2B-1038-4279-A48D-FF23DE56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324">
            <a:extLst xmlns:a="http://schemas.openxmlformats.org/drawingml/2006/main">
              <a:ext uri="{FF2B5EF4-FFF2-40B4-BE49-F238E27FC236}">
                <a16:creationId xmlns:a16="http://schemas.microsoft.com/office/drawing/2014/main" id="{40F58031-2019-4890-9DF5-1FEE1EB5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共同流程</a:t>
            </a:r>
          </a:p>
        </p:txBody>
      </p:sp>
      <p:sp>
        <p:nvSpPr>
          <p:cNvPr id="17" name="text-325">
            <a:extLst xmlns:a="http://schemas.openxmlformats.org/drawingml/2006/main">
              <a:ext uri="{FF2B5EF4-FFF2-40B4-BE49-F238E27FC236}">
                <a16:creationId xmlns:a16="http://schemas.microsoft.com/office/drawing/2014/main" id="{5C4213ED-0614-4E05-9BBD-E9E94613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說清楚對象、痛點、限制與完成標準；再人工檢查，才交給 Notebook 或 Agent。</a:t>
            </a:r>
          </a:p>
        </p:txBody>
      </p:sp>
      <p:sp>
        <p:nvSpPr>
          <p:cNvPr id="18" name="shape-326">
            <a:extLst xmlns:a="http://schemas.openxmlformats.org/drawingml/2006/main">
              <a:ext uri="{FF2B5EF4-FFF2-40B4-BE49-F238E27FC236}">
                <a16:creationId xmlns:a16="http://schemas.microsoft.com/office/drawing/2014/main" id="{AD39F30F-ABBA-4D47-B1CF-4F35D907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27">
            <a:extLst xmlns:a="http://schemas.openxmlformats.org/drawingml/2006/main">
              <a:ext uri="{FF2B5EF4-FFF2-40B4-BE49-F238E27FC236}">
                <a16:creationId xmlns:a16="http://schemas.microsoft.com/office/drawing/2014/main" id="{7527BBF0-38F8-4706-900C-1035016F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328">
            <a:extLst xmlns:a="http://schemas.openxmlformats.org/drawingml/2006/main">
              <a:ext uri="{FF2B5EF4-FFF2-40B4-BE49-F238E27FC236}">
                <a16:creationId xmlns:a16="http://schemas.microsoft.com/office/drawing/2014/main" id="{6043C39E-6E87-4F04-B7FC-08E99CBD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隱私選擇</a:t>
            </a:r>
          </a:p>
        </p:txBody>
      </p:sp>
      <p:sp>
        <p:nvSpPr>
          <p:cNvPr id="21" name="text-329">
            <a:extLst xmlns:a="http://schemas.openxmlformats.org/drawingml/2006/main">
              <a:ext uri="{FF2B5EF4-FFF2-40B4-BE49-F238E27FC236}">
                <a16:creationId xmlns:a16="http://schemas.microsoft.com/office/drawing/2014/main" id="{151E678B-0C17-4311-A535-D839B793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敏感資料先匿名化。可改用 Codex Voice，但仍要確認麥克風、工作區權限與資料控制設定；不等於離線或零留存。</a:t>
            </a:r>
          </a:p>
        </p:txBody>
      </p:sp>
      <p:sp>
        <p:nvSpPr>
          <p:cNvPr id="22" name="text-905">
            <a:extLst xmlns:a="http://schemas.openxmlformats.org/drawingml/2006/main">
              <a:ext uri="{FF2B5EF4-FFF2-40B4-BE49-F238E27FC236}">
                <a16:creationId xmlns:a16="http://schemas.microsoft.com/office/drawing/2014/main" id="{0CA33749-D393-4BBA-A5CC-0B19BDDB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8e541878984a69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1256fef26c74cb3"/>
              </a:rPr>
              <a:t>Codex Voice ↗</a:t>
            </a:r>
          </a:p>
        </p:txBody>
      </p:sp>
      <p:sp>
        <p:nvSpPr>
          <p:cNvPr id="23" name="shape-938">
            <a:extLst xmlns:a="http://schemas.openxmlformats.org/drawingml/2006/main">
              <a:ext uri="{FF2B5EF4-FFF2-40B4-BE49-F238E27FC236}">
                <a16:creationId xmlns:a16="http://schemas.microsoft.com/office/drawing/2014/main" id="{E6B19D28-9DAB-4B36-A501-B79765D3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b153c45eaa42d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939">
            <a:extLst xmlns:a="http://schemas.openxmlformats.org/drawingml/2006/main">
              <a:ext uri="{FF2B5EF4-FFF2-40B4-BE49-F238E27FC236}">
                <a16:creationId xmlns:a16="http://schemas.microsoft.com/office/drawing/2014/main" id="{46FDFAFB-4A59-4057-89DD-AF3DC06C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703c1fe714c7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940">
            <a:extLst xmlns:a="http://schemas.openxmlformats.org/drawingml/2006/main">
              <a:ext uri="{FF2B5EF4-FFF2-40B4-BE49-F238E27FC236}">
                <a16:creationId xmlns:a16="http://schemas.microsoft.com/office/drawing/2014/main" id="{0D340024-9039-4E7E-8197-26BDF4D7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77753560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330">
            <a:extLst xmlns:a="http://schemas.openxmlformats.org/drawingml/2006/main">
              <a:ext uri="{FF2B5EF4-FFF2-40B4-BE49-F238E27FC236}">
                <a16:creationId xmlns:a16="http://schemas.microsoft.com/office/drawing/2014/main" id="{5DAE2F10-DDB5-4B6F-B643-2B00D73A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TYPELESS ↔ CODEX VOICE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768AA0-A8A4-4943-9125-10A7E4EE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同一個痛點，兩種語音路徑</a:t>
            </a:r>
          </a:p>
        </p:txBody>
      </p:sp>
      <p:cxnSp>
        <p:nvCxnSpPr>
          <p:cNvPr id="20" name="shape-3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32">
            <a:extLst xmlns:a="http://schemas.openxmlformats.org/drawingml/2006/main">
              <a:ext uri="{FF2B5EF4-FFF2-40B4-BE49-F238E27FC236}">
                <a16:creationId xmlns:a16="http://schemas.microsoft.com/office/drawing/2014/main" id="{03D19D1C-8C03-4B79-9DB0-0119F05D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D33B14B-0DEB-483A-A25A-83140185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333">
            <a:extLst xmlns:a="http://schemas.openxmlformats.org/drawingml/2006/main">
              <a:ext uri="{FF2B5EF4-FFF2-40B4-BE49-F238E27FC236}">
                <a16:creationId xmlns:a16="http://schemas.microsoft.com/office/drawing/2014/main" id="{0419489F-3BD3-404B-BAB1-26AD0218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34">
            <a:extLst xmlns:a="http://schemas.openxmlformats.org/drawingml/2006/main">
              <a:ext uri="{FF2B5EF4-FFF2-40B4-BE49-F238E27FC236}">
                <a16:creationId xmlns:a16="http://schemas.microsoft.com/office/drawing/2014/main" id="{7479575B-9C1D-483D-B023-0097FB49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35">
            <a:extLst xmlns:a="http://schemas.openxmlformats.org/drawingml/2006/main">
              <a:ext uri="{FF2B5EF4-FFF2-40B4-BE49-F238E27FC236}">
                <a16:creationId xmlns:a16="http://schemas.microsoft.com/office/drawing/2014/main" id="{7745A628-DE09-43A1-99C3-9B213015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Typeless：口述 → 文字</a:t>
            </a:r>
          </a:p>
        </p:txBody>
      </p:sp>
      <p:sp>
        <p:nvSpPr>
          <p:cNvPr id="9" name="text-336">
            <a:extLst xmlns:a="http://schemas.openxmlformats.org/drawingml/2006/main">
              <a:ext uri="{FF2B5EF4-FFF2-40B4-BE49-F238E27FC236}">
                <a16:creationId xmlns:a16="http://schemas.microsoft.com/office/drawing/2014/main" id="{B8FF7D96-EE99-4AC1-83F2-6FE61C6A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我想做一個大學教師 AI 研習……呃……先讓大家說出自己的痛點，然後整理資料，最後做一個可以分享的作品。</a:t>
            </a:r>
          </a:p>
        </p:txBody>
      </p:sp>
      <p:sp>
        <p:nvSpPr>
          <p:cNvPr id="10" name="text-337">
            <a:extLst xmlns:a="http://schemas.openxmlformats.org/drawingml/2006/main">
              <a:ext uri="{FF2B5EF4-FFF2-40B4-BE49-F238E27FC236}">
                <a16:creationId xmlns:a16="http://schemas.microsoft.com/office/drawing/2014/main" id="{13B04367-4697-4613-A1E7-F7FE3DC4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Codex Voice：口述 → 任務</a:t>
            </a:r>
          </a:p>
        </p:txBody>
      </p:sp>
      <p:sp>
        <p:nvSpPr>
          <p:cNvPr id="11" name="text-338">
            <a:extLst xmlns:a="http://schemas.openxmlformats.org/drawingml/2006/main">
              <a:ext uri="{FF2B5EF4-FFF2-40B4-BE49-F238E27FC236}">
                <a16:creationId xmlns:a16="http://schemas.microsoft.com/office/drawing/2014/main" id="{E15785E7-5505-42C1-AA41-6D26D596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請先閱讀目前工作區的研習素材，整理三個教學／研究痛點，提出可驗證計畫，等我確認後再執行；最後回報變更與證據。</a:t>
            </a:r>
          </a:p>
        </p:txBody>
      </p:sp>
      <p:sp>
        <p:nvSpPr>
          <p:cNvPr id="12" name="text-906">
            <a:extLst xmlns:a="http://schemas.openxmlformats.org/drawingml/2006/main">
              <a:ext uri="{FF2B5EF4-FFF2-40B4-BE49-F238E27FC236}">
                <a16:creationId xmlns:a16="http://schemas.microsoft.com/office/drawing/2014/main" id="{85079F3D-140B-4729-80E4-4AF19A90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d5a0a2ead6c4b20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cc749c27d3e439b"/>
              </a:rPr>
              <a:t>Codex Voice ↗</a:t>
            </a:r>
          </a:p>
        </p:txBody>
      </p:sp>
      <p:sp>
        <p:nvSpPr>
          <p:cNvPr id="13" name="shape-941">
            <a:extLst xmlns:a="http://schemas.openxmlformats.org/drawingml/2006/main">
              <a:ext uri="{FF2B5EF4-FFF2-40B4-BE49-F238E27FC236}">
                <a16:creationId xmlns:a16="http://schemas.microsoft.com/office/drawing/2014/main" id="{43C1E7F3-22E2-4BE1-A92F-B9C151E3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ee0fffd684e2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942">
            <a:extLst xmlns:a="http://schemas.openxmlformats.org/drawingml/2006/main">
              <a:ext uri="{FF2B5EF4-FFF2-40B4-BE49-F238E27FC236}">
                <a16:creationId xmlns:a16="http://schemas.microsoft.com/office/drawing/2014/main" id="{4E2E9148-A6D1-43CD-A7E6-8EA63A06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ff44aba3554ac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943">
            <a:extLst xmlns:a="http://schemas.openxmlformats.org/drawingml/2006/main">
              <a:ext uri="{FF2B5EF4-FFF2-40B4-BE49-F238E27FC236}">
                <a16:creationId xmlns:a16="http://schemas.microsoft.com/office/drawing/2014/main" id="{47EAC1C7-24A7-4046-8C6A-5AAD3A46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42753155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339">
            <a:extLst xmlns:a="http://schemas.openxmlformats.org/drawingml/2006/main">
              <a:ext uri="{FF2B5EF4-FFF2-40B4-BE49-F238E27FC236}">
                <a16:creationId xmlns:a16="http://schemas.microsoft.com/office/drawing/2014/main" id="{F405AE0E-3764-4616-BD51-6F3E7EC8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CA0764-DC71-4BD7-9DCA-3A04B408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實作｜選一條語音路徑說出真實痛點</a:t>
            </a:r>
          </a:p>
        </p:txBody>
      </p:sp>
      <p:cxnSp>
        <p:nvCxnSpPr>
          <p:cNvPr id="27" name="shape-3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41">
            <a:extLst xmlns:a="http://schemas.openxmlformats.org/drawingml/2006/main">
              <a:ext uri="{FF2B5EF4-FFF2-40B4-BE49-F238E27FC236}">
                <a16:creationId xmlns:a16="http://schemas.microsoft.com/office/drawing/2014/main" id="{DBB990DF-302A-42B9-B672-DC4462F7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55F5CC-175B-4B33-A6A2-755F6836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342">
            <a:extLst xmlns:a="http://schemas.openxmlformats.org/drawingml/2006/main">
              <a:ext uri="{FF2B5EF4-FFF2-40B4-BE49-F238E27FC236}">
                <a16:creationId xmlns:a16="http://schemas.microsoft.com/office/drawing/2014/main" id="{1863045A-A0F6-4D54-BB46-178D1A73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12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43">
            <a:extLst xmlns:a="http://schemas.openxmlformats.org/drawingml/2006/main">
              <a:ext uri="{FF2B5EF4-FFF2-40B4-BE49-F238E27FC236}">
                <a16:creationId xmlns:a16="http://schemas.microsoft.com/office/drawing/2014/main" id="{4F860402-435C-4BA4-AE4C-6F8E8186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44">
            <a:extLst xmlns:a="http://schemas.openxmlformats.org/drawingml/2006/main">
              <a:ext uri="{FF2B5EF4-FFF2-40B4-BE49-F238E27FC236}">
                <a16:creationId xmlns:a16="http://schemas.microsoft.com/office/drawing/2014/main" id="{EC4CF595-E296-4740-80D7-E4A3EB34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45">
            <a:extLst xmlns:a="http://schemas.openxmlformats.org/drawingml/2006/main">
              <a:ext uri="{FF2B5EF4-FFF2-40B4-BE49-F238E27FC236}">
                <a16:creationId xmlns:a16="http://schemas.microsoft.com/office/drawing/2014/main" id="{071CFED3-DDEC-4DB9-B026-B4AA1DC9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 Typeless 或 ChatGPT 桌面版 Work／Codex Voice</a:t>
            </a:r>
          </a:p>
        </p:txBody>
      </p:sp>
      <p:sp>
        <p:nvSpPr>
          <p:cNvPr id="10" name="text-346">
            <a:extLst xmlns:a="http://schemas.openxmlformats.org/drawingml/2006/main">
              <a:ext uri="{FF2B5EF4-FFF2-40B4-BE49-F238E27FC236}">
                <a16:creationId xmlns:a16="http://schemas.microsoft.com/office/drawing/2014/main" id="{86EC5199-12BD-4259-8A52-E94DFF22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47">
            <a:extLst xmlns:a="http://schemas.openxmlformats.org/drawingml/2006/main">
              <a:ext uri="{FF2B5EF4-FFF2-40B4-BE49-F238E27FC236}">
                <a16:creationId xmlns:a16="http://schemas.microsoft.com/office/drawing/2014/main" id="{3A60EC21-E9A6-492E-A54A-98340674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連續口述 30–60 秒：對象、困難、想完成的改變</a:t>
            </a:r>
          </a:p>
        </p:txBody>
      </p:sp>
      <p:sp>
        <p:nvSpPr>
          <p:cNvPr id="12" name="text-348">
            <a:extLst xmlns:a="http://schemas.openxmlformats.org/drawingml/2006/main">
              <a:ext uri="{FF2B5EF4-FFF2-40B4-BE49-F238E27FC236}">
                <a16:creationId xmlns:a16="http://schemas.microsoft.com/office/drawing/2014/main" id="{8B79DC7C-B09E-4E81-B133-CB17BFE2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49">
            <a:extLst xmlns:a="http://schemas.openxmlformats.org/drawingml/2006/main">
              <a:ext uri="{FF2B5EF4-FFF2-40B4-BE49-F238E27FC236}">
                <a16:creationId xmlns:a16="http://schemas.microsoft.com/office/drawing/2014/main" id="{A8AE8D64-91E2-4E2A-B934-879A5048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 複製整理稿；Codex 先要求計畫，暫不直接執行</a:t>
            </a:r>
          </a:p>
        </p:txBody>
      </p:sp>
      <p:sp>
        <p:nvSpPr>
          <p:cNvPr id="14" name="text-350">
            <a:extLst xmlns:a="http://schemas.openxmlformats.org/drawingml/2006/main">
              <a:ext uri="{FF2B5EF4-FFF2-40B4-BE49-F238E27FC236}">
                <a16:creationId xmlns:a16="http://schemas.microsoft.com/office/drawing/2014/main" id="{C4180016-EF38-4136-9D47-D6363FEF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51">
            <a:extLst xmlns:a="http://schemas.openxmlformats.org/drawingml/2006/main">
              <a:ext uri="{FF2B5EF4-FFF2-40B4-BE49-F238E27FC236}">
                <a16:creationId xmlns:a16="http://schemas.microsoft.com/office/drawing/2014/main" id="{2BDC3A64-EDA7-44FC-BEB3-D096EEFC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人工檢查個資、權限與邊界，再交給 Notebook 或 Codex</a:t>
            </a:r>
          </a:p>
        </p:txBody>
      </p:sp>
      <p:sp>
        <p:nvSpPr>
          <p:cNvPr id="16" name="shape-352">
            <a:extLst xmlns:a="http://schemas.openxmlformats.org/drawingml/2006/main">
              <a:ext uri="{FF2B5EF4-FFF2-40B4-BE49-F238E27FC236}">
                <a16:creationId xmlns:a16="http://schemas.microsoft.com/office/drawing/2014/main" id="{7042E7A5-D05B-44C7-8D63-EF923EBA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353">
            <a:extLst xmlns:a="http://schemas.openxmlformats.org/drawingml/2006/main">
              <a:ext uri="{FF2B5EF4-FFF2-40B4-BE49-F238E27FC236}">
                <a16:creationId xmlns:a16="http://schemas.microsoft.com/office/drawing/2014/main" id="{FCA0EFDB-6075-48A4-BF5D-BDC54EA9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354">
            <a:extLst xmlns:a="http://schemas.openxmlformats.org/drawingml/2006/main">
              <a:ext uri="{FF2B5EF4-FFF2-40B4-BE49-F238E27FC236}">
                <a16:creationId xmlns:a16="http://schemas.microsoft.com/office/drawing/2014/main" id="{77B66014-03D2-46A1-B0A4-E4FA85AD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內容已匿名化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路徑與工具選擇有記錄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至少寫出一個可驗證目標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下一個工具與人工確認點清楚</a:t>
            </a:r>
          </a:p>
        </p:txBody>
      </p:sp>
      <p:sp>
        <p:nvSpPr>
          <p:cNvPr id="19" name="text-907">
            <a:extLst xmlns:a="http://schemas.openxmlformats.org/drawingml/2006/main">
              <a:ext uri="{FF2B5EF4-FFF2-40B4-BE49-F238E27FC236}">
                <a16:creationId xmlns:a16="http://schemas.microsoft.com/office/drawing/2014/main" id="{DEC30B93-E073-4009-AF84-8915AF2D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7c89b1251b740c8"/>
              </a:rPr>
              <a:t>下載 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dea69e12057462b"/>
              </a:rPr>
              <a:t>Codex Voice ↗</a:t>
            </a:r>
          </a:p>
        </p:txBody>
      </p:sp>
      <p:sp>
        <p:nvSpPr>
          <p:cNvPr id="20" name="shape-944">
            <a:extLst xmlns:a="http://schemas.openxmlformats.org/drawingml/2006/main">
              <a:ext uri="{FF2B5EF4-FFF2-40B4-BE49-F238E27FC236}">
                <a16:creationId xmlns:a16="http://schemas.microsoft.com/office/drawing/2014/main" id="{9F2669F6-548F-4946-B0C0-6E6967F9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5848ef5e6249f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945">
            <a:extLst xmlns:a="http://schemas.openxmlformats.org/drawingml/2006/main">
              <a:ext uri="{FF2B5EF4-FFF2-40B4-BE49-F238E27FC236}">
                <a16:creationId xmlns:a16="http://schemas.microsoft.com/office/drawing/2014/main" id="{DF786992-D3DB-4F83-8696-9D88D88E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下載 Typeless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b85a1966c406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946">
            <a:extLst xmlns:a="http://schemas.openxmlformats.org/drawingml/2006/main">
              <a:ext uri="{FF2B5EF4-FFF2-40B4-BE49-F238E27FC236}">
                <a16:creationId xmlns:a16="http://schemas.microsoft.com/office/drawing/2014/main" id="{CE64E45D-5619-48A3-B21C-9F0B0265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9827476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355">
            <a:extLst xmlns:a="http://schemas.openxmlformats.org/drawingml/2006/main">
              <a:ext uri="{FF2B5EF4-FFF2-40B4-BE49-F238E27FC236}">
                <a16:creationId xmlns:a16="http://schemas.microsoft.com/office/drawing/2014/main" id="{96B5DDDB-D1F9-4C25-AE6C-4226A9A4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→ EVIDENCE → OUTPUT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6F7050E-6037-4FAF-9DF5-2C7F0F75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 → 證據 → 作品：兩條路徑可會合</a:t>
            </a:r>
          </a:p>
        </p:txBody>
      </p:sp>
      <p:cxnSp>
        <p:nvCxnSpPr>
          <p:cNvPr id="44" name="shape-3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57">
            <a:extLst xmlns:a="http://schemas.openxmlformats.org/drawingml/2006/main">
              <a:ext uri="{FF2B5EF4-FFF2-40B4-BE49-F238E27FC236}">
                <a16:creationId xmlns:a16="http://schemas.microsoft.com/office/drawing/2014/main" id="{07F45B79-428D-441E-9ACC-515ED57D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22EE4A9-6D05-47CA-A353-DF447D0B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58">
            <a:extLst xmlns:a="http://schemas.openxmlformats.org/drawingml/2006/main">
              <a:ext uri="{FF2B5EF4-FFF2-40B4-BE49-F238E27FC236}">
                <a16:creationId xmlns:a16="http://schemas.microsoft.com/office/drawing/2014/main" id="{2B32B4FB-DCCD-40E7-A174-4370252D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59">
            <a:extLst xmlns:a="http://schemas.openxmlformats.org/drawingml/2006/main">
              <a:ext uri="{FF2B5EF4-FFF2-40B4-BE49-F238E27FC236}">
                <a16:creationId xmlns:a16="http://schemas.microsoft.com/office/drawing/2014/main" id="{42416354-A751-4205-8E3D-5F95BE6C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60">
            <a:extLst xmlns:a="http://schemas.openxmlformats.org/drawingml/2006/main">
              <a:ext uri="{FF2B5EF4-FFF2-40B4-BE49-F238E27FC236}">
                <a16:creationId xmlns:a16="http://schemas.microsoft.com/office/drawing/2014/main" id="{52117FF9-2267-4D60-96BC-4F51228B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61">
            <a:extLst xmlns:a="http://schemas.openxmlformats.org/drawingml/2006/main">
              <a:ext uri="{FF2B5EF4-FFF2-40B4-BE49-F238E27FC236}">
                <a16:creationId xmlns:a16="http://schemas.microsoft.com/office/drawing/2014/main" id="{9B9135FD-A7C6-4DA7-BA49-C9AE61A2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選入口</a:t>
            </a:r>
          </a:p>
        </p:txBody>
      </p:sp>
      <p:sp>
        <p:nvSpPr>
          <p:cNvPr id="10" name="text-362">
            <a:extLst xmlns:a="http://schemas.openxmlformats.org/drawingml/2006/main">
              <a:ext uri="{FF2B5EF4-FFF2-40B4-BE49-F238E27FC236}">
                <a16:creationId xmlns:a16="http://schemas.microsoft.com/office/drawing/2014/main" id="{76B7655E-02AC-479D-B041-8EEC3770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 跨應用；Codex Voice 工作區內直接說</a:t>
            </a:r>
          </a:p>
        </p:txBody>
      </p:sp>
      <p:sp>
        <p:nvSpPr>
          <p:cNvPr id="11" name="text-363">
            <a:extLst xmlns:a="http://schemas.openxmlformats.org/drawingml/2006/main">
              <a:ext uri="{FF2B5EF4-FFF2-40B4-BE49-F238E27FC236}">
                <a16:creationId xmlns:a16="http://schemas.microsoft.com/office/drawing/2014/main" id="{886BBCA7-3201-4163-B0AF-95088E9F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364">
            <a:extLst xmlns:a="http://schemas.openxmlformats.org/drawingml/2006/main">
              <a:ext uri="{FF2B5EF4-FFF2-40B4-BE49-F238E27FC236}">
                <a16:creationId xmlns:a16="http://schemas.microsoft.com/office/drawing/2014/main" id="{69B2A55F-C29F-4808-914D-2FCEFE1B4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365">
            <a:extLst xmlns:a="http://schemas.openxmlformats.org/drawingml/2006/main">
              <a:ext uri="{FF2B5EF4-FFF2-40B4-BE49-F238E27FC236}">
                <a16:creationId xmlns:a16="http://schemas.microsoft.com/office/drawing/2014/main" id="{862C8FC5-6A58-4F0F-9536-25F6BC8E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366">
            <a:extLst xmlns:a="http://schemas.openxmlformats.org/drawingml/2006/main">
              <a:ext uri="{FF2B5EF4-FFF2-40B4-BE49-F238E27FC236}">
                <a16:creationId xmlns:a16="http://schemas.microsoft.com/office/drawing/2014/main" id="{8F263868-A8D4-443C-8706-C8D7267E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367">
            <a:extLst xmlns:a="http://schemas.openxmlformats.org/drawingml/2006/main">
              <a:ext uri="{FF2B5EF4-FFF2-40B4-BE49-F238E27FC236}">
                <a16:creationId xmlns:a16="http://schemas.microsoft.com/office/drawing/2014/main" id="{E7E85224-C2C9-40FF-81A3-0F264B38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說清楚痛點</a:t>
            </a:r>
          </a:p>
        </p:txBody>
      </p:sp>
      <p:sp>
        <p:nvSpPr>
          <p:cNvPr id="16" name="text-368">
            <a:extLst xmlns:a="http://schemas.openxmlformats.org/drawingml/2006/main">
              <a:ext uri="{FF2B5EF4-FFF2-40B4-BE49-F238E27FC236}">
                <a16:creationId xmlns:a16="http://schemas.microsoft.com/office/drawing/2014/main" id="{D6AB366A-BE42-47AC-A721-350A447C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對象、情境、限制與想完成的改變</a:t>
            </a:r>
          </a:p>
        </p:txBody>
      </p:sp>
      <p:sp>
        <p:nvSpPr>
          <p:cNvPr id="17" name="text-369">
            <a:extLst xmlns:a="http://schemas.openxmlformats.org/drawingml/2006/main">
              <a:ext uri="{FF2B5EF4-FFF2-40B4-BE49-F238E27FC236}">
                <a16:creationId xmlns:a16="http://schemas.microsoft.com/office/drawing/2014/main" id="{50BBE131-E3F5-4337-891B-F8844491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370">
            <a:extLst xmlns:a="http://schemas.openxmlformats.org/drawingml/2006/main">
              <a:ext uri="{FF2B5EF4-FFF2-40B4-BE49-F238E27FC236}">
                <a16:creationId xmlns:a16="http://schemas.microsoft.com/office/drawing/2014/main" id="{E4A2B05C-8202-40FC-B17F-8957898E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371">
            <a:extLst xmlns:a="http://schemas.openxmlformats.org/drawingml/2006/main">
              <a:ext uri="{FF2B5EF4-FFF2-40B4-BE49-F238E27FC236}">
                <a16:creationId xmlns:a16="http://schemas.microsoft.com/office/drawing/2014/main" id="{D7164AFF-E8C8-4EAB-86F9-9D44A7BB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372">
            <a:extLst xmlns:a="http://schemas.openxmlformats.org/drawingml/2006/main">
              <a:ext uri="{FF2B5EF4-FFF2-40B4-BE49-F238E27FC236}">
                <a16:creationId xmlns:a16="http://schemas.microsoft.com/office/drawing/2014/main" id="{543858E0-490B-43F3-AC7A-543078A3A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373">
            <a:extLst xmlns:a="http://schemas.openxmlformats.org/drawingml/2006/main">
              <a:ext uri="{FF2B5EF4-FFF2-40B4-BE49-F238E27FC236}">
                <a16:creationId xmlns:a16="http://schemas.microsoft.com/office/drawing/2014/main" id="{71DD28F4-D5CE-45F2-8E70-ACC60CEC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留下可檢查文字</a:t>
            </a:r>
          </a:p>
        </p:txBody>
      </p:sp>
      <p:sp>
        <p:nvSpPr>
          <p:cNvPr id="22" name="text-374">
            <a:extLst xmlns:a="http://schemas.openxmlformats.org/drawingml/2006/main">
              <a:ext uri="{FF2B5EF4-FFF2-40B4-BE49-F238E27FC236}">
                <a16:creationId xmlns:a16="http://schemas.microsoft.com/office/drawing/2014/main" id="{720CED12-264B-42DE-B19B-8BA8C313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整理稿或 Agent 計畫，先人工確認</a:t>
            </a:r>
          </a:p>
        </p:txBody>
      </p:sp>
      <p:sp>
        <p:nvSpPr>
          <p:cNvPr id="23" name="text-375">
            <a:extLst xmlns:a="http://schemas.openxmlformats.org/drawingml/2006/main">
              <a:ext uri="{FF2B5EF4-FFF2-40B4-BE49-F238E27FC236}">
                <a16:creationId xmlns:a16="http://schemas.microsoft.com/office/drawing/2014/main" id="{27281532-CAD5-4C5A-94A8-4ED5EFD09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376">
            <a:extLst xmlns:a="http://schemas.openxmlformats.org/drawingml/2006/main">
              <a:ext uri="{FF2B5EF4-FFF2-40B4-BE49-F238E27FC236}">
                <a16:creationId xmlns:a16="http://schemas.microsoft.com/office/drawing/2014/main" id="{DCB04302-07FC-4FAE-BD0D-907FEAC2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377">
            <a:extLst xmlns:a="http://schemas.openxmlformats.org/drawingml/2006/main">
              <a:ext uri="{FF2B5EF4-FFF2-40B4-BE49-F238E27FC236}">
                <a16:creationId xmlns:a16="http://schemas.microsoft.com/office/drawing/2014/main" id="{980D07E2-D57A-4A09-B13F-6CC62E17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378">
            <a:extLst xmlns:a="http://schemas.openxmlformats.org/drawingml/2006/main">
              <a:ext uri="{FF2B5EF4-FFF2-40B4-BE49-F238E27FC236}">
                <a16:creationId xmlns:a16="http://schemas.microsoft.com/office/drawing/2014/main" id="{86742BC2-CED0-4FF9-A569-D124149D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379">
            <a:extLst xmlns:a="http://schemas.openxmlformats.org/drawingml/2006/main">
              <a:ext uri="{FF2B5EF4-FFF2-40B4-BE49-F238E27FC236}">
                <a16:creationId xmlns:a16="http://schemas.microsoft.com/office/drawing/2014/main" id="{858D1A0D-29DE-4806-9A88-7F84ECDD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接到工作流</a:t>
            </a:r>
          </a:p>
        </p:txBody>
      </p:sp>
      <p:sp>
        <p:nvSpPr>
          <p:cNvPr id="28" name="text-380">
            <a:extLst xmlns:a="http://schemas.openxmlformats.org/drawingml/2006/main">
              <a:ext uri="{FF2B5EF4-FFF2-40B4-BE49-F238E27FC236}">
                <a16:creationId xmlns:a16="http://schemas.microsoft.com/office/drawing/2014/main" id="{4C47A38D-25D5-4982-8812-2409CB43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 管來源；Codex 管檔案、測試與任務</a:t>
            </a:r>
          </a:p>
        </p:txBody>
      </p:sp>
      <p:sp>
        <p:nvSpPr>
          <p:cNvPr id="29" name="text-381">
            <a:extLst xmlns:a="http://schemas.openxmlformats.org/drawingml/2006/main">
              <a:ext uri="{FF2B5EF4-FFF2-40B4-BE49-F238E27FC236}">
                <a16:creationId xmlns:a16="http://schemas.microsoft.com/office/drawing/2014/main" id="{03830B3C-9EF7-4DDB-ADF3-C2FBB733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382">
            <a:extLst xmlns:a="http://schemas.openxmlformats.org/drawingml/2006/main">
              <a:ext uri="{FF2B5EF4-FFF2-40B4-BE49-F238E27FC236}">
                <a16:creationId xmlns:a16="http://schemas.microsoft.com/office/drawing/2014/main" id="{24023E83-87FF-4841-8BBF-30DE5F83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383">
            <a:extLst xmlns:a="http://schemas.openxmlformats.org/drawingml/2006/main">
              <a:ext uri="{FF2B5EF4-FFF2-40B4-BE49-F238E27FC236}">
                <a16:creationId xmlns:a16="http://schemas.microsoft.com/office/drawing/2014/main" id="{6116CD27-BBA4-470A-B43D-274B4940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384">
            <a:extLst xmlns:a="http://schemas.openxmlformats.org/drawingml/2006/main">
              <a:ext uri="{FF2B5EF4-FFF2-40B4-BE49-F238E27FC236}">
                <a16:creationId xmlns:a16="http://schemas.microsoft.com/office/drawing/2014/main" id="{0110F85E-A143-45AF-94CE-67B59E14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385">
            <a:extLst xmlns:a="http://schemas.openxmlformats.org/drawingml/2006/main">
              <a:ext uri="{FF2B5EF4-FFF2-40B4-BE49-F238E27FC236}">
                <a16:creationId xmlns:a16="http://schemas.microsoft.com/office/drawing/2014/main" id="{D1299562-B20D-495E-B1CE-E74CB45A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做成成果</a:t>
            </a:r>
          </a:p>
        </p:txBody>
      </p:sp>
      <p:sp>
        <p:nvSpPr>
          <p:cNvPr id="34" name="text-386">
            <a:extLst xmlns:a="http://schemas.openxmlformats.org/drawingml/2006/main">
              <a:ext uri="{FF2B5EF4-FFF2-40B4-BE49-F238E27FC236}">
                <a16:creationId xmlns:a16="http://schemas.microsoft.com/office/drawing/2014/main" id="{FFBFB9FC-FB87-40D8-9B84-ADCDEE10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Gem、Canvas、網站或可追查交付</a:t>
            </a:r>
          </a:p>
        </p:txBody>
      </p:sp>
      <p:sp>
        <p:nvSpPr>
          <p:cNvPr id="35" name="text-387">
            <a:extLst xmlns:a="http://schemas.openxmlformats.org/drawingml/2006/main">
              <a:ext uri="{FF2B5EF4-FFF2-40B4-BE49-F238E27FC236}">
                <a16:creationId xmlns:a16="http://schemas.microsoft.com/office/drawing/2014/main" id="{F6511979-9A91-421C-8DCC-3D69F62E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908">
            <a:extLst xmlns:a="http://schemas.openxmlformats.org/drawingml/2006/main">
              <a:ext uri="{FF2B5EF4-FFF2-40B4-BE49-F238E27FC236}">
                <a16:creationId xmlns:a16="http://schemas.microsoft.com/office/drawing/2014/main" id="{03A109D9-523C-471D-9C93-27D53F6A1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d83fbd4f3bf4386"/>
              </a:rPr>
              <a:t>Typeless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7f8b2bd22444dd4"/>
              </a:rPr>
              <a:t>Codex Voice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712cad3a96e439e"/>
              </a:rPr>
              <a:t>Gemini Notebook ↗</a:t>
            </a:r>
          </a:p>
        </p:txBody>
      </p:sp>
      <p:sp>
        <p:nvSpPr>
          <p:cNvPr id="37" name="shape-947">
            <a:extLst xmlns:a="http://schemas.openxmlformats.org/drawingml/2006/main">
              <a:ext uri="{FF2B5EF4-FFF2-40B4-BE49-F238E27FC236}">
                <a16:creationId xmlns:a16="http://schemas.microsoft.com/office/drawing/2014/main" id="{25CD8370-C6E3-4550-A54F-5D9D8395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657833fdac457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948">
            <a:extLst xmlns:a="http://schemas.openxmlformats.org/drawingml/2006/main">
              <a:ext uri="{FF2B5EF4-FFF2-40B4-BE49-F238E27FC236}">
                <a16:creationId xmlns:a16="http://schemas.microsoft.com/office/drawing/2014/main" id="{7ED5D08F-EAFD-485C-A92B-CA1F165B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564a31ef5b47b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949">
            <a:extLst xmlns:a="http://schemas.openxmlformats.org/drawingml/2006/main">
              <a:ext uri="{FF2B5EF4-FFF2-40B4-BE49-F238E27FC236}">
                <a16:creationId xmlns:a16="http://schemas.microsoft.com/office/drawing/2014/main" id="{71C1AA2C-B0C5-46A8-886A-6061E45B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86989919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388">
            <a:extLst xmlns:a="http://schemas.openxmlformats.org/drawingml/2006/main">
              <a:ext uri="{FF2B5EF4-FFF2-40B4-BE49-F238E27FC236}">
                <a16:creationId xmlns:a16="http://schemas.microsoft.com/office/drawing/2014/main" id="{8E168C6B-5FF7-4999-B8D9-7CC19869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5114C2-AEA1-4932-A059-23CDA23F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38" name="shape-3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90">
            <a:extLst xmlns:a="http://schemas.openxmlformats.org/drawingml/2006/main">
              <a:ext uri="{FF2B5EF4-FFF2-40B4-BE49-F238E27FC236}">
                <a16:creationId xmlns:a16="http://schemas.microsoft.com/office/drawing/2014/main" id="{86BEAF2C-0299-482F-B39A-86BA59AC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89CD5F-DDB2-4343-93B6-08BE0034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91">
            <a:extLst xmlns:a="http://schemas.openxmlformats.org/drawingml/2006/main">
              <a:ext uri="{FF2B5EF4-FFF2-40B4-BE49-F238E27FC236}">
                <a16:creationId xmlns:a16="http://schemas.microsoft.com/office/drawing/2014/main" id="{F27343CD-9A25-4584-AAF6-AE160C30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92">
            <a:extLst xmlns:a="http://schemas.openxmlformats.org/drawingml/2006/main">
              <a:ext uri="{FF2B5EF4-FFF2-40B4-BE49-F238E27FC236}">
                <a16:creationId xmlns:a16="http://schemas.microsoft.com/office/drawing/2014/main" id="{DCAF5B25-2E25-4D33-8C43-A1A7A11E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93">
            <a:extLst xmlns:a="http://schemas.openxmlformats.org/drawingml/2006/main">
              <a:ext uri="{FF2B5EF4-FFF2-40B4-BE49-F238E27FC236}">
                <a16:creationId xmlns:a16="http://schemas.microsoft.com/office/drawing/2014/main" id="{9560D1B8-DEDE-482D-9020-D4AF0B3D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94">
            <a:extLst xmlns:a="http://schemas.openxmlformats.org/drawingml/2006/main">
              <a:ext uri="{FF2B5EF4-FFF2-40B4-BE49-F238E27FC236}">
                <a16:creationId xmlns:a16="http://schemas.microsoft.com/office/drawing/2014/main" id="{40B05CDB-67CD-4635-9B6B-6BEB940D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10" name="text-395">
            <a:extLst xmlns:a="http://schemas.openxmlformats.org/drawingml/2006/main">
              <a:ext uri="{FF2B5EF4-FFF2-40B4-BE49-F238E27FC236}">
                <a16:creationId xmlns:a16="http://schemas.microsoft.com/office/drawing/2014/main" id="{76B6C15E-4A4D-456E-BFD1-EA2F8264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11" name="text-396">
            <a:extLst xmlns:a="http://schemas.openxmlformats.org/drawingml/2006/main">
              <a:ext uri="{FF2B5EF4-FFF2-40B4-BE49-F238E27FC236}">
                <a16:creationId xmlns:a16="http://schemas.microsoft.com/office/drawing/2014/main" id="{3133DCEC-7A6A-45D9-8272-138619AB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397">
            <a:extLst xmlns:a="http://schemas.openxmlformats.org/drawingml/2006/main">
              <a:ext uri="{FF2B5EF4-FFF2-40B4-BE49-F238E27FC236}">
                <a16:creationId xmlns:a16="http://schemas.microsoft.com/office/drawing/2014/main" id="{5E3C0811-BC65-41A5-9037-5D687319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398">
            <a:extLst xmlns:a="http://schemas.openxmlformats.org/drawingml/2006/main">
              <a:ext uri="{FF2B5EF4-FFF2-40B4-BE49-F238E27FC236}">
                <a16:creationId xmlns:a16="http://schemas.microsoft.com/office/drawing/2014/main" id="{A7820718-DE90-4B1A-97EC-C71CB48A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399">
            <a:extLst xmlns:a="http://schemas.openxmlformats.org/drawingml/2006/main">
              <a:ext uri="{FF2B5EF4-FFF2-40B4-BE49-F238E27FC236}">
                <a16:creationId xmlns:a16="http://schemas.microsoft.com/office/drawing/2014/main" id="{33C6D727-98CC-4595-AD0C-4423AA06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00">
            <a:extLst xmlns:a="http://schemas.openxmlformats.org/drawingml/2006/main">
              <a:ext uri="{FF2B5EF4-FFF2-40B4-BE49-F238E27FC236}">
                <a16:creationId xmlns:a16="http://schemas.microsoft.com/office/drawing/2014/main" id="{6E2FCB72-4546-49F0-8DE5-B5AFE787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6" name="text-401">
            <a:extLst xmlns:a="http://schemas.openxmlformats.org/drawingml/2006/main">
              <a:ext uri="{FF2B5EF4-FFF2-40B4-BE49-F238E27FC236}">
                <a16:creationId xmlns:a16="http://schemas.microsoft.com/office/drawing/2014/main" id="{13213A10-7628-431E-9D1F-A192911D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7" name="text-402">
            <a:extLst xmlns:a="http://schemas.openxmlformats.org/drawingml/2006/main">
              <a:ext uri="{FF2B5EF4-FFF2-40B4-BE49-F238E27FC236}">
                <a16:creationId xmlns:a16="http://schemas.microsoft.com/office/drawing/2014/main" id="{0B3D40C8-F196-4841-BB06-7CAD12FB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03">
            <a:extLst xmlns:a="http://schemas.openxmlformats.org/drawingml/2006/main">
              <a:ext uri="{FF2B5EF4-FFF2-40B4-BE49-F238E27FC236}">
                <a16:creationId xmlns:a16="http://schemas.microsoft.com/office/drawing/2014/main" id="{DB4155BA-80A7-466A-9D68-4384F1FE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04">
            <a:extLst xmlns:a="http://schemas.openxmlformats.org/drawingml/2006/main">
              <a:ext uri="{FF2B5EF4-FFF2-40B4-BE49-F238E27FC236}">
                <a16:creationId xmlns:a16="http://schemas.microsoft.com/office/drawing/2014/main" id="{AAF27B1A-0C5A-4FB4-B3A3-01312C3D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05">
            <a:extLst xmlns:a="http://schemas.openxmlformats.org/drawingml/2006/main">
              <a:ext uri="{FF2B5EF4-FFF2-40B4-BE49-F238E27FC236}">
                <a16:creationId xmlns:a16="http://schemas.microsoft.com/office/drawing/2014/main" id="{5E533047-313C-47C0-814B-CD770A84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06">
            <a:extLst xmlns:a="http://schemas.openxmlformats.org/drawingml/2006/main">
              <a:ext uri="{FF2B5EF4-FFF2-40B4-BE49-F238E27FC236}">
                <a16:creationId xmlns:a16="http://schemas.microsoft.com/office/drawing/2014/main" id="{30397D2C-B597-4C26-8A71-1A4945A9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407">
            <a:extLst xmlns:a="http://schemas.openxmlformats.org/drawingml/2006/main">
              <a:ext uri="{FF2B5EF4-FFF2-40B4-BE49-F238E27FC236}">
                <a16:creationId xmlns:a16="http://schemas.microsoft.com/office/drawing/2014/main" id="{50F4DF1E-B721-4915-8861-AF43F8B1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23" name="text-408">
            <a:extLst xmlns:a="http://schemas.openxmlformats.org/drawingml/2006/main">
              <a:ext uri="{FF2B5EF4-FFF2-40B4-BE49-F238E27FC236}">
                <a16:creationId xmlns:a16="http://schemas.microsoft.com/office/drawing/2014/main" id="{A43BE884-772F-4D28-8835-079329F3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09">
            <a:extLst xmlns:a="http://schemas.openxmlformats.org/drawingml/2006/main">
              <a:ext uri="{FF2B5EF4-FFF2-40B4-BE49-F238E27FC236}">
                <a16:creationId xmlns:a16="http://schemas.microsoft.com/office/drawing/2014/main" id="{5524C668-E91B-4F5D-AC88-F2648781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10">
            <a:extLst xmlns:a="http://schemas.openxmlformats.org/drawingml/2006/main">
              <a:ext uri="{FF2B5EF4-FFF2-40B4-BE49-F238E27FC236}">
                <a16:creationId xmlns:a16="http://schemas.microsoft.com/office/drawing/2014/main" id="{CEC79925-CC1C-4B35-B83D-56764FE8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11">
            <a:extLst xmlns:a="http://schemas.openxmlformats.org/drawingml/2006/main">
              <a:ext uri="{FF2B5EF4-FFF2-40B4-BE49-F238E27FC236}">
                <a16:creationId xmlns:a16="http://schemas.microsoft.com/office/drawing/2014/main" id="{8BDA375D-7ADA-4AC4-9E65-40F688C6B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12">
            <a:extLst xmlns:a="http://schemas.openxmlformats.org/drawingml/2006/main">
              <a:ext uri="{FF2B5EF4-FFF2-40B4-BE49-F238E27FC236}">
                <a16:creationId xmlns:a16="http://schemas.microsoft.com/office/drawing/2014/main" id="{AF28D110-987A-40CB-8F14-08601BAF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8" name="text-413">
            <a:extLst xmlns:a="http://schemas.openxmlformats.org/drawingml/2006/main">
              <a:ext uri="{FF2B5EF4-FFF2-40B4-BE49-F238E27FC236}">
                <a16:creationId xmlns:a16="http://schemas.microsoft.com/office/drawing/2014/main" id="{E78BD8F4-DC57-4BB8-B0A8-D587CB85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9" name="text-414">
            <a:extLst xmlns:a="http://schemas.openxmlformats.org/drawingml/2006/main">
              <a:ext uri="{FF2B5EF4-FFF2-40B4-BE49-F238E27FC236}">
                <a16:creationId xmlns:a16="http://schemas.microsoft.com/office/drawing/2014/main" id="{B5A93AD0-9407-43EB-9B87-322FE331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415">
            <a:extLst xmlns:a="http://schemas.openxmlformats.org/drawingml/2006/main">
              <a:ext uri="{FF2B5EF4-FFF2-40B4-BE49-F238E27FC236}">
                <a16:creationId xmlns:a16="http://schemas.microsoft.com/office/drawing/2014/main" id="{02884BB6-7A5D-4F25-AD69-9621A945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416">
            <a:extLst xmlns:a="http://schemas.openxmlformats.org/drawingml/2006/main">
              <a:ext uri="{FF2B5EF4-FFF2-40B4-BE49-F238E27FC236}">
                <a16:creationId xmlns:a16="http://schemas.microsoft.com/office/drawing/2014/main" id="{83E2A454-C71D-4AC0-8EC4-E4DAAB8D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417">
            <a:extLst xmlns:a="http://schemas.openxmlformats.org/drawingml/2006/main">
              <a:ext uri="{FF2B5EF4-FFF2-40B4-BE49-F238E27FC236}">
                <a16:creationId xmlns:a16="http://schemas.microsoft.com/office/drawing/2014/main" id="{BDE796D7-0507-4FA5-91B3-7540D53A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418">
            <a:extLst xmlns:a="http://schemas.openxmlformats.org/drawingml/2006/main">
              <a:ext uri="{FF2B5EF4-FFF2-40B4-BE49-F238E27FC236}">
                <a16:creationId xmlns:a16="http://schemas.microsoft.com/office/drawing/2014/main" id="{71D502B1-E238-4A39-8BEA-C08AFD6C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34" name="text-419">
            <a:extLst xmlns:a="http://schemas.openxmlformats.org/drawingml/2006/main">
              <a:ext uri="{FF2B5EF4-FFF2-40B4-BE49-F238E27FC236}">
                <a16:creationId xmlns:a16="http://schemas.microsoft.com/office/drawing/2014/main" id="{5B67EB74-2159-4F7C-8B14-46CC2ED3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35" name="text-420">
            <a:extLst xmlns:a="http://schemas.openxmlformats.org/drawingml/2006/main">
              <a:ext uri="{FF2B5EF4-FFF2-40B4-BE49-F238E27FC236}">
                <a16:creationId xmlns:a16="http://schemas.microsoft.com/office/drawing/2014/main" id="{BBFD940E-1CB6-4774-902C-9B7BC9B5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68361852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21">
            <a:extLst xmlns:a="http://schemas.openxmlformats.org/drawingml/2006/main">
              <a:ext uri="{FF2B5EF4-FFF2-40B4-BE49-F238E27FC236}">
                <a16:creationId xmlns:a16="http://schemas.microsoft.com/office/drawing/2014/main" id="{1A9924A1-47E3-496F-8925-E77690B3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422">
            <a:extLst xmlns:a="http://schemas.openxmlformats.org/drawingml/2006/main">
              <a:ext uri="{FF2B5EF4-FFF2-40B4-BE49-F238E27FC236}">
                <a16:creationId xmlns:a16="http://schemas.microsoft.com/office/drawing/2014/main" id="{50ED7D65-3524-4948-974D-F527E494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423">
            <a:extLst xmlns:a="http://schemas.openxmlformats.org/drawingml/2006/main">
              <a:ext uri="{FF2B5EF4-FFF2-40B4-BE49-F238E27FC236}">
                <a16:creationId xmlns:a16="http://schemas.microsoft.com/office/drawing/2014/main" id="{C0AA504F-2FF2-4DC3-89E3-2351FD24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424">
            <a:extLst xmlns:a="http://schemas.openxmlformats.org/drawingml/2006/main">
              <a:ext uri="{FF2B5EF4-FFF2-40B4-BE49-F238E27FC236}">
                <a16:creationId xmlns:a16="http://schemas.microsoft.com/office/drawing/2014/main" id="{65A4C2EA-B409-48F0-9464-D6D5FB60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25">
            <a:extLst xmlns:a="http://schemas.openxmlformats.org/drawingml/2006/main">
              <a:ext uri="{FF2B5EF4-FFF2-40B4-BE49-F238E27FC236}">
                <a16:creationId xmlns:a16="http://schemas.microsoft.com/office/drawing/2014/main" id="{9BA15645-17CE-4469-A189-DBFBC3D9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2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27">
            <a:extLst xmlns:a="http://schemas.openxmlformats.org/drawingml/2006/main">
              <a:ext uri="{FF2B5EF4-FFF2-40B4-BE49-F238E27FC236}">
                <a16:creationId xmlns:a16="http://schemas.microsoft.com/office/drawing/2014/main" id="{38F66347-70D3-43C8-8DAF-0E5321A2F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1317C61-7EEA-4113-BE3D-DC0A2A36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9" name="text-909">
            <a:extLst xmlns:a="http://schemas.openxmlformats.org/drawingml/2006/main">
              <a:ext uri="{FF2B5EF4-FFF2-40B4-BE49-F238E27FC236}">
                <a16:creationId xmlns:a16="http://schemas.microsoft.com/office/drawing/2014/main" id="{8B963D4F-8736-4A93-A871-25880BD8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743dbbf6d64ba5"/>
              </a:rPr>
              <a:t>開啟 Gemini Notebook ↗</a:t>
            </a:r>
          </a:p>
        </p:txBody>
      </p:sp>
      <p:sp>
        <p:nvSpPr>
          <p:cNvPr id="10" name="shape-950">
            <a:extLst xmlns:a="http://schemas.openxmlformats.org/drawingml/2006/main">
              <a:ext uri="{FF2B5EF4-FFF2-40B4-BE49-F238E27FC236}">
                <a16:creationId xmlns:a16="http://schemas.microsoft.com/office/drawing/2014/main" id="{AC131FA4-125D-4858-B4EF-EFEC4A60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9687f6a009483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51">
            <a:extLst xmlns:a="http://schemas.openxmlformats.org/drawingml/2006/main">
              <a:ext uri="{FF2B5EF4-FFF2-40B4-BE49-F238E27FC236}">
                <a16:creationId xmlns:a16="http://schemas.microsoft.com/office/drawing/2014/main" id="{2E314E55-9631-4890-935F-D9589969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06636204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428">
            <a:extLst xmlns:a="http://schemas.openxmlformats.org/drawingml/2006/main">
              <a:ext uri="{FF2B5EF4-FFF2-40B4-BE49-F238E27FC236}">
                <a16:creationId xmlns:a16="http://schemas.microsoft.com/office/drawing/2014/main" id="{EC99530B-58DA-4380-9710-6E65BE05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4EC4C1-D823-4083-8979-697E7BC5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42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0">
            <a:extLst xmlns:a="http://schemas.openxmlformats.org/drawingml/2006/main">
              <a:ext uri="{FF2B5EF4-FFF2-40B4-BE49-F238E27FC236}">
                <a16:creationId xmlns:a16="http://schemas.microsoft.com/office/drawing/2014/main" id="{309C4AB1-BC26-43C0-B120-10DFC0CD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50DEBC5-47F6-4E05-A096-3B495698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shape-431">
            <a:extLst xmlns:a="http://schemas.openxmlformats.org/drawingml/2006/main">
              <a:ext uri="{FF2B5EF4-FFF2-40B4-BE49-F238E27FC236}">
                <a16:creationId xmlns:a16="http://schemas.microsoft.com/office/drawing/2014/main" id="{1D9F2DA8-2D52-4F2D-A2C9-FD36B3C1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32">
            <a:extLst xmlns:a="http://schemas.openxmlformats.org/drawingml/2006/main">
              <a:ext uri="{FF2B5EF4-FFF2-40B4-BE49-F238E27FC236}">
                <a16:creationId xmlns:a16="http://schemas.microsoft.com/office/drawing/2014/main" id="{7FAFE6CC-5973-47D1-B9D5-11BFD6B2E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433">
            <a:extLst xmlns:a="http://schemas.openxmlformats.org/drawingml/2006/main">
              <a:ext uri="{FF2B5EF4-FFF2-40B4-BE49-F238E27FC236}">
                <a16:creationId xmlns:a16="http://schemas.microsoft.com/office/drawing/2014/main" id="{C18FBC3C-D24C-4BE5-B349-A4725F14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434">
            <a:extLst xmlns:a="http://schemas.openxmlformats.org/drawingml/2006/main">
              <a:ext uri="{FF2B5EF4-FFF2-40B4-BE49-F238E27FC236}">
                <a16:creationId xmlns:a16="http://schemas.microsoft.com/office/drawing/2014/main" id="{7E9B3167-9981-4C22-A512-631D6D0B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435">
            <a:extLst xmlns:a="http://schemas.openxmlformats.org/drawingml/2006/main">
              <a:ext uri="{FF2B5EF4-FFF2-40B4-BE49-F238E27FC236}">
                <a16:creationId xmlns:a16="http://schemas.microsoft.com/office/drawing/2014/main" id="{E66CFFB1-AD79-4662-BD41-591F7BA64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436">
            <a:extLst xmlns:a="http://schemas.openxmlformats.org/drawingml/2006/main">
              <a:ext uri="{FF2B5EF4-FFF2-40B4-BE49-F238E27FC236}">
                <a16:creationId xmlns:a16="http://schemas.microsoft.com/office/drawing/2014/main" id="{9C60547D-3B1C-466B-A0BC-DCA1BAB2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437">
            <a:extLst xmlns:a="http://schemas.openxmlformats.org/drawingml/2006/main">
              <a:ext uri="{FF2B5EF4-FFF2-40B4-BE49-F238E27FC236}">
                <a16:creationId xmlns:a16="http://schemas.microsoft.com/office/drawing/2014/main" id="{E3C18507-9790-41A6-B5D6-DA1A8F0C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438">
            <a:extLst xmlns:a="http://schemas.openxmlformats.org/drawingml/2006/main">
              <a:ext uri="{FF2B5EF4-FFF2-40B4-BE49-F238E27FC236}">
                <a16:creationId xmlns:a16="http://schemas.microsoft.com/office/drawing/2014/main" id="{DF663CFA-D2D0-404D-8B56-CD832498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439">
            <a:extLst xmlns:a="http://schemas.openxmlformats.org/drawingml/2006/main">
              <a:ext uri="{FF2B5EF4-FFF2-40B4-BE49-F238E27FC236}">
                <a16:creationId xmlns:a16="http://schemas.microsoft.com/office/drawing/2014/main" id="{A505DB6E-5245-40A7-AC23-A95AC3D6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440">
            <a:extLst xmlns:a="http://schemas.openxmlformats.org/drawingml/2006/main">
              <a:ext uri="{FF2B5EF4-FFF2-40B4-BE49-F238E27FC236}">
                <a16:creationId xmlns:a16="http://schemas.microsoft.com/office/drawing/2014/main" id="{7227B83E-C8C5-4DEF-897D-DFF37E52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910">
            <a:extLst xmlns:a="http://schemas.openxmlformats.org/drawingml/2006/main">
              <a:ext uri="{FF2B5EF4-FFF2-40B4-BE49-F238E27FC236}">
                <a16:creationId xmlns:a16="http://schemas.microsoft.com/office/drawing/2014/main" id="{737D69AB-7094-4460-A4A3-406E42AA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59b81497c494fb8"/>
              </a:rPr>
              <a:t>開啟 Gemini Notebook ↗</a:t>
            </a:r>
          </a:p>
        </p:txBody>
      </p:sp>
      <p:sp>
        <p:nvSpPr>
          <p:cNvPr id="19" name="shape-952">
            <a:extLst xmlns:a="http://schemas.openxmlformats.org/drawingml/2006/main">
              <a:ext uri="{FF2B5EF4-FFF2-40B4-BE49-F238E27FC236}">
                <a16:creationId xmlns:a16="http://schemas.microsoft.com/office/drawing/2014/main" id="{AFC08162-3FDE-430B-9C48-1BE06FC5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21a1586864e2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953">
            <a:extLst xmlns:a="http://schemas.openxmlformats.org/drawingml/2006/main">
              <a:ext uri="{FF2B5EF4-FFF2-40B4-BE49-F238E27FC236}">
                <a16:creationId xmlns:a16="http://schemas.microsoft.com/office/drawing/2014/main" id="{CA84C212-A9B9-4550-92C1-9D3EC18D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38182349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441">
            <a:extLst xmlns:a="http://schemas.openxmlformats.org/drawingml/2006/main">
              <a:ext uri="{FF2B5EF4-FFF2-40B4-BE49-F238E27FC236}">
                <a16:creationId xmlns:a16="http://schemas.microsoft.com/office/drawing/2014/main" id="{19C73E56-D667-464B-ABB1-A07284A77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740695-8D84-4D75-8CE3-B177988A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4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43">
            <a:extLst xmlns:a="http://schemas.openxmlformats.org/drawingml/2006/main">
              <a:ext uri="{FF2B5EF4-FFF2-40B4-BE49-F238E27FC236}">
                <a16:creationId xmlns:a16="http://schemas.microsoft.com/office/drawing/2014/main" id="{02D86A20-C1AD-49DE-B34D-395A6881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3CB140-365B-4296-A282-A62C9454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444">
            <a:extLst xmlns:a="http://schemas.openxmlformats.org/drawingml/2006/main">
              <a:ext uri="{FF2B5EF4-FFF2-40B4-BE49-F238E27FC236}">
                <a16:creationId xmlns:a16="http://schemas.microsoft.com/office/drawing/2014/main" id="{C33C64A2-4A6A-4427-80C1-BA7C93E0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45">
            <a:extLst xmlns:a="http://schemas.openxmlformats.org/drawingml/2006/main">
              <a:ext uri="{FF2B5EF4-FFF2-40B4-BE49-F238E27FC236}">
                <a16:creationId xmlns:a16="http://schemas.microsoft.com/office/drawing/2014/main" id="{4B74B7EA-C640-4763-8622-53A8CBE9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446">
            <a:extLst xmlns:a="http://schemas.openxmlformats.org/drawingml/2006/main">
              <a:ext uri="{FF2B5EF4-FFF2-40B4-BE49-F238E27FC236}">
                <a16:creationId xmlns:a16="http://schemas.microsoft.com/office/drawing/2014/main" id="{A197BE8F-09B2-43E3-8CBA-B99B6C54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447">
            <a:extLst xmlns:a="http://schemas.openxmlformats.org/drawingml/2006/main">
              <a:ext uri="{FF2B5EF4-FFF2-40B4-BE49-F238E27FC236}">
                <a16:creationId xmlns:a16="http://schemas.microsoft.com/office/drawing/2014/main" id="{FD3A60FF-B17A-4726-B6BE-B26EB757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448">
            <a:extLst xmlns:a="http://schemas.openxmlformats.org/drawingml/2006/main">
              <a:ext uri="{FF2B5EF4-FFF2-40B4-BE49-F238E27FC236}">
                <a16:creationId xmlns:a16="http://schemas.microsoft.com/office/drawing/2014/main" id="{3668E298-3398-481C-AF62-2EE59CC7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49">
            <a:extLst xmlns:a="http://schemas.openxmlformats.org/drawingml/2006/main">
              <a:ext uri="{FF2B5EF4-FFF2-40B4-BE49-F238E27FC236}">
                <a16:creationId xmlns:a16="http://schemas.microsoft.com/office/drawing/2014/main" id="{FCECD96E-177F-40D9-B5D4-1BE773E3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50">
            <a:extLst xmlns:a="http://schemas.openxmlformats.org/drawingml/2006/main">
              <a:ext uri="{FF2B5EF4-FFF2-40B4-BE49-F238E27FC236}">
                <a16:creationId xmlns:a16="http://schemas.microsoft.com/office/drawing/2014/main" id="{CA91D91C-1801-4238-979A-102D3503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451">
            <a:extLst xmlns:a="http://schemas.openxmlformats.org/drawingml/2006/main">
              <a:ext uri="{FF2B5EF4-FFF2-40B4-BE49-F238E27FC236}">
                <a16:creationId xmlns:a16="http://schemas.microsoft.com/office/drawing/2014/main" id="{3ECFC1C2-00E8-4611-AF2B-F1915572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452">
            <a:extLst xmlns:a="http://schemas.openxmlformats.org/drawingml/2006/main">
              <a:ext uri="{FF2B5EF4-FFF2-40B4-BE49-F238E27FC236}">
                <a16:creationId xmlns:a16="http://schemas.microsoft.com/office/drawing/2014/main" id="{B8920634-46C8-4B75-9F5E-A0B11A3B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53">
            <a:extLst xmlns:a="http://schemas.openxmlformats.org/drawingml/2006/main">
              <a:ext uri="{FF2B5EF4-FFF2-40B4-BE49-F238E27FC236}">
                <a16:creationId xmlns:a16="http://schemas.microsoft.com/office/drawing/2014/main" id="{9F29ED37-F407-4C7E-A143-D815B8BA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454">
            <a:extLst xmlns:a="http://schemas.openxmlformats.org/drawingml/2006/main">
              <a:ext uri="{FF2B5EF4-FFF2-40B4-BE49-F238E27FC236}">
                <a16:creationId xmlns:a16="http://schemas.microsoft.com/office/drawing/2014/main" id="{2C4932C5-7B3B-4399-B016-45FCDBA0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455">
            <a:extLst xmlns:a="http://schemas.openxmlformats.org/drawingml/2006/main">
              <a:ext uri="{FF2B5EF4-FFF2-40B4-BE49-F238E27FC236}">
                <a16:creationId xmlns:a16="http://schemas.microsoft.com/office/drawing/2014/main" id="{EACACB15-D149-4DE0-AC7D-A30913C6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911">
            <a:extLst xmlns:a="http://schemas.openxmlformats.org/drawingml/2006/main">
              <a:ext uri="{FF2B5EF4-FFF2-40B4-BE49-F238E27FC236}">
                <a16:creationId xmlns:a16="http://schemas.microsoft.com/office/drawing/2014/main" id="{6FD63099-D8D5-4DD9-B87B-BE628AE3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da025dcf7304b54"/>
              </a:rPr>
              <a:t>開啟 Gemini Notebook ↗</a:t>
            </a:r>
          </a:p>
        </p:txBody>
      </p:sp>
      <p:sp>
        <p:nvSpPr>
          <p:cNvPr id="19" name="shape-954">
            <a:extLst xmlns:a="http://schemas.openxmlformats.org/drawingml/2006/main">
              <a:ext uri="{FF2B5EF4-FFF2-40B4-BE49-F238E27FC236}">
                <a16:creationId xmlns:a16="http://schemas.microsoft.com/office/drawing/2014/main" id="{21101013-883A-4012-BCDD-E1557370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59984a3cb49e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955">
            <a:extLst xmlns:a="http://schemas.openxmlformats.org/drawingml/2006/main">
              <a:ext uri="{FF2B5EF4-FFF2-40B4-BE49-F238E27FC236}">
                <a16:creationId xmlns:a16="http://schemas.microsoft.com/office/drawing/2014/main" id="{FEE48A9B-7ADA-426F-AFD0-6CACF728A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7331102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456">
            <a:extLst xmlns:a="http://schemas.openxmlformats.org/drawingml/2006/main">
              <a:ext uri="{FF2B5EF4-FFF2-40B4-BE49-F238E27FC236}">
                <a16:creationId xmlns:a16="http://schemas.microsoft.com/office/drawing/2014/main" id="{67C01333-9BFA-4647-B798-4F615A12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GITHUB × GEMINI NOTEBOOK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D970D8-EDED-4B60-9C11-A5EA4DE4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示範：教學駕駛艙 × Gemini Notebook</a:t>
            </a:r>
          </a:p>
        </p:txBody>
      </p:sp>
      <p:cxnSp>
        <p:nvCxnSpPr>
          <p:cNvPr id="40" name="shape-4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58">
            <a:extLst xmlns:a="http://schemas.openxmlformats.org/drawingml/2006/main">
              <a:ext uri="{FF2B5EF4-FFF2-40B4-BE49-F238E27FC236}">
                <a16:creationId xmlns:a16="http://schemas.microsoft.com/office/drawing/2014/main" id="{1B725E6B-8E95-4D32-82E1-ACCE46A2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EC9A50-0BF0-4866-B2BB-A076F6F1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6" name="shape-459">
            <a:extLst xmlns:a="http://schemas.openxmlformats.org/drawingml/2006/main">
              <a:ext uri="{FF2B5EF4-FFF2-40B4-BE49-F238E27FC236}">
                <a16:creationId xmlns:a16="http://schemas.microsoft.com/office/drawing/2014/main" id="{424E8B8F-8457-4B08-A205-F26286EC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60">
            <a:extLst xmlns:a="http://schemas.openxmlformats.org/drawingml/2006/main">
              <a:ext uri="{FF2B5EF4-FFF2-40B4-BE49-F238E27FC236}">
                <a16:creationId xmlns:a16="http://schemas.microsoft.com/office/drawing/2014/main" id="{9D3CAD12-6BA7-4F09-BA93-BAA112F67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61">
            <a:extLst xmlns:a="http://schemas.openxmlformats.org/drawingml/2006/main">
              <a:ext uri="{FF2B5EF4-FFF2-40B4-BE49-F238E27FC236}">
                <a16:creationId xmlns:a16="http://schemas.microsoft.com/office/drawing/2014/main" id="{1AC9AB14-C8D1-4950-A90B-362B9CB2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62">
            <a:extLst xmlns:a="http://schemas.openxmlformats.org/drawingml/2006/main">
              <a:ext uri="{FF2B5EF4-FFF2-40B4-BE49-F238E27FC236}">
                <a16:creationId xmlns:a16="http://schemas.microsoft.com/office/drawing/2014/main" id="{FD82242E-C96F-4CA2-B095-1FBE51DA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開啟資源</a:t>
            </a:r>
          </a:p>
        </p:txBody>
      </p:sp>
      <p:sp>
        <p:nvSpPr>
          <p:cNvPr id="10" name="text-463">
            <a:extLst xmlns:a="http://schemas.openxmlformats.org/drawingml/2006/main">
              <a:ext uri="{FF2B5EF4-FFF2-40B4-BE49-F238E27FC236}">
                <a16:creationId xmlns:a16="http://schemas.microsoft.com/office/drawing/2014/main" id="{670FBE8A-D0ED-4183-A638-1CF0F864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 it-cockpit 的 README、目錄與單元頁</a:t>
            </a:r>
          </a:p>
        </p:txBody>
      </p:sp>
      <p:sp>
        <p:nvSpPr>
          <p:cNvPr id="11" name="text-464">
            <a:extLst xmlns:a="http://schemas.openxmlformats.org/drawingml/2006/main">
              <a:ext uri="{FF2B5EF4-FFF2-40B4-BE49-F238E27FC236}">
                <a16:creationId xmlns:a16="http://schemas.microsoft.com/office/drawing/2014/main" id="{57CE173F-71C7-4318-B3EA-3BFA38A2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465">
            <a:extLst xmlns:a="http://schemas.openxmlformats.org/drawingml/2006/main">
              <a:ext uri="{FF2B5EF4-FFF2-40B4-BE49-F238E27FC236}">
                <a16:creationId xmlns:a16="http://schemas.microsoft.com/office/drawing/2014/main" id="{82EF0DD0-97D9-4574-9197-907246AC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466">
            <a:extLst xmlns:a="http://schemas.openxmlformats.org/drawingml/2006/main">
              <a:ext uri="{FF2B5EF4-FFF2-40B4-BE49-F238E27FC236}">
                <a16:creationId xmlns:a16="http://schemas.microsoft.com/office/drawing/2014/main" id="{8962A722-25B3-4474-ACEF-7B4A6328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467">
            <a:extLst xmlns:a="http://schemas.openxmlformats.org/drawingml/2006/main">
              <a:ext uri="{FF2B5EF4-FFF2-40B4-BE49-F238E27FC236}">
                <a16:creationId xmlns:a16="http://schemas.microsoft.com/office/drawing/2014/main" id="{6EDF7B95-5929-437F-AE71-F334DB38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68">
            <a:extLst xmlns:a="http://schemas.openxmlformats.org/drawingml/2006/main">
              <a:ext uri="{FF2B5EF4-FFF2-40B4-BE49-F238E27FC236}">
                <a16:creationId xmlns:a16="http://schemas.microsoft.com/office/drawing/2014/main" id="{DAC34D6D-33D3-4025-8802-1B8B3750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挑選來源</a:t>
            </a:r>
          </a:p>
        </p:txBody>
      </p:sp>
      <p:sp>
        <p:nvSpPr>
          <p:cNvPr id="16" name="text-469">
            <a:extLst xmlns:a="http://schemas.openxmlformats.org/drawingml/2006/main">
              <a:ext uri="{FF2B5EF4-FFF2-40B4-BE49-F238E27FC236}">
                <a16:creationId xmlns:a16="http://schemas.microsoft.com/office/drawing/2014/main" id="{A87F2741-CA01-41FA-B8D0-D316840CF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選教材、課程說明、影片或互動頁，組成小型來源包</a:t>
            </a:r>
          </a:p>
        </p:txBody>
      </p:sp>
      <p:sp>
        <p:nvSpPr>
          <p:cNvPr id="17" name="text-470">
            <a:extLst xmlns:a="http://schemas.openxmlformats.org/drawingml/2006/main">
              <a:ext uri="{FF2B5EF4-FFF2-40B4-BE49-F238E27FC236}">
                <a16:creationId xmlns:a16="http://schemas.microsoft.com/office/drawing/2014/main" id="{D50DE1CD-A5AA-42C7-8139-2A95B46E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71">
            <a:extLst xmlns:a="http://schemas.openxmlformats.org/drawingml/2006/main">
              <a:ext uri="{FF2B5EF4-FFF2-40B4-BE49-F238E27FC236}">
                <a16:creationId xmlns:a16="http://schemas.microsoft.com/office/drawing/2014/main" id="{FC228893-6F1B-4E69-9DE5-328CBCAB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72">
            <a:extLst xmlns:a="http://schemas.openxmlformats.org/drawingml/2006/main">
              <a:ext uri="{FF2B5EF4-FFF2-40B4-BE49-F238E27FC236}">
                <a16:creationId xmlns:a16="http://schemas.microsoft.com/office/drawing/2014/main" id="{2E8EAD64-5C05-4328-A5FC-5E2BB71C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73">
            <a:extLst xmlns:a="http://schemas.openxmlformats.org/drawingml/2006/main">
              <a:ext uri="{FF2B5EF4-FFF2-40B4-BE49-F238E27FC236}">
                <a16:creationId xmlns:a16="http://schemas.microsoft.com/office/drawing/2014/main" id="{C8929C7A-34FA-4AA6-A294-99B73691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74">
            <a:extLst xmlns:a="http://schemas.openxmlformats.org/drawingml/2006/main">
              <a:ext uri="{FF2B5EF4-FFF2-40B4-BE49-F238E27FC236}">
                <a16:creationId xmlns:a16="http://schemas.microsoft.com/office/drawing/2014/main" id="{6C33B4C4-0A19-41A2-98B3-E64EE2EE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提問查證</a:t>
            </a:r>
          </a:p>
        </p:txBody>
      </p:sp>
      <p:sp>
        <p:nvSpPr>
          <p:cNvPr id="22" name="text-475">
            <a:extLst xmlns:a="http://schemas.openxmlformats.org/drawingml/2006/main">
              <a:ext uri="{FF2B5EF4-FFF2-40B4-BE49-F238E27FC236}">
                <a16:creationId xmlns:a16="http://schemas.microsoft.com/office/drawing/2014/main" id="{417D4972-DC18-49C6-AC16-5FD3002A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請列引用、找差異，也測一題來源中沒有答案的問題</a:t>
            </a:r>
          </a:p>
        </p:txBody>
      </p:sp>
      <p:sp>
        <p:nvSpPr>
          <p:cNvPr id="23" name="text-476">
            <a:extLst xmlns:a="http://schemas.openxmlformats.org/drawingml/2006/main">
              <a:ext uri="{FF2B5EF4-FFF2-40B4-BE49-F238E27FC236}">
                <a16:creationId xmlns:a16="http://schemas.microsoft.com/office/drawing/2014/main" id="{DACF11B0-B129-4B25-BEDD-7CFE9A01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77">
            <a:extLst xmlns:a="http://schemas.openxmlformats.org/drawingml/2006/main">
              <a:ext uri="{FF2B5EF4-FFF2-40B4-BE49-F238E27FC236}">
                <a16:creationId xmlns:a16="http://schemas.microsoft.com/office/drawing/2014/main" id="{E035C73B-2B67-4624-B2B3-4A50B010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78">
            <a:extLst xmlns:a="http://schemas.openxmlformats.org/drawingml/2006/main">
              <a:ext uri="{FF2B5EF4-FFF2-40B4-BE49-F238E27FC236}">
                <a16:creationId xmlns:a16="http://schemas.microsoft.com/office/drawing/2014/main" id="{CFD84D25-6D9B-49EB-B002-69473235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79">
            <a:extLst xmlns:a="http://schemas.openxmlformats.org/drawingml/2006/main">
              <a:ext uri="{FF2B5EF4-FFF2-40B4-BE49-F238E27FC236}">
                <a16:creationId xmlns:a16="http://schemas.microsoft.com/office/drawing/2014/main" id="{C11FF815-FFBD-4ABB-9E26-644A5FBE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80">
            <a:extLst xmlns:a="http://schemas.openxmlformats.org/drawingml/2006/main">
              <a:ext uri="{FF2B5EF4-FFF2-40B4-BE49-F238E27FC236}">
                <a16:creationId xmlns:a16="http://schemas.microsoft.com/office/drawing/2014/main" id="{13D3CAFE-C30D-4B0F-8B48-3DC6BB69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轉成教學</a:t>
            </a:r>
          </a:p>
        </p:txBody>
      </p:sp>
      <p:sp>
        <p:nvSpPr>
          <p:cNvPr id="28" name="text-481">
            <a:extLst xmlns:a="http://schemas.openxmlformats.org/drawingml/2006/main">
              <a:ext uri="{FF2B5EF4-FFF2-40B4-BE49-F238E27FC236}">
                <a16:creationId xmlns:a16="http://schemas.microsoft.com/office/drawing/2014/main" id="{D132FE9C-2EA7-4091-8640-9A935E2D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把整理結果轉成導讀、學習單、活動或共備摘要</a:t>
            </a:r>
          </a:p>
        </p:txBody>
      </p:sp>
      <p:sp>
        <p:nvSpPr>
          <p:cNvPr id="29" name="text-482">
            <a:extLst xmlns:a="http://schemas.openxmlformats.org/drawingml/2006/main">
              <a:ext uri="{FF2B5EF4-FFF2-40B4-BE49-F238E27FC236}">
                <a16:creationId xmlns:a16="http://schemas.microsoft.com/office/drawing/2014/main" id="{DAA489AB-A4E0-4D29-9190-328FA076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15">
            <a:extLst xmlns:a="http://schemas.openxmlformats.org/drawingml/2006/main">
              <a:ext uri="{FF2B5EF4-FFF2-40B4-BE49-F238E27FC236}">
                <a16:creationId xmlns:a16="http://schemas.microsoft.com/office/drawing/2014/main" id="{E3448797-0142-465B-A3A4-2280059BD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bfe64e7714f4d8c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f03110027f84367"/>
              </a:rPr>
              <a:t>Cockpit GitHub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d2b6cc9f4754009"/>
              </a:rPr>
              <a:t>Cockpit ↗</a:t>
            </a:r>
          </a:p>
        </p:txBody>
      </p:sp>
      <p:sp>
        <p:nvSpPr>
          <p:cNvPr id="31" name="shape-962">
            <a:extLst xmlns:a="http://schemas.openxmlformats.org/drawingml/2006/main">
              <a:ext uri="{FF2B5EF4-FFF2-40B4-BE49-F238E27FC236}">
                <a16:creationId xmlns:a16="http://schemas.microsoft.com/office/drawing/2014/main" id="{E4E5DA4B-E7FA-4978-8F08-9B1F7B95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7d971d30264abb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963">
            <a:extLst xmlns:a="http://schemas.openxmlformats.org/drawingml/2006/main">
              <a:ext uri="{FF2B5EF4-FFF2-40B4-BE49-F238E27FC236}">
                <a16:creationId xmlns:a16="http://schemas.microsoft.com/office/drawing/2014/main" id="{091E7464-B60E-4097-9E19-302866F4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fd5741df14e4a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964">
            <a:extLst xmlns:a="http://schemas.openxmlformats.org/drawingml/2006/main">
              <a:ext uri="{FF2B5EF4-FFF2-40B4-BE49-F238E27FC236}">
                <a16:creationId xmlns:a16="http://schemas.microsoft.com/office/drawing/2014/main" id="{9FCE0C8A-26B1-48F0-9A43-2B41D3E0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Cockpit GitH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8188d0bea4aad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965">
            <a:extLst xmlns:a="http://schemas.openxmlformats.org/drawingml/2006/main">
              <a:ext uri="{FF2B5EF4-FFF2-40B4-BE49-F238E27FC236}">
                <a16:creationId xmlns:a16="http://schemas.microsoft.com/office/drawing/2014/main" id="{C7638CA9-8946-4304-BB6C-FB8317BD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57856607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483">
            <a:extLst xmlns:a="http://schemas.openxmlformats.org/drawingml/2006/main">
              <a:ext uri="{FF2B5EF4-FFF2-40B4-BE49-F238E27FC236}">
                <a16:creationId xmlns:a16="http://schemas.microsoft.com/office/drawing/2014/main" id="{6CF3D62D-7F7B-41DC-B158-4FD0A2BD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7A38A08-C5EC-4AF8-AA32-A9DFA4A6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實作一｜教學駕駛艙 × Gemini Notebook</a:t>
            </a:r>
          </a:p>
        </p:txBody>
      </p:sp>
      <p:cxnSp>
        <p:nvCxnSpPr>
          <p:cNvPr id="27" name="shape-4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85">
            <a:extLst xmlns:a="http://schemas.openxmlformats.org/drawingml/2006/main">
              <a:ext uri="{FF2B5EF4-FFF2-40B4-BE49-F238E27FC236}">
                <a16:creationId xmlns:a16="http://schemas.microsoft.com/office/drawing/2014/main" id="{29237BB2-D3E5-4F83-B2C3-B8863070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3D7A2E9-9FEB-4A0B-8D5C-850D843F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text-486">
            <a:extLst xmlns:a="http://schemas.openxmlformats.org/drawingml/2006/main">
              <a:ext uri="{FF2B5EF4-FFF2-40B4-BE49-F238E27FC236}">
                <a16:creationId xmlns:a16="http://schemas.microsoft.com/office/drawing/2014/main" id="{597BDCE0-A95B-4709-8ED6-5FBADBF7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487">
            <a:extLst xmlns:a="http://schemas.openxmlformats.org/drawingml/2006/main">
              <a:ext uri="{FF2B5EF4-FFF2-40B4-BE49-F238E27FC236}">
                <a16:creationId xmlns:a16="http://schemas.microsoft.com/office/drawing/2014/main" id="{22D6C20C-A7AA-4535-96F6-06A113DB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488">
            <a:extLst xmlns:a="http://schemas.openxmlformats.org/drawingml/2006/main">
              <a:ext uri="{FF2B5EF4-FFF2-40B4-BE49-F238E27FC236}">
                <a16:creationId xmlns:a16="http://schemas.microsoft.com/office/drawing/2014/main" id="{0774804C-F34E-4FEB-A55F-CF4C90B7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89">
            <a:extLst xmlns:a="http://schemas.openxmlformats.org/drawingml/2006/main">
              <a:ext uri="{FF2B5EF4-FFF2-40B4-BE49-F238E27FC236}">
                <a16:creationId xmlns:a16="http://schemas.microsoft.com/office/drawing/2014/main" id="{0DDDBBDC-6C6F-4910-AA3F-279CC03F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it-cockpit repo 或公開駕駛艙，選定一個單元</a:t>
            </a:r>
          </a:p>
        </p:txBody>
      </p:sp>
      <p:sp>
        <p:nvSpPr>
          <p:cNvPr id="10" name="text-490">
            <a:extLst xmlns:a="http://schemas.openxmlformats.org/drawingml/2006/main">
              <a:ext uri="{FF2B5EF4-FFF2-40B4-BE49-F238E27FC236}">
                <a16:creationId xmlns:a16="http://schemas.microsoft.com/office/drawing/2014/main" id="{44866B27-663D-4A60-A5A7-4B658C93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91">
            <a:extLst xmlns:a="http://schemas.openxmlformats.org/drawingml/2006/main">
              <a:ext uri="{FF2B5EF4-FFF2-40B4-BE49-F238E27FC236}">
                <a16:creationId xmlns:a16="http://schemas.microsoft.com/office/drawing/2014/main" id="{25921E6B-CA67-4DFF-B8F0-3D8BFA17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 2–3 份可公開、互相補充的來源</a:t>
            </a:r>
          </a:p>
        </p:txBody>
      </p:sp>
      <p:sp>
        <p:nvSpPr>
          <p:cNvPr id="12" name="text-492">
            <a:extLst xmlns:a="http://schemas.openxmlformats.org/drawingml/2006/main">
              <a:ext uri="{FF2B5EF4-FFF2-40B4-BE49-F238E27FC236}">
                <a16:creationId xmlns:a16="http://schemas.microsoft.com/office/drawing/2014/main" id="{95A76DF2-3E9D-4D33-82CB-754BDDE4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493">
            <a:extLst xmlns:a="http://schemas.openxmlformats.org/drawingml/2006/main">
              <a:ext uri="{FF2B5EF4-FFF2-40B4-BE49-F238E27FC236}">
                <a16:creationId xmlns:a16="http://schemas.microsoft.com/office/drawing/2014/main" id="{608A40EF-E78D-49B5-940F-AC5F0FB3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個轉化題</a:t>
            </a:r>
          </a:p>
        </p:txBody>
      </p:sp>
      <p:sp>
        <p:nvSpPr>
          <p:cNvPr id="14" name="text-494">
            <a:extLst xmlns:a="http://schemas.openxmlformats.org/drawingml/2006/main">
              <a:ext uri="{FF2B5EF4-FFF2-40B4-BE49-F238E27FC236}">
                <a16:creationId xmlns:a16="http://schemas.microsoft.com/office/drawing/2014/main" id="{C94F28EE-15F9-492C-9207-187CF935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495">
            <a:extLst xmlns:a="http://schemas.openxmlformats.org/drawingml/2006/main">
              <a:ext uri="{FF2B5EF4-FFF2-40B4-BE49-F238E27FC236}">
                <a16:creationId xmlns:a16="http://schemas.microsoft.com/office/drawing/2014/main" id="{951E5857-6F7C-44F8-B8FD-82F204EE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點開引用，保存一個可用輸出與一個待修正處</a:t>
            </a:r>
          </a:p>
        </p:txBody>
      </p:sp>
      <p:sp>
        <p:nvSpPr>
          <p:cNvPr id="16" name="shape-496">
            <a:extLst xmlns:a="http://schemas.openxmlformats.org/drawingml/2006/main">
              <a:ext uri="{FF2B5EF4-FFF2-40B4-BE49-F238E27FC236}">
                <a16:creationId xmlns:a16="http://schemas.microsoft.com/office/drawing/2014/main" id="{17DFAEE7-F420-44B4-93C0-97DD919C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97">
            <a:extLst xmlns:a="http://schemas.openxmlformats.org/drawingml/2006/main">
              <a:ext uri="{FF2B5EF4-FFF2-40B4-BE49-F238E27FC236}">
                <a16:creationId xmlns:a16="http://schemas.microsoft.com/office/drawing/2014/main" id="{A96E937E-0F14-4E5E-B172-E8184D438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98">
            <a:extLst xmlns:a="http://schemas.openxmlformats.org/drawingml/2006/main">
              <a:ext uri="{FF2B5EF4-FFF2-40B4-BE49-F238E27FC236}">
                <a16:creationId xmlns:a16="http://schemas.microsoft.com/office/drawing/2014/main" id="{5EDE8819-C636-4F3A-928E-2A359374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來源來自 GitHub／公開教材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個引用可追查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完成一個能進入課堂的輸出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記錄一個需人工修正的地方</a:t>
            </a:r>
          </a:p>
        </p:txBody>
      </p:sp>
      <p:sp>
        <p:nvSpPr>
          <p:cNvPr id="19" name="text-916">
            <a:extLst xmlns:a="http://schemas.openxmlformats.org/drawingml/2006/main">
              <a:ext uri="{FF2B5EF4-FFF2-40B4-BE49-F238E27FC236}">
                <a16:creationId xmlns:a16="http://schemas.microsoft.com/office/drawing/2014/main" id="{BA0DB607-ADAD-4778-B335-10D5AE73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be7a7636f144b5"/>
              </a:rPr>
              <a:t>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8ce6662d8d145ef"/>
              </a:rPr>
              <a:t>Cockpit ↗</a:t>
            </a:r>
          </a:p>
        </p:txBody>
      </p:sp>
      <p:sp>
        <p:nvSpPr>
          <p:cNvPr id="20" name="shape-966">
            <a:extLst xmlns:a="http://schemas.openxmlformats.org/drawingml/2006/main">
              <a:ext uri="{FF2B5EF4-FFF2-40B4-BE49-F238E27FC236}">
                <a16:creationId xmlns:a16="http://schemas.microsoft.com/office/drawing/2014/main" id="{B6FFA549-215B-4961-850D-4C6B73C3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99d36a31aa46e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967">
            <a:extLst xmlns:a="http://schemas.openxmlformats.org/drawingml/2006/main">
              <a:ext uri="{FF2B5EF4-FFF2-40B4-BE49-F238E27FC236}">
                <a16:creationId xmlns:a16="http://schemas.microsoft.com/office/drawing/2014/main" id="{D9873D6C-EFD1-4B7B-A795-C161C48A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fbbf20bedb421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968">
            <a:extLst xmlns:a="http://schemas.openxmlformats.org/drawingml/2006/main">
              <a:ext uri="{FF2B5EF4-FFF2-40B4-BE49-F238E27FC236}">
                <a16:creationId xmlns:a16="http://schemas.microsoft.com/office/drawing/2014/main" id="{A6AD6900-C057-4174-9531-B3F6EED2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183836359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499">
            <a:extLst xmlns:a="http://schemas.openxmlformats.org/drawingml/2006/main">
              <a:ext uri="{FF2B5EF4-FFF2-40B4-BE49-F238E27FC236}">
                <a16:creationId xmlns:a16="http://schemas.microsoft.com/office/drawing/2014/main" id="{F945CB30-7E0B-436E-BE2A-46221D27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FB4F03-C355-4481-B4E0-6F5D218E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50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01">
            <a:extLst xmlns:a="http://schemas.openxmlformats.org/drawingml/2006/main">
              <a:ext uri="{FF2B5EF4-FFF2-40B4-BE49-F238E27FC236}">
                <a16:creationId xmlns:a16="http://schemas.microsoft.com/office/drawing/2014/main" id="{6EEBCB10-9F80-4277-AA9A-AAF117C0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DCDCAE3-9BC6-46EE-AF9D-76E4F230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502">
            <a:extLst xmlns:a="http://schemas.openxmlformats.org/drawingml/2006/main">
              <a:ext uri="{FF2B5EF4-FFF2-40B4-BE49-F238E27FC236}">
                <a16:creationId xmlns:a16="http://schemas.microsoft.com/office/drawing/2014/main" id="{72DBA130-578F-4334-A9AF-3F4956F8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03">
            <a:extLst xmlns:a="http://schemas.openxmlformats.org/drawingml/2006/main">
              <a:ext uri="{FF2B5EF4-FFF2-40B4-BE49-F238E27FC236}">
                <a16:creationId xmlns:a16="http://schemas.microsoft.com/office/drawing/2014/main" id="{A0D81905-3569-41AA-B5FE-AB9D3090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504">
            <a:extLst xmlns:a="http://schemas.openxmlformats.org/drawingml/2006/main">
              <a:ext uri="{FF2B5EF4-FFF2-40B4-BE49-F238E27FC236}">
                <a16:creationId xmlns:a16="http://schemas.microsoft.com/office/drawing/2014/main" id="{ABE5C2FF-9E4E-4518-8051-5EA7C085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505">
            <a:extLst xmlns:a="http://schemas.openxmlformats.org/drawingml/2006/main">
              <a:ext uri="{FF2B5EF4-FFF2-40B4-BE49-F238E27FC236}">
                <a16:creationId xmlns:a16="http://schemas.microsoft.com/office/drawing/2014/main" id="{7E304377-016C-4D49-99D1-11CACF65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506">
            <a:extLst xmlns:a="http://schemas.openxmlformats.org/drawingml/2006/main">
              <a:ext uri="{FF2B5EF4-FFF2-40B4-BE49-F238E27FC236}">
                <a16:creationId xmlns:a16="http://schemas.microsoft.com/office/drawing/2014/main" id="{F4D1BD5D-50B4-4312-A654-15213E3E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07">
            <a:extLst xmlns:a="http://schemas.openxmlformats.org/drawingml/2006/main">
              <a:ext uri="{FF2B5EF4-FFF2-40B4-BE49-F238E27FC236}">
                <a16:creationId xmlns:a16="http://schemas.microsoft.com/office/drawing/2014/main" id="{497522B8-5F97-4F71-A310-C58960D6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508">
            <a:extLst xmlns:a="http://schemas.openxmlformats.org/drawingml/2006/main">
              <a:ext uri="{FF2B5EF4-FFF2-40B4-BE49-F238E27FC236}">
                <a16:creationId xmlns:a16="http://schemas.microsoft.com/office/drawing/2014/main" id="{6A784EBA-CDEB-4E16-8634-597C3921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509">
            <a:extLst xmlns:a="http://schemas.openxmlformats.org/drawingml/2006/main">
              <a:ext uri="{FF2B5EF4-FFF2-40B4-BE49-F238E27FC236}">
                <a16:creationId xmlns:a16="http://schemas.microsoft.com/office/drawing/2014/main" id="{1FD5782E-04DB-4880-9256-FB87C7B1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510">
            <a:extLst xmlns:a="http://schemas.openxmlformats.org/drawingml/2006/main">
              <a:ext uri="{FF2B5EF4-FFF2-40B4-BE49-F238E27FC236}">
                <a16:creationId xmlns:a16="http://schemas.microsoft.com/office/drawing/2014/main" id="{BC8D3B0F-5C03-4EA9-AAB0-8378FB87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11">
            <a:extLst xmlns:a="http://schemas.openxmlformats.org/drawingml/2006/main">
              <a:ext uri="{FF2B5EF4-FFF2-40B4-BE49-F238E27FC236}">
                <a16:creationId xmlns:a16="http://schemas.microsoft.com/office/drawing/2014/main" id="{9B3A8C4A-DC56-4550-BBCF-23517FD1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512">
            <a:extLst xmlns:a="http://schemas.openxmlformats.org/drawingml/2006/main">
              <a:ext uri="{FF2B5EF4-FFF2-40B4-BE49-F238E27FC236}">
                <a16:creationId xmlns:a16="http://schemas.microsoft.com/office/drawing/2014/main" id="{D2FE211F-78E2-476A-B3DA-5EB0D45A3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513">
            <a:extLst xmlns:a="http://schemas.openxmlformats.org/drawingml/2006/main">
              <a:ext uri="{FF2B5EF4-FFF2-40B4-BE49-F238E27FC236}">
                <a16:creationId xmlns:a16="http://schemas.microsoft.com/office/drawing/2014/main" id="{D5C132CA-B7A9-4D9F-9EED-9311FB22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912">
            <a:extLst xmlns:a="http://schemas.openxmlformats.org/drawingml/2006/main">
              <a:ext uri="{FF2B5EF4-FFF2-40B4-BE49-F238E27FC236}">
                <a16:creationId xmlns:a16="http://schemas.microsoft.com/office/drawing/2014/main" id="{0B874E19-8F65-467E-97C1-F781CE02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0bef5b189b4d29"/>
              </a:rPr>
              <a:t>開啟 Gemini Notebook ↗</a:t>
            </a:r>
          </a:p>
        </p:txBody>
      </p:sp>
      <p:sp>
        <p:nvSpPr>
          <p:cNvPr id="19" name="shape-956">
            <a:extLst xmlns:a="http://schemas.openxmlformats.org/drawingml/2006/main">
              <a:ext uri="{FF2B5EF4-FFF2-40B4-BE49-F238E27FC236}">
                <a16:creationId xmlns:a16="http://schemas.microsoft.com/office/drawing/2014/main" id="{7D3FA1C8-5553-4256-A928-2FFF3408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6f578aa75b4b0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957">
            <a:extLst xmlns:a="http://schemas.openxmlformats.org/drawingml/2006/main">
              <a:ext uri="{FF2B5EF4-FFF2-40B4-BE49-F238E27FC236}">
                <a16:creationId xmlns:a16="http://schemas.microsoft.com/office/drawing/2014/main" id="{446C4371-2BA0-4409-8A5E-599AFE48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99177239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14">
            <a:extLst xmlns:a="http://schemas.openxmlformats.org/drawingml/2006/main">
              <a:ext uri="{FF2B5EF4-FFF2-40B4-BE49-F238E27FC236}">
                <a16:creationId xmlns:a16="http://schemas.microsoft.com/office/drawing/2014/main" id="{A6DD8BFC-4566-46C5-85B4-161DEE51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COCKPIT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B653A1-4F81-4D46-9AD0-F48157E0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教學駕駛艙如何接住 Gemini Notebook 的產出</a:t>
            </a:r>
          </a:p>
        </p:txBody>
      </p:sp>
      <p:cxnSp>
        <p:nvCxnSpPr>
          <p:cNvPr id="28" name="shape-5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16">
            <a:extLst xmlns:a="http://schemas.openxmlformats.org/drawingml/2006/main">
              <a:ext uri="{FF2B5EF4-FFF2-40B4-BE49-F238E27FC236}">
                <a16:creationId xmlns:a16="http://schemas.microsoft.com/office/drawing/2014/main" id="{1203F703-6823-43AF-80EC-AC04BAC7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5A5F0E8-57A5-4085-90DB-53F2C65C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517">
            <a:extLst xmlns:a="http://schemas.openxmlformats.org/drawingml/2006/main">
              <a:ext uri="{FF2B5EF4-FFF2-40B4-BE49-F238E27FC236}">
                <a16:creationId xmlns:a16="http://schemas.microsoft.com/office/drawing/2014/main" id="{E96EF906-701A-4287-A80F-A53923CB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18">
            <a:extLst xmlns:a="http://schemas.openxmlformats.org/drawingml/2006/main">
              <a:ext uri="{FF2B5EF4-FFF2-40B4-BE49-F238E27FC236}">
                <a16:creationId xmlns:a16="http://schemas.microsoft.com/office/drawing/2014/main" id="{D68CC75B-9250-4519-BB8E-1E156846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519">
            <a:extLst xmlns:a="http://schemas.openxmlformats.org/drawingml/2006/main">
              <a:ext uri="{FF2B5EF4-FFF2-40B4-BE49-F238E27FC236}">
                <a16:creationId xmlns:a16="http://schemas.microsoft.com/office/drawing/2014/main" id="{B78C60C1-4A7A-4842-9439-F0B2B653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課程導讀</a:t>
            </a:r>
          </a:p>
        </p:txBody>
      </p:sp>
      <p:sp>
        <p:nvSpPr>
          <p:cNvPr id="9" name="text-520">
            <a:extLst xmlns:a="http://schemas.openxmlformats.org/drawingml/2006/main">
              <a:ext uri="{FF2B5EF4-FFF2-40B4-BE49-F238E27FC236}">
                <a16:creationId xmlns:a16="http://schemas.microsoft.com/office/drawing/2014/main" id="{B348CB19-6E4A-412C-A4F0-E5F16D8D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README 與單元頁整理學習目標、先備知識與學習路徑。</a:t>
            </a:r>
          </a:p>
        </p:txBody>
      </p:sp>
      <p:sp>
        <p:nvSpPr>
          <p:cNvPr id="10" name="shape-521">
            <a:extLst xmlns:a="http://schemas.openxmlformats.org/drawingml/2006/main">
              <a:ext uri="{FF2B5EF4-FFF2-40B4-BE49-F238E27FC236}">
                <a16:creationId xmlns:a16="http://schemas.microsoft.com/office/drawing/2014/main" id="{5B3FFA75-9020-4D06-BEE2-8B634708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22">
            <a:extLst xmlns:a="http://schemas.openxmlformats.org/drawingml/2006/main">
              <a:ext uri="{FF2B5EF4-FFF2-40B4-BE49-F238E27FC236}">
                <a16:creationId xmlns:a16="http://schemas.microsoft.com/office/drawing/2014/main" id="{E1722FA0-725F-4D90-9267-AE46D65D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523">
            <a:extLst xmlns:a="http://schemas.openxmlformats.org/drawingml/2006/main">
              <a:ext uri="{FF2B5EF4-FFF2-40B4-BE49-F238E27FC236}">
                <a16:creationId xmlns:a16="http://schemas.microsoft.com/office/drawing/2014/main" id="{34B47259-0167-4D24-96D0-2919D035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影片／圖表</a:t>
            </a:r>
          </a:p>
        </p:txBody>
      </p:sp>
      <p:sp>
        <p:nvSpPr>
          <p:cNvPr id="13" name="text-524">
            <a:extLst xmlns:a="http://schemas.openxmlformats.org/drawingml/2006/main">
              <a:ext uri="{FF2B5EF4-FFF2-40B4-BE49-F238E27FC236}">
                <a16:creationId xmlns:a16="http://schemas.microsoft.com/office/drawing/2014/main" id="{8A3F0831-75E5-4713-BE8B-73BC7AAC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Notebook 生成的內容轉成課前導讀、課中提問或視覺化摘要。</a:t>
            </a:r>
          </a:p>
        </p:txBody>
      </p:sp>
      <p:sp>
        <p:nvSpPr>
          <p:cNvPr id="14" name="shape-525">
            <a:extLst xmlns:a="http://schemas.openxmlformats.org/drawingml/2006/main">
              <a:ext uri="{FF2B5EF4-FFF2-40B4-BE49-F238E27FC236}">
                <a16:creationId xmlns:a16="http://schemas.microsoft.com/office/drawing/2014/main" id="{27C3E09E-2FA9-468A-A94A-CEF0D064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26">
            <a:extLst xmlns:a="http://schemas.openxmlformats.org/drawingml/2006/main">
              <a:ext uri="{FF2B5EF4-FFF2-40B4-BE49-F238E27FC236}">
                <a16:creationId xmlns:a16="http://schemas.microsoft.com/office/drawing/2014/main" id="{77F967C8-710F-45A5-8F0A-E93B680E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527">
            <a:extLst xmlns:a="http://schemas.openxmlformats.org/drawingml/2006/main">
              <a:ext uri="{FF2B5EF4-FFF2-40B4-BE49-F238E27FC236}">
                <a16:creationId xmlns:a16="http://schemas.microsoft.com/office/drawing/2014/main" id="{11AC5A11-4123-4209-BF51-3D8A52EB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關卡</a:t>
            </a:r>
          </a:p>
        </p:txBody>
      </p:sp>
      <p:sp>
        <p:nvSpPr>
          <p:cNvPr id="17" name="text-528">
            <a:extLst xmlns:a="http://schemas.openxmlformats.org/drawingml/2006/main">
              <a:ext uri="{FF2B5EF4-FFF2-40B4-BE49-F238E27FC236}">
                <a16:creationId xmlns:a16="http://schemas.microsoft.com/office/drawing/2014/main" id="{30B1B88F-F118-446D-BCB6-71355DC9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將來源中的概念轉成互動任務腳本，再交給 Canvas 做原型。</a:t>
            </a:r>
          </a:p>
        </p:txBody>
      </p:sp>
      <p:sp>
        <p:nvSpPr>
          <p:cNvPr id="18" name="shape-529">
            <a:extLst xmlns:a="http://schemas.openxmlformats.org/drawingml/2006/main">
              <a:ext uri="{FF2B5EF4-FFF2-40B4-BE49-F238E27FC236}">
                <a16:creationId xmlns:a16="http://schemas.microsoft.com/office/drawing/2014/main" id="{445914C3-E051-4751-B63A-72043E42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30">
            <a:extLst xmlns:a="http://schemas.openxmlformats.org/drawingml/2006/main">
              <a:ext uri="{FF2B5EF4-FFF2-40B4-BE49-F238E27FC236}">
                <a16:creationId xmlns:a16="http://schemas.microsoft.com/office/drawing/2014/main" id="{90CAF426-B3E4-44E9-A5BF-6A57B846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531">
            <a:extLst xmlns:a="http://schemas.openxmlformats.org/drawingml/2006/main">
              <a:ext uri="{FF2B5EF4-FFF2-40B4-BE49-F238E27FC236}">
                <a16:creationId xmlns:a16="http://schemas.microsoft.com/office/drawing/2014/main" id="{F4DD5299-EA97-4C29-8995-24B05266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教師共備</a:t>
            </a:r>
          </a:p>
        </p:txBody>
      </p:sp>
      <p:sp>
        <p:nvSpPr>
          <p:cNvPr id="21" name="text-532">
            <a:extLst xmlns:a="http://schemas.openxmlformats.org/drawingml/2006/main">
              <a:ext uri="{FF2B5EF4-FFF2-40B4-BE49-F238E27FC236}">
                <a16:creationId xmlns:a16="http://schemas.microsoft.com/office/drawing/2014/main" id="{0FF79178-B50C-41BF-8BEA-A2659BCD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輸出可共編的備課摘要、活動流程與證據，回到駕駛艙持續更新。</a:t>
            </a:r>
          </a:p>
        </p:txBody>
      </p:sp>
      <p:sp>
        <p:nvSpPr>
          <p:cNvPr id="22" name="text-913">
            <a:extLst xmlns:a="http://schemas.openxmlformats.org/drawingml/2006/main">
              <a:ext uri="{FF2B5EF4-FFF2-40B4-BE49-F238E27FC236}">
                <a16:creationId xmlns:a16="http://schemas.microsoft.com/office/drawing/2014/main" id="{385A51BB-27C8-4C68-BE9F-50B86574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fe557a2738f4807"/>
              </a:rPr>
              <a:t>開啟 Gemini Notebook ↗</a:t>
            </a:r>
          </a:p>
        </p:txBody>
      </p:sp>
      <p:sp>
        <p:nvSpPr>
          <p:cNvPr id="23" name="shape-958">
            <a:extLst xmlns:a="http://schemas.openxmlformats.org/drawingml/2006/main">
              <a:ext uri="{FF2B5EF4-FFF2-40B4-BE49-F238E27FC236}">
                <a16:creationId xmlns:a16="http://schemas.microsoft.com/office/drawing/2014/main" id="{C6C45C9E-38BB-46C7-BA59-3E750A13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17e352105b40b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59">
            <a:extLst xmlns:a="http://schemas.openxmlformats.org/drawingml/2006/main">
              <a:ext uri="{FF2B5EF4-FFF2-40B4-BE49-F238E27FC236}">
                <a16:creationId xmlns:a16="http://schemas.microsoft.com/office/drawing/2014/main" id="{B8C09827-E00E-4707-B859-09C7641A6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78797119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33">
            <a:extLst xmlns:a="http://schemas.openxmlformats.org/drawingml/2006/main">
              <a:ext uri="{FF2B5EF4-FFF2-40B4-BE49-F238E27FC236}">
                <a16:creationId xmlns:a16="http://schemas.microsoft.com/office/drawing/2014/main" id="{A7434394-EF5E-4B56-B913-555C05F4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1BB0C8-56E0-44BE-9293-21A92C439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5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35">
            <a:extLst xmlns:a="http://schemas.openxmlformats.org/drawingml/2006/main">
              <a:ext uri="{FF2B5EF4-FFF2-40B4-BE49-F238E27FC236}">
                <a16:creationId xmlns:a16="http://schemas.microsoft.com/office/drawing/2014/main" id="{23B7B8CB-4BB3-4C9C-B005-2A9F7BA8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1FB0DD5-A404-40F6-8CF7-C3EBC763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shape-536">
            <a:extLst xmlns:a="http://schemas.openxmlformats.org/drawingml/2006/main">
              <a:ext uri="{FF2B5EF4-FFF2-40B4-BE49-F238E27FC236}">
                <a16:creationId xmlns:a16="http://schemas.microsoft.com/office/drawing/2014/main" id="{AAC5A1B7-1086-450C-AB92-FA7B17EA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37">
            <a:extLst xmlns:a="http://schemas.openxmlformats.org/drawingml/2006/main">
              <a:ext uri="{FF2B5EF4-FFF2-40B4-BE49-F238E27FC236}">
                <a16:creationId xmlns:a16="http://schemas.microsoft.com/office/drawing/2014/main" id="{116EA5A3-0C17-482E-862F-5F8B9CD0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538">
            <a:extLst xmlns:a="http://schemas.openxmlformats.org/drawingml/2006/main">
              <a:ext uri="{FF2B5EF4-FFF2-40B4-BE49-F238E27FC236}">
                <a16:creationId xmlns:a16="http://schemas.microsoft.com/office/drawing/2014/main" id="{A7B6D9B3-DE0F-496D-8F41-1453D499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539">
            <a:extLst xmlns:a="http://schemas.openxmlformats.org/drawingml/2006/main">
              <a:ext uri="{FF2B5EF4-FFF2-40B4-BE49-F238E27FC236}">
                <a16:creationId xmlns:a16="http://schemas.microsoft.com/office/drawing/2014/main" id="{D388A3FE-9F2A-4499-BC15-5BF01866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540">
            <a:extLst xmlns:a="http://schemas.openxmlformats.org/drawingml/2006/main">
              <a:ext uri="{FF2B5EF4-FFF2-40B4-BE49-F238E27FC236}">
                <a16:creationId xmlns:a16="http://schemas.microsoft.com/office/drawing/2014/main" id="{6A0D02B7-86DF-480F-A451-C0690AF1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41">
            <a:extLst xmlns:a="http://schemas.openxmlformats.org/drawingml/2006/main">
              <a:ext uri="{FF2B5EF4-FFF2-40B4-BE49-F238E27FC236}">
                <a16:creationId xmlns:a16="http://schemas.microsoft.com/office/drawing/2014/main" id="{D406D5D4-0531-4806-8277-2D4D4FF3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542">
            <a:extLst xmlns:a="http://schemas.openxmlformats.org/drawingml/2006/main">
              <a:ext uri="{FF2B5EF4-FFF2-40B4-BE49-F238E27FC236}">
                <a16:creationId xmlns:a16="http://schemas.microsoft.com/office/drawing/2014/main" id="{763EA2B7-0693-41F9-8AF5-69BF3FFB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543">
            <a:extLst xmlns:a="http://schemas.openxmlformats.org/drawingml/2006/main">
              <a:ext uri="{FF2B5EF4-FFF2-40B4-BE49-F238E27FC236}">
                <a16:creationId xmlns:a16="http://schemas.microsoft.com/office/drawing/2014/main" id="{82A7D0B4-FAE2-49F3-ACCE-62BC765D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544">
            <a:extLst xmlns:a="http://schemas.openxmlformats.org/drawingml/2006/main">
              <a:ext uri="{FF2B5EF4-FFF2-40B4-BE49-F238E27FC236}">
                <a16:creationId xmlns:a16="http://schemas.microsoft.com/office/drawing/2014/main" id="{DBA91027-796D-4845-B622-F52BB2F98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45">
            <a:extLst xmlns:a="http://schemas.openxmlformats.org/drawingml/2006/main">
              <a:ext uri="{FF2B5EF4-FFF2-40B4-BE49-F238E27FC236}">
                <a16:creationId xmlns:a16="http://schemas.microsoft.com/office/drawing/2014/main" id="{449A4D18-6A92-4066-8F93-15D1CC09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546">
            <a:extLst xmlns:a="http://schemas.openxmlformats.org/drawingml/2006/main">
              <a:ext uri="{FF2B5EF4-FFF2-40B4-BE49-F238E27FC236}">
                <a16:creationId xmlns:a16="http://schemas.microsoft.com/office/drawing/2014/main" id="{F0EF1D95-2D71-49F6-83CB-D2B89573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547">
            <a:extLst xmlns:a="http://schemas.openxmlformats.org/drawingml/2006/main">
              <a:ext uri="{FF2B5EF4-FFF2-40B4-BE49-F238E27FC236}">
                <a16:creationId xmlns:a16="http://schemas.microsoft.com/office/drawing/2014/main" id="{7B9C0491-1AF1-4959-9C0E-A8455DD0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548">
            <a:extLst xmlns:a="http://schemas.openxmlformats.org/drawingml/2006/main">
              <a:ext uri="{FF2B5EF4-FFF2-40B4-BE49-F238E27FC236}">
                <a16:creationId xmlns:a16="http://schemas.microsoft.com/office/drawing/2014/main" id="{4C0E5A8B-6DD9-4DE7-B38C-4F59928E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49">
            <a:extLst xmlns:a="http://schemas.openxmlformats.org/drawingml/2006/main">
              <a:ext uri="{FF2B5EF4-FFF2-40B4-BE49-F238E27FC236}">
                <a16:creationId xmlns:a16="http://schemas.microsoft.com/office/drawing/2014/main" id="{D2A5D365-7DE7-463E-B1FE-69B0B232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550">
            <a:extLst xmlns:a="http://schemas.openxmlformats.org/drawingml/2006/main">
              <a:ext uri="{FF2B5EF4-FFF2-40B4-BE49-F238E27FC236}">
                <a16:creationId xmlns:a16="http://schemas.microsoft.com/office/drawing/2014/main" id="{A577807A-EF8A-4B1C-A6A8-3FBBBBC0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551">
            <a:extLst xmlns:a="http://schemas.openxmlformats.org/drawingml/2006/main">
              <a:ext uri="{FF2B5EF4-FFF2-40B4-BE49-F238E27FC236}">
                <a16:creationId xmlns:a16="http://schemas.microsoft.com/office/drawing/2014/main" id="{4EC117FD-CB71-47D1-9ACE-011B85B0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914">
            <a:extLst xmlns:a="http://schemas.openxmlformats.org/drawingml/2006/main">
              <a:ext uri="{FF2B5EF4-FFF2-40B4-BE49-F238E27FC236}">
                <a16:creationId xmlns:a16="http://schemas.microsoft.com/office/drawing/2014/main" id="{E7A47D3E-025A-45D4-8794-13818D09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3679a84f5b6410f"/>
              </a:rPr>
              <a:t>開啟 Gemini Notebook ↗</a:t>
            </a:r>
          </a:p>
        </p:txBody>
      </p:sp>
      <p:sp>
        <p:nvSpPr>
          <p:cNvPr id="23" name="shape-960">
            <a:extLst xmlns:a="http://schemas.openxmlformats.org/drawingml/2006/main">
              <a:ext uri="{FF2B5EF4-FFF2-40B4-BE49-F238E27FC236}">
                <a16:creationId xmlns:a16="http://schemas.microsoft.com/office/drawing/2014/main" id="{39438B8D-A362-4E58-9BBF-864A80E6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b7e56e4ddc46f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61">
            <a:extLst xmlns:a="http://schemas.openxmlformats.org/drawingml/2006/main">
              <a:ext uri="{FF2B5EF4-FFF2-40B4-BE49-F238E27FC236}">
                <a16:creationId xmlns:a16="http://schemas.microsoft.com/office/drawing/2014/main" id="{3393F501-7B4F-47FA-B57B-FE173619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0645071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552">
            <a:extLst xmlns:a="http://schemas.openxmlformats.org/drawingml/2006/main">
              <a:ext uri="{FF2B5EF4-FFF2-40B4-BE49-F238E27FC236}">
                <a16:creationId xmlns:a16="http://schemas.microsoft.com/office/drawing/2014/main" id="{490540DB-ACCA-479B-8374-BCC28CDB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553">
            <a:extLst xmlns:a="http://schemas.openxmlformats.org/drawingml/2006/main">
              <a:ext uri="{FF2B5EF4-FFF2-40B4-BE49-F238E27FC236}">
                <a16:creationId xmlns:a16="http://schemas.microsoft.com/office/drawing/2014/main" id="{8BF70698-EAEB-4EBE-9EF6-E9833827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554">
            <a:extLst xmlns:a="http://schemas.openxmlformats.org/drawingml/2006/main">
              <a:ext uri="{FF2B5EF4-FFF2-40B4-BE49-F238E27FC236}">
                <a16:creationId xmlns:a16="http://schemas.microsoft.com/office/drawing/2014/main" id="{89375C39-2233-4836-AF5E-57BF0B85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555">
            <a:extLst xmlns:a="http://schemas.openxmlformats.org/drawingml/2006/main">
              <a:ext uri="{FF2B5EF4-FFF2-40B4-BE49-F238E27FC236}">
                <a16:creationId xmlns:a16="http://schemas.microsoft.com/office/drawing/2014/main" id="{023ECBC5-204E-407E-857C-93B19508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556">
            <a:extLst xmlns:a="http://schemas.openxmlformats.org/drawingml/2006/main">
              <a:ext uri="{FF2B5EF4-FFF2-40B4-BE49-F238E27FC236}">
                <a16:creationId xmlns:a16="http://schemas.microsoft.com/office/drawing/2014/main" id="{898C1DF2-28FA-4D95-BF68-5E697E199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5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558">
            <a:extLst xmlns:a="http://schemas.openxmlformats.org/drawingml/2006/main">
              <a:ext uri="{FF2B5EF4-FFF2-40B4-BE49-F238E27FC236}">
                <a16:creationId xmlns:a16="http://schemas.microsoft.com/office/drawing/2014/main" id="{5B7D758A-1EBD-42C6-B674-A4F7D229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BC5B384-B9EE-4477-9E0A-5DAABD95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9" name="text-917">
            <a:extLst xmlns:a="http://schemas.openxmlformats.org/drawingml/2006/main">
              <a:ext uri="{FF2B5EF4-FFF2-40B4-BE49-F238E27FC236}">
                <a16:creationId xmlns:a16="http://schemas.microsoft.com/office/drawing/2014/main" id="{16ECAC89-1B59-401B-9521-17994744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8f60a5255bc4301"/>
              </a:rPr>
              <a:t>建立／查看 Gem ↗</a:t>
            </a:r>
          </a:p>
        </p:txBody>
      </p:sp>
      <p:sp>
        <p:nvSpPr>
          <p:cNvPr id="10" name="shape-969">
            <a:extLst xmlns:a="http://schemas.openxmlformats.org/drawingml/2006/main">
              <a:ext uri="{FF2B5EF4-FFF2-40B4-BE49-F238E27FC236}">
                <a16:creationId xmlns:a16="http://schemas.microsoft.com/office/drawing/2014/main" id="{1A65222D-0B28-48A0-B44A-D8ABC33B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7e47d783bd432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70">
            <a:extLst xmlns:a="http://schemas.openxmlformats.org/drawingml/2006/main">
              <a:ext uri="{FF2B5EF4-FFF2-40B4-BE49-F238E27FC236}">
                <a16:creationId xmlns:a16="http://schemas.microsoft.com/office/drawing/2014/main" id="{EF96ACC3-38A8-4A1B-8B3C-A8089673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2672452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559">
            <a:extLst xmlns:a="http://schemas.openxmlformats.org/drawingml/2006/main">
              <a:ext uri="{FF2B5EF4-FFF2-40B4-BE49-F238E27FC236}">
                <a16:creationId xmlns:a16="http://schemas.microsoft.com/office/drawing/2014/main" id="{3E3B3464-1202-4337-9FE2-4F21C54E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582E76-8DC7-40F0-A684-5CC16136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5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1">
            <a:extLst xmlns:a="http://schemas.openxmlformats.org/drawingml/2006/main">
              <a:ext uri="{FF2B5EF4-FFF2-40B4-BE49-F238E27FC236}">
                <a16:creationId xmlns:a16="http://schemas.microsoft.com/office/drawing/2014/main" id="{A48B7733-6FF1-4C01-A153-47388A90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25315C-D638-4BE0-B2BF-17815669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562">
            <a:extLst xmlns:a="http://schemas.openxmlformats.org/drawingml/2006/main">
              <a:ext uri="{FF2B5EF4-FFF2-40B4-BE49-F238E27FC236}">
                <a16:creationId xmlns:a16="http://schemas.microsoft.com/office/drawing/2014/main" id="{0FAD2619-A9AF-45C5-AA3C-900196CB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563">
            <a:extLst xmlns:a="http://schemas.openxmlformats.org/drawingml/2006/main">
              <a:ext uri="{FF2B5EF4-FFF2-40B4-BE49-F238E27FC236}">
                <a16:creationId xmlns:a16="http://schemas.microsoft.com/office/drawing/2014/main" id="{664B7BCD-512D-42D5-9081-4009A896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564">
            <a:extLst xmlns:a="http://schemas.openxmlformats.org/drawingml/2006/main">
              <a:ext uri="{FF2B5EF4-FFF2-40B4-BE49-F238E27FC236}">
                <a16:creationId xmlns:a16="http://schemas.microsoft.com/office/drawing/2014/main" id="{B3B8A361-9472-4594-9944-10BC1ABD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565">
            <a:extLst xmlns:a="http://schemas.openxmlformats.org/drawingml/2006/main">
              <a:ext uri="{FF2B5EF4-FFF2-40B4-BE49-F238E27FC236}">
                <a16:creationId xmlns:a16="http://schemas.microsoft.com/office/drawing/2014/main" id="{58393EBF-A3D2-48B9-925E-948F88C3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566">
            <a:extLst xmlns:a="http://schemas.openxmlformats.org/drawingml/2006/main">
              <a:ext uri="{FF2B5EF4-FFF2-40B4-BE49-F238E27FC236}">
                <a16:creationId xmlns:a16="http://schemas.microsoft.com/office/drawing/2014/main" id="{46518C28-FB84-4F71-AE58-3207B13A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567">
            <a:extLst xmlns:a="http://schemas.openxmlformats.org/drawingml/2006/main">
              <a:ext uri="{FF2B5EF4-FFF2-40B4-BE49-F238E27FC236}">
                <a16:creationId xmlns:a16="http://schemas.microsoft.com/office/drawing/2014/main" id="{C2EDF2B8-3E08-4DD7-A46D-3A69A33BF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918">
            <a:extLst xmlns:a="http://schemas.openxmlformats.org/drawingml/2006/main">
              <a:ext uri="{FF2B5EF4-FFF2-40B4-BE49-F238E27FC236}">
                <a16:creationId xmlns:a16="http://schemas.microsoft.com/office/drawing/2014/main" id="{7E06A2C4-731F-484A-952D-FB36F449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1acb6df9f8744e6"/>
              </a:rPr>
              <a:t>建立／查看 Gem ↗</a:t>
            </a:r>
          </a:p>
        </p:txBody>
      </p:sp>
      <p:sp>
        <p:nvSpPr>
          <p:cNvPr id="13" name="shape-971">
            <a:extLst xmlns:a="http://schemas.openxmlformats.org/drawingml/2006/main">
              <a:ext uri="{FF2B5EF4-FFF2-40B4-BE49-F238E27FC236}">
                <a16:creationId xmlns:a16="http://schemas.microsoft.com/office/drawing/2014/main" id="{7A9825A6-054F-4C5F-899D-39CF560A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086f8f4afa43e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972">
            <a:extLst xmlns:a="http://schemas.openxmlformats.org/drawingml/2006/main">
              <a:ext uri="{FF2B5EF4-FFF2-40B4-BE49-F238E27FC236}">
                <a16:creationId xmlns:a16="http://schemas.microsoft.com/office/drawing/2014/main" id="{F221E84D-4648-4DAB-94D5-E972BACF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68214059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68">
            <a:extLst xmlns:a="http://schemas.openxmlformats.org/drawingml/2006/main">
              <a:ext uri="{FF2B5EF4-FFF2-40B4-BE49-F238E27FC236}">
                <a16:creationId xmlns:a16="http://schemas.microsoft.com/office/drawing/2014/main" id="{52189A36-F7D0-4E4B-9D0B-4ABE0841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EXISTING GEM → REUSABLE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CCE7EE-B2DD-4266-9217-CC94B101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示範：從帳號既有 Gem 反向拆解</a:t>
            </a:r>
          </a:p>
        </p:txBody>
      </p:sp>
      <p:cxnSp>
        <p:nvCxnSpPr>
          <p:cNvPr id="28" name="shape-56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70">
            <a:extLst xmlns:a="http://schemas.openxmlformats.org/drawingml/2006/main">
              <a:ext uri="{FF2B5EF4-FFF2-40B4-BE49-F238E27FC236}">
                <a16:creationId xmlns:a16="http://schemas.microsoft.com/office/drawing/2014/main" id="{0F2BE1BF-DD58-4E15-B8F5-32E986EA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BB083EF-A558-4101-B607-833CF370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571">
            <a:extLst xmlns:a="http://schemas.openxmlformats.org/drawingml/2006/main">
              <a:ext uri="{FF2B5EF4-FFF2-40B4-BE49-F238E27FC236}">
                <a16:creationId xmlns:a16="http://schemas.microsoft.com/office/drawing/2014/main" id="{DC2012B2-9026-44A4-9ABE-BB3AA87F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72">
            <a:extLst xmlns:a="http://schemas.openxmlformats.org/drawingml/2006/main">
              <a:ext uri="{FF2B5EF4-FFF2-40B4-BE49-F238E27FC236}">
                <a16:creationId xmlns:a16="http://schemas.microsoft.com/office/drawing/2014/main" id="{5014B63E-AF24-4B68-8216-EBAE928A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573">
            <a:extLst xmlns:a="http://schemas.openxmlformats.org/drawingml/2006/main">
              <a:ext uri="{FF2B5EF4-FFF2-40B4-BE49-F238E27FC236}">
                <a16:creationId xmlns:a16="http://schemas.microsoft.com/office/drawing/2014/main" id="{CF8A515C-4999-4FD5-A7FC-F56D545F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找到一個既有 Gem</a:t>
            </a:r>
          </a:p>
        </p:txBody>
      </p:sp>
      <p:sp>
        <p:nvSpPr>
          <p:cNvPr id="9" name="text-574">
            <a:extLst xmlns:a="http://schemas.openxmlformats.org/drawingml/2006/main">
              <a:ext uri="{FF2B5EF4-FFF2-40B4-BE49-F238E27FC236}">
                <a16:creationId xmlns:a16="http://schemas.microsoft.com/office/drawing/2014/main" id="{436784AB-4DB5-4E21-B47B-1C969B18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先看名稱、用途與最常用的一次輸出；不把私人內容直接放進公開簡報。</a:t>
            </a:r>
          </a:p>
        </p:txBody>
      </p:sp>
      <p:sp>
        <p:nvSpPr>
          <p:cNvPr id="10" name="shape-575">
            <a:extLst xmlns:a="http://schemas.openxmlformats.org/drawingml/2006/main">
              <a:ext uri="{FF2B5EF4-FFF2-40B4-BE49-F238E27FC236}">
                <a16:creationId xmlns:a16="http://schemas.microsoft.com/office/drawing/2014/main" id="{12574935-CC87-4D68-8DBE-9FBB29A6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76">
            <a:extLst xmlns:a="http://schemas.openxmlformats.org/drawingml/2006/main">
              <a:ext uri="{FF2B5EF4-FFF2-40B4-BE49-F238E27FC236}">
                <a16:creationId xmlns:a16="http://schemas.microsoft.com/office/drawing/2014/main" id="{C02730AE-1B44-432D-A5CA-0BA805A7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577">
            <a:extLst xmlns:a="http://schemas.openxmlformats.org/drawingml/2006/main">
              <a:ext uri="{FF2B5EF4-FFF2-40B4-BE49-F238E27FC236}">
                <a16:creationId xmlns:a16="http://schemas.microsoft.com/office/drawing/2014/main" id="{C08EB2BE-3971-4121-9113-5D55D201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拆出四格</a:t>
            </a:r>
          </a:p>
        </p:txBody>
      </p:sp>
      <p:sp>
        <p:nvSpPr>
          <p:cNvPr id="13" name="text-578">
            <a:extLst xmlns:a="http://schemas.openxmlformats.org/drawingml/2006/main">
              <a:ext uri="{FF2B5EF4-FFF2-40B4-BE49-F238E27FC236}">
                <a16:creationId xmlns:a16="http://schemas.microsoft.com/office/drawing/2014/main" id="{9C7080B3-4315-41DC-8F50-C7E126675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從既有指令辨認角色、任務、背景與格式，找出穩定與失敗的地方。</a:t>
            </a:r>
          </a:p>
        </p:txBody>
      </p:sp>
      <p:sp>
        <p:nvSpPr>
          <p:cNvPr id="14" name="shape-579">
            <a:extLst xmlns:a="http://schemas.openxmlformats.org/drawingml/2006/main">
              <a:ext uri="{FF2B5EF4-FFF2-40B4-BE49-F238E27FC236}">
                <a16:creationId xmlns:a16="http://schemas.microsoft.com/office/drawing/2014/main" id="{F12B1244-E34D-4158-A295-CCB8A97E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80">
            <a:extLst xmlns:a="http://schemas.openxmlformats.org/drawingml/2006/main">
              <a:ext uri="{FF2B5EF4-FFF2-40B4-BE49-F238E27FC236}">
                <a16:creationId xmlns:a16="http://schemas.microsoft.com/office/drawing/2014/main" id="{DA3E1DF7-E0CE-4C25-8E48-88C6A90F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581">
            <a:extLst xmlns:a="http://schemas.openxmlformats.org/drawingml/2006/main">
              <a:ext uri="{FF2B5EF4-FFF2-40B4-BE49-F238E27FC236}">
                <a16:creationId xmlns:a16="http://schemas.microsoft.com/office/drawing/2014/main" id="{55AB4311-D495-465C-AF34-3F015E64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改成研習版本</a:t>
            </a:r>
          </a:p>
        </p:txBody>
      </p:sp>
      <p:sp>
        <p:nvSpPr>
          <p:cNvPr id="17" name="text-582">
            <a:extLst xmlns:a="http://schemas.openxmlformats.org/drawingml/2006/main">
              <a:ext uri="{FF2B5EF4-FFF2-40B4-BE49-F238E27FC236}">
                <a16:creationId xmlns:a16="http://schemas.microsoft.com/office/drawing/2014/main" id="{92EC42AE-33E8-4A89-9E7E-EED9372C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保留有效步驟，再加入大學教師／研究社群的情境與安全邊界。</a:t>
            </a:r>
          </a:p>
        </p:txBody>
      </p:sp>
      <p:sp>
        <p:nvSpPr>
          <p:cNvPr id="18" name="shape-583">
            <a:extLst xmlns:a="http://schemas.openxmlformats.org/drawingml/2006/main">
              <a:ext uri="{FF2B5EF4-FFF2-40B4-BE49-F238E27FC236}">
                <a16:creationId xmlns:a16="http://schemas.microsoft.com/office/drawing/2014/main" id="{ACF60C77-DC55-4277-A58A-28CE0B7D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84">
            <a:extLst xmlns:a="http://schemas.openxmlformats.org/drawingml/2006/main">
              <a:ext uri="{FF2B5EF4-FFF2-40B4-BE49-F238E27FC236}">
                <a16:creationId xmlns:a16="http://schemas.microsoft.com/office/drawing/2014/main" id="{93CCA2A5-79A8-44CD-8754-445B951D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585">
            <a:extLst xmlns:a="http://schemas.openxmlformats.org/drawingml/2006/main">
              <a:ext uri="{FF2B5EF4-FFF2-40B4-BE49-F238E27FC236}">
                <a16:creationId xmlns:a16="http://schemas.microsoft.com/office/drawing/2014/main" id="{4BEE0FE5-DF53-4361-854D-3C62C712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壓力測試</a:t>
            </a:r>
          </a:p>
        </p:txBody>
      </p:sp>
      <p:sp>
        <p:nvSpPr>
          <p:cNvPr id="21" name="text-586">
            <a:extLst xmlns:a="http://schemas.openxmlformats.org/drawingml/2006/main">
              <a:ext uri="{FF2B5EF4-FFF2-40B4-BE49-F238E27FC236}">
                <a16:creationId xmlns:a16="http://schemas.microsoft.com/office/drawing/2014/main" id="{59E9CA44-1B4E-4FC6-B82A-1D93ACD8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用正常案例、資料不足與越界要求各測一次，留下可比較的證據。</a:t>
            </a:r>
          </a:p>
        </p:txBody>
      </p:sp>
      <p:sp>
        <p:nvSpPr>
          <p:cNvPr id="22" name="text-919">
            <a:extLst xmlns:a="http://schemas.openxmlformats.org/drawingml/2006/main">
              <a:ext uri="{FF2B5EF4-FFF2-40B4-BE49-F238E27FC236}">
                <a16:creationId xmlns:a16="http://schemas.microsoft.com/office/drawing/2014/main" id="{6EEBA6FA-FA69-43B2-9CB4-8D688AC7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7ff4a821cec45c8"/>
              </a:rPr>
              <a:t>建立／查看 Gem ↗</a:t>
            </a:r>
          </a:p>
        </p:txBody>
      </p:sp>
      <p:sp>
        <p:nvSpPr>
          <p:cNvPr id="23" name="shape-973">
            <a:extLst xmlns:a="http://schemas.openxmlformats.org/drawingml/2006/main">
              <a:ext uri="{FF2B5EF4-FFF2-40B4-BE49-F238E27FC236}">
                <a16:creationId xmlns:a16="http://schemas.microsoft.com/office/drawing/2014/main" id="{61648602-72D5-45E4-A81E-5421FB54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1ebdd345f1438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74">
            <a:extLst xmlns:a="http://schemas.openxmlformats.org/drawingml/2006/main">
              <a:ext uri="{FF2B5EF4-FFF2-40B4-BE49-F238E27FC236}">
                <a16:creationId xmlns:a16="http://schemas.microsoft.com/office/drawing/2014/main" id="{4AB4823D-0F65-42CF-BB6E-3886500B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92009258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587">
            <a:extLst xmlns:a="http://schemas.openxmlformats.org/drawingml/2006/main">
              <a:ext uri="{FF2B5EF4-FFF2-40B4-BE49-F238E27FC236}">
                <a16:creationId xmlns:a16="http://schemas.microsoft.com/office/drawing/2014/main" id="{1F22E69B-CD3C-463A-8AA0-0C49F419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7CDE2D7-B4EC-4609-8124-3FC0C94A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範例｜把既有 Gem 改造成「教學與研究設計教練」</a:t>
            </a:r>
          </a:p>
        </p:txBody>
      </p:sp>
      <p:cxnSp>
        <p:nvCxnSpPr>
          <p:cNvPr id="19" name="shape-58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89">
            <a:extLst xmlns:a="http://schemas.openxmlformats.org/drawingml/2006/main">
              <a:ext uri="{FF2B5EF4-FFF2-40B4-BE49-F238E27FC236}">
                <a16:creationId xmlns:a16="http://schemas.microsoft.com/office/drawing/2014/main" id="{3B60DDCA-177B-40E5-B963-8CA44AEA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DF5FC5D-D287-4E77-87B1-CFA5C2C5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text-590">
            <a:extLst xmlns:a="http://schemas.openxmlformats.org/drawingml/2006/main">
              <a:ext uri="{FF2B5EF4-FFF2-40B4-BE49-F238E27FC236}">
                <a16:creationId xmlns:a16="http://schemas.microsoft.com/office/drawing/2014/main" id="{CC2C1E62-6944-4E0C-BD06-921E5E18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請先讀取既有 Gem 的有效輸出習慣，再依以下規格工作。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角色與任務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先問課程／研究目標、對象、資料與困難。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保留有效步驟，提出 3 個可實作方案。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不替教師或研究者做最終決定。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以上傳資料與 Gemini Notebook 引用為優先；資料不足要明確指出。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輸出：摘要 → 可複製工作表 → 風險／人工確認。</a:t>
            </a:r>
          </a:p>
        </p:txBody>
      </p:sp>
      <p:sp>
        <p:nvSpPr>
          <p:cNvPr id="7" name="text-591">
            <a:extLst xmlns:a="http://schemas.openxmlformats.org/drawingml/2006/main">
              <a:ext uri="{FF2B5EF4-FFF2-40B4-BE49-F238E27FC236}">
                <a16:creationId xmlns:a16="http://schemas.microsoft.com/office/drawing/2014/main" id="{7CF3A642-59BD-4573-9FF4-D193750C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先辨識既有資產</a:t>
            </a:r>
          </a:p>
        </p:txBody>
      </p:sp>
      <p:sp>
        <p:nvSpPr>
          <p:cNvPr id="8" name="text-592">
            <a:extLst xmlns:a="http://schemas.openxmlformats.org/drawingml/2006/main">
              <a:ext uri="{FF2B5EF4-FFF2-40B4-BE49-F238E27FC236}">
                <a16:creationId xmlns:a16="http://schemas.microsoft.com/office/drawing/2014/main" id="{171BF667-AB54-40D0-8B46-AC43C3E5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先找出原本已經穩定的步驟，只改一個變因。</a:t>
            </a:r>
          </a:p>
        </p:txBody>
      </p:sp>
      <p:sp>
        <p:nvSpPr>
          <p:cNvPr id="9" name="text-593">
            <a:extLst xmlns:a="http://schemas.openxmlformats.org/drawingml/2006/main">
              <a:ext uri="{FF2B5EF4-FFF2-40B4-BE49-F238E27FC236}">
                <a16:creationId xmlns:a16="http://schemas.microsoft.com/office/drawing/2014/main" id="{BF089FC7-379B-41EB-A60A-7C9C2B02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594">
            <a:extLst xmlns:a="http://schemas.openxmlformats.org/drawingml/2006/main">
              <a:ext uri="{FF2B5EF4-FFF2-40B4-BE49-F238E27FC236}">
                <a16:creationId xmlns:a16="http://schemas.microsoft.com/office/drawing/2014/main" id="{7D22205A-7AB1-4335-9DD4-FB852712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595">
            <a:extLst xmlns:a="http://schemas.openxmlformats.org/drawingml/2006/main">
              <a:ext uri="{FF2B5EF4-FFF2-40B4-BE49-F238E27FC236}">
                <a16:creationId xmlns:a16="http://schemas.microsoft.com/office/drawing/2014/main" id="{2319F8D6-BB66-4C89-ADC5-0E799772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用反例驗收</a:t>
            </a:r>
          </a:p>
        </p:txBody>
      </p:sp>
      <p:sp>
        <p:nvSpPr>
          <p:cNvPr id="12" name="text-596">
            <a:extLst xmlns:a="http://schemas.openxmlformats.org/drawingml/2006/main">
              <a:ext uri="{FF2B5EF4-FFF2-40B4-BE49-F238E27FC236}">
                <a16:creationId xmlns:a16="http://schemas.microsoft.com/office/drawing/2014/main" id="{DB700BAF-7946-4985-ABDE-2F59457E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資料不足或要求越界時，也要能追問、拒絕或標記未確認。</a:t>
            </a:r>
          </a:p>
        </p:txBody>
      </p:sp>
      <p:sp>
        <p:nvSpPr>
          <p:cNvPr id="13" name="text-920">
            <a:extLst xmlns:a="http://schemas.openxmlformats.org/drawingml/2006/main">
              <a:ext uri="{FF2B5EF4-FFF2-40B4-BE49-F238E27FC236}">
                <a16:creationId xmlns:a16="http://schemas.microsoft.com/office/drawing/2014/main" id="{8ADF9C05-2BA3-48B9-BFDA-7AD24AD6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ce0e4c910314ccd"/>
              </a:rPr>
              <a:t>建立／查看 Gem ↗</a:t>
            </a:r>
          </a:p>
        </p:txBody>
      </p:sp>
      <p:sp>
        <p:nvSpPr>
          <p:cNvPr id="14" name="shape-975">
            <a:extLst xmlns:a="http://schemas.openxmlformats.org/drawingml/2006/main">
              <a:ext uri="{FF2B5EF4-FFF2-40B4-BE49-F238E27FC236}">
                <a16:creationId xmlns:a16="http://schemas.microsoft.com/office/drawing/2014/main" id="{359EB246-C204-4292-A699-8D584B47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ecb683748d42e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976">
            <a:extLst xmlns:a="http://schemas.openxmlformats.org/drawingml/2006/main">
              <a:ext uri="{FF2B5EF4-FFF2-40B4-BE49-F238E27FC236}">
                <a16:creationId xmlns:a16="http://schemas.microsoft.com/office/drawing/2014/main" id="{58A8BAB6-9F25-4C7D-8D24-D2F012E4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67425776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597">
            <a:extLst xmlns:a="http://schemas.openxmlformats.org/drawingml/2006/main">
              <a:ext uri="{FF2B5EF4-FFF2-40B4-BE49-F238E27FC236}">
                <a16:creationId xmlns:a16="http://schemas.microsoft.com/office/drawing/2014/main" id="{FC94B7EF-92BE-4107-870B-121566E5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6D0E58-3FC4-49E1-AA38-D5A80196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實作二｜從既有 Gem 做一次改造與壓力測試</a:t>
            </a:r>
          </a:p>
        </p:txBody>
      </p:sp>
      <p:cxnSp>
        <p:nvCxnSpPr>
          <p:cNvPr id="25" name="shape-5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99">
            <a:extLst xmlns:a="http://schemas.openxmlformats.org/drawingml/2006/main">
              <a:ext uri="{FF2B5EF4-FFF2-40B4-BE49-F238E27FC236}">
                <a16:creationId xmlns:a16="http://schemas.microsoft.com/office/drawing/2014/main" id="{CA463169-E937-4C55-84C6-C5D5DB4A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3A1441-08B4-4D56-8EF6-0A60B871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text-600">
            <a:extLst xmlns:a="http://schemas.openxmlformats.org/drawingml/2006/main">
              <a:ext uri="{FF2B5EF4-FFF2-40B4-BE49-F238E27FC236}">
                <a16:creationId xmlns:a16="http://schemas.microsoft.com/office/drawing/2014/main" id="{5ACBE961-5F27-4343-9C35-02C28611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01">
            <a:extLst xmlns:a="http://schemas.openxmlformats.org/drawingml/2006/main">
              <a:ext uri="{FF2B5EF4-FFF2-40B4-BE49-F238E27FC236}">
                <a16:creationId xmlns:a16="http://schemas.microsoft.com/office/drawing/2014/main" id="{2BF83D73-2ECA-4C5E-95B1-E248BC5B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02">
            <a:extLst xmlns:a="http://schemas.openxmlformats.org/drawingml/2006/main">
              <a:ext uri="{FF2B5EF4-FFF2-40B4-BE49-F238E27FC236}">
                <a16:creationId xmlns:a16="http://schemas.microsoft.com/office/drawing/2014/main" id="{BBF08F0C-9DFC-43C8-93AE-DB67FDFE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03">
            <a:extLst xmlns:a="http://schemas.openxmlformats.org/drawingml/2006/main">
              <a:ext uri="{FF2B5EF4-FFF2-40B4-BE49-F238E27FC236}">
                <a16:creationId xmlns:a16="http://schemas.microsoft.com/office/drawing/2014/main" id="{17A2584A-EE26-433E-801E-2C119EFC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在自己的帳號中選一個既有 Gem，記下它原本的用途</a:t>
            </a:r>
          </a:p>
        </p:txBody>
      </p:sp>
      <p:sp>
        <p:nvSpPr>
          <p:cNvPr id="10" name="text-604">
            <a:extLst xmlns:a="http://schemas.openxmlformats.org/drawingml/2006/main">
              <a:ext uri="{FF2B5EF4-FFF2-40B4-BE49-F238E27FC236}">
                <a16:creationId xmlns:a16="http://schemas.microsoft.com/office/drawing/2014/main" id="{4485C8FE-7504-4785-BEEA-25B4B8E6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05">
            <a:extLst xmlns:a="http://schemas.openxmlformats.org/drawingml/2006/main">
              <a:ext uri="{FF2B5EF4-FFF2-40B4-BE49-F238E27FC236}">
                <a16:creationId xmlns:a16="http://schemas.microsoft.com/office/drawing/2014/main" id="{B4D0A8CF-6E62-45E0-9B30-A794D98D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拆出角色、任務、背景與格式，只改一個變因</a:t>
            </a:r>
          </a:p>
        </p:txBody>
      </p:sp>
      <p:sp>
        <p:nvSpPr>
          <p:cNvPr id="12" name="text-606">
            <a:extLst xmlns:a="http://schemas.openxmlformats.org/drawingml/2006/main">
              <a:ext uri="{FF2B5EF4-FFF2-40B4-BE49-F238E27FC236}">
                <a16:creationId xmlns:a16="http://schemas.microsoft.com/office/drawing/2014/main" id="{2A552887-11DB-428E-882D-35B911D7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07">
            <a:extLst xmlns:a="http://schemas.openxmlformats.org/drawingml/2006/main">
              <a:ext uri="{FF2B5EF4-FFF2-40B4-BE49-F238E27FC236}">
                <a16:creationId xmlns:a16="http://schemas.microsoft.com/office/drawing/2014/main" id="{E97D17CB-B243-4ABC-B754-B22E188C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用正常案例測一次，再用資料不足／越界案例測一次</a:t>
            </a:r>
          </a:p>
        </p:txBody>
      </p:sp>
      <p:sp>
        <p:nvSpPr>
          <p:cNvPr id="14" name="text-608">
            <a:extLst xmlns:a="http://schemas.openxmlformats.org/drawingml/2006/main">
              <a:ext uri="{FF2B5EF4-FFF2-40B4-BE49-F238E27FC236}">
                <a16:creationId xmlns:a16="http://schemas.microsoft.com/office/drawing/2014/main" id="{39898FFB-FF96-47DC-924E-414BF6AC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09">
            <a:extLst xmlns:a="http://schemas.openxmlformats.org/drawingml/2006/main">
              <a:ext uri="{FF2B5EF4-FFF2-40B4-BE49-F238E27FC236}">
                <a16:creationId xmlns:a16="http://schemas.microsoft.com/office/drawing/2014/main" id="{674AE614-31B3-4130-8691-E9F33E74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比較前後輸出，留下可重複使用的版本與限制</a:t>
            </a:r>
          </a:p>
        </p:txBody>
      </p:sp>
      <p:sp>
        <p:nvSpPr>
          <p:cNvPr id="16" name="shape-610">
            <a:extLst xmlns:a="http://schemas.openxmlformats.org/drawingml/2006/main">
              <a:ext uri="{FF2B5EF4-FFF2-40B4-BE49-F238E27FC236}">
                <a16:creationId xmlns:a16="http://schemas.microsoft.com/office/drawing/2014/main" id="{EC071673-B982-4CA7-809F-A73946C4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11">
            <a:extLst xmlns:a="http://schemas.openxmlformats.org/drawingml/2006/main">
              <a:ext uri="{FF2B5EF4-FFF2-40B4-BE49-F238E27FC236}">
                <a16:creationId xmlns:a16="http://schemas.microsoft.com/office/drawing/2014/main" id="{7CA56155-9F64-4DBD-97D4-014CA250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612">
            <a:extLst xmlns:a="http://schemas.openxmlformats.org/drawingml/2006/main">
              <a:ext uri="{FF2B5EF4-FFF2-40B4-BE49-F238E27FC236}">
                <a16:creationId xmlns:a16="http://schemas.microsoft.com/office/drawing/2014/main" id="{0364DC7F-C144-444E-B707-EE49B0DB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用途與改動有記錄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輸出格式更穩定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遇資料不足會追問或標記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沒有捏造引用或課程事實</a:t>
            </a:r>
          </a:p>
        </p:txBody>
      </p:sp>
      <p:sp>
        <p:nvSpPr>
          <p:cNvPr id="19" name="text-921">
            <a:extLst xmlns:a="http://schemas.openxmlformats.org/drawingml/2006/main">
              <a:ext uri="{FF2B5EF4-FFF2-40B4-BE49-F238E27FC236}">
                <a16:creationId xmlns:a16="http://schemas.microsoft.com/office/drawing/2014/main" id="{E0E18D60-0E46-4034-AA6A-6F39C63D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6f963e15e174b86"/>
              </a:rPr>
              <a:t>建立／查看 Gem ↗</a:t>
            </a:r>
          </a:p>
        </p:txBody>
      </p:sp>
      <p:sp>
        <p:nvSpPr>
          <p:cNvPr id="20" name="shape-977">
            <a:extLst xmlns:a="http://schemas.openxmlformats.org/drawingml/2006/main">
              <a:ext uri="{FF2B5EF4-FFF2-40B4-BE49-F238E27FC236}">
                <a16:creationId xmlns:a16="http://schemas.microsoft.com/office/drawing/2014/main" id="{2D57C70E-58FF-44A2-8D80-2B081D1D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59a6df37ca466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978">
            <a:extLst xmlns:a="http://schemas.openxmlformats.org/drawingml/2006/main">
              <a:ext uri="{FF2B5EF4-FFF2-40B4-BE49-F238E27FC236}">
                <a16:creationId xmlns:a16="http://schemas.microsoft.com/office/drawing/2014/main" id="{D8A10A75-C31A-495A-BC9E-D9DBBCA3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53089385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13">
            <a:extLst xmlns:a="http://schemas.openxmlformats.org/drawingml/2006/main">
              <a:ext uri="{FF2B5EF4-FFF2-40B4-BE49-F238E27FC236}">
                <a16:creationId xmlns:a16="http://schemas.microsoft.com/office/drawing/2014/main" id="{7FA2179E-5DDF-4B42-914D-B0E1F2ED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49E4D8-39FF-4E2B-B169-40F82638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6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15">
            <a:extLst xmlns:a="http://schemas.openxmlformats.org/drawingml/2006/main">
              <a:ext uri="{FF2B5EF4-FFF2-40B4-BE49-F238E27FC236}">
                <a16:creationId xmlns:a16="http://schemas.microsoft.com/office/drawing/2014/main" id="{70FF3990-7F30-470B-B8C9-867AE446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D52F07A-1377-4CEF-BB9C-1D221D1C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616">
            <a:extLst xmlns:a="http://schemas.openxmlformats.org/drawingml/2006/main">
              <a:ext uri="{FF2B5EF4-FFF2-40B4-BE49-F238E27FC236}">
                <a16:creationId xmlns:a16="http://schemas.microsoft.com/office/drawing/2014/main" id="{5430BA3C-9B7F-487B-8DCB-ADB6FEB3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17">
            <a:extLst xmlns:a="http://schemas.openxmlformats.org/drawingml/2006/main">
              <a:ext uri="{FF2B5EF4-FFF2-40B4-BE49-F238E27FC236}">
                <a16:creationId xmlns:a16="http://schemas.microsoft.com/office/drawing/2014/main" id="{A511DA89-9EBF-4091-8CB8-D3C19251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18">
            <a:extLst xmlns:a="http://schemas.openxmlformats.org/drawingml/2006/main">
              <a:ext uri="{FF2B5EF4-FFF2-40B4-BE49-F238E27FC236}">
                <a16:creationId xmlns:a16="http://schemas.microsoft.com/office/drawing/2014/main" id="{395D693A-FEAF-46A5-9BC1-F2768DA8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619">
            <a:extLst xmlns:a="http://schemas.openxmlformats.org/drawingml/2006/main">
              <a:ext uri="{FF2B5EF4-FFF2-40B4-BE49-F238E27FC236}">
                <a16:creationId xmlns:a16="http://schemas.microsoft.com/office/drawing/2014/main" id="{E5641BC1-2412-4426-AB08-E928EAE9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620">
            <a:extLst xmlns:a="http://schemas.openxmlformats.org/drawingml/2006/main">
              <a:ext uri="{FF2B5EF4-FFF2-40B4-BE49-F238E27FC236}">
                <a16:creationId xmlns:a16="http://schemas.microsoft.com/office/drawing/2014/main" id="{18A2E104-F8F9-4B98-ADEC-F13C43A2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21">
            <a:extLst xmlns:a="http://schemas.openxmlformats.org/drawingml/2006/main">
              <a:ext uri="{FF2B5EF4-FFF2-40B4-BE49-F238E27FC236}">
                <a16:creationId xmlns:a16="http://schemas.microsoft.com/office/drawing/2014/main" id="{68F4EE92-51BF-4C87-8B80-883A0654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622">
            <a:extLst xmlns:a="http://schemas.openxmlformats.org/drawingml/2006/main">
              <a:ext uri="{FF2B5EF4-FFF2-40B4-BE49-F238E27FC236}">
                <a16:creationId xmlns:a16="http://schemas.microsoft.com/office/drawing/2014/main" id="{0D6CD90E-6971-43A0-9492-DE9A33D7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623">
            <a:extLst xmlns:a="http://schemas.openxmlformats.org/drawingml/2006/main">
              <a:ext uri="{FF2B5EF4-FFF2-40B4-BE49-F238E27FC236}">
                <a16:creationId xmlns:a16="http://schemas.microsoft.com/office/drawing/2014/main" id="{AA2FA3CC-A446-45E4-A2D1-A41A51F8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624">
            <a:extLst xmlns:a="http://schemas.openxmlformats.org/drawingml/2006/main">
              <a:ext uri="{FF2B5EF4-FFF2-40B4-BE49-F238E27FC236}">
                <a16:creationId xmlns:a16="http://schemas.microsoft.com/office/drawing/2014/main" id="{010D9138-4188-44B9-A7E4-D9576D1C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25">
            <a:extLst xmlns:a="http://schemas.openxmlformats.org/drawingml/2006/main">
              <a:ext uri="{FF2B5EF4-FFF2-40B4-BE49-F238E27FC236}">
                <a16:creationId xmlns:a16="http://schemas.microsoft.com/office/drawing/2014/main" id="{3C953E69-FB66-45F4-A5BE-9E427D43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626">
            <a:extLst xmlns:a="http://schemas.openxmlformats.org/drawingml/2006/main">
              <a:ext uri="{FF2B5EF4-FFF2-40B4-BE49-F238E27FC236}">
                <a16:creationId xmlns:a16="http://schemas.microsoft.com/office/drawing/2014/main" id="{8B8F7C74-5C83-4F77-BB80-16706DDF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627">
            <a:extLst xmlns:a="http://schemas.openxmlformats.org/drawingml/2006/main">
              <a:ext uri="{FF2B5EF4-FFF2-40B4-BE49-F238E27FC236}">
                <a16:creationId xmlns:a16="http://schemas.microsoft.com/office/drawing/2014/main" id="{5B079147-F5BA-4D77-9529-E9ABEA52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628">
            <a:extLst xmlns:a="http://schemas.openxmlformats.org/drawingml/2006/main">
              <a:ext uri="{FF2B5EF4-FFF2-40B4-BE49-F238E27FC236}">
                <a16:creationId xmlns:a16="http://schemas.microsoft.com/office/drawing/2014/main" id="{66D9B82A-A118-4A8D-99CF-3469E460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29">
            <a:extLst xmlns:a="http://schemas.openxmlformats.org/drawingml/2006/main">
              <a:ext uri="{FF2B5EF4-FFF2-40B4-BE49-F238E27FC236}">
                <a16:creationId xmlns:a16="http://schemas.microsoft.com/office/drawing/2014/main" id="{11D6E9A5-5D26-4430-A93C-142C7C1EE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630">
            <a:extLst xmlns:a="http://schemas.openxmlformats.org/drawingml/2006/main">
              <a:ext uri="{FF2B5EF4-FFF2-40B4-BE49-F238E27FC236}">
                <a16:creationId xmlns:a16="http://schemas.microsoft.com/office/drawing/2014/main" id="{FB62BF89-B963-4A5E-98C8-6CDFF26D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631">
            <a:extLst xmlns:a="http://schemas.openxmlformats.org/drawingml/2006/main">
              <a:ext uri="{FF2B5EF4-FFF2-40B4-BE49-F238E27FC236}">
                <a16:creationId xmlns:a16="http://schemas.microsoft.com/office/drawing/2014/main" id="{335D9C98-D92D-40A9-887C-B6C5AC9B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922">
            <a:extLst xmlns:a="http://schemas.openxmlformats.org/drawingml/2006/main">
              <a:ext uri="{FF2B5EF4-FFF2-40B4-BE49-F238E27FC236}">
                <a16:creationId xmlns:a16="http://schemas.microsoft.com/office/drawing/2014/main" id="{755A80FC-8C1B-4D91-AF7A-68BBE72E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e0777d9568a4e66"/>
              </a:rPr>
              <a:t>建立／查看 Gem ↗</a:t>
            </a:r>
          </a:p>
        </p:txBody>
      </p:sp>
      <p:sp>
        <p:nvSpPr>
          <p:cNvPr id="23" name="shape-979">
            <a:extLst xmlns:a="http://schemas.openxmlformats.org/drawingml/2006/main">
              <a:ext uri="{FF2B5EF4-FFF2-40B4-BE49-F238E27FC236}">
                <a16:creationId xmlns:a16="http://schemas.microsoft.com/office/drawing/2014/main" id="{B309661E-7B63-46AD-A6C5-AE7FE0CA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1cf1da5d4344c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80">
            <a:extLst xmlns:a="http://schemas.openxmlformats.org/drawingml/2006/main">
              <a:ext uri="{FF2B5EF4-FFF2-40B4-BE49-F238E27FC236}">
                <a16:creationId xmlns:a16="http://schemas.microsoft.com/office/drawing/2014/main" id="{D77C97C5-080A-4C04-A136-8F94B6AA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53729720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632">
            <a:extLst xmlns:a="http://schemas.openxmlformats.org/drawingml/2006/main">
              <a:ext uri="{FF2B5EF4-FFF2-40B4-BE49-F238E27FC236}">
                <a16:creationId xmlns:a16="http://schemas.microsoft.com/office/drawing/2014/main" id="{A0B10423-9E96-412B-93C1-4E960967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633">
            <a:extLst xmlns:a="http://schemas.openxmlformats.org/drawingml/2006/main">
              <a:ext uri="{FF2B5EF4-FFF2-40B4-BE49-F238E27FC236}">
                <a16:creationId xmlns:a16="http://schemas.microsoft.com/office/drawing/2014/main" id="{F721F171-53C9-405E-B939-8F4C7023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634">
            <a:extLst xmlns:a="http://schemas.openxmlformats.org/drawingml/2006/main">
              <a:ext uri="{FF2B5EF4-FFF2-40B4-BE49-F238E27FC236}">
                <a16:creationId xmlns:a16="http://schemas.microsoft.com/office/drawing/2014/main" id="{8E14DBE1-F39A-406B-8F72-7F96D0F8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635">
            <a:extLst xmlns:a="http://schemas.openxmlformats.org/drawingml/2006/main">
              <a:ext uri="{FF2B5EF4-FFF2-40B4-BE49-F238E27FC236}">
                <a16:creationId xmlns:a16="http://schemas.microsoft.com/office/drawing/2014/main" id="{EF52EBF5-5E72-48F9-A608-A638C335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636">
            <a:extLst xmlns:a="http://schemas.openxmlformats.org/drawingml/2006/main">
              <a:ext uri="{FF2B5EF4-FFF2-40B4-BE49-F238E27FC236}">
                <a16:creationId xmlns:a16="http://schemas.microsoft.com/office/drawing/2014/main" id="{37D8903A-E88C-499C-AC24-965FCAC3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6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638">
            <a:extLst xmlns:a="http://schemas.openxmlformats.org/drawingml/2006/main">
              <a:ext uri="{FF2B5EF4-FFF2-40B4-BE49-F238E27FC236}">
                <a16:creationId xmlns:a16="http://schemas.microsoft.com/office/drawing/2014/main" id="{C02B66E7-ACDF-49B4-8426-47542A73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E3AE4D-3593-43C4-B1F6-0345258F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9" name="text-923">
            <a:extLst xmlns:a="http://schemas.openxmlformats.org/drawingml/2006/main">
              <a:ext uri="{FF2B5EF4-FFF2-40B4-BE49-F238E27FC236}">
                <a16:creationId xmlns:a16="http://schemas.microsoft.com/office/drawing/2014/main" id="{4ED7906E-1B80-4BEE-BB29-8F833BD7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90249009c8d4e14"/>
              </a:rPr>
              <a:t>開啟 Gemini Canvas ↗</a:t>
            </a:r>
          </a:p>
        </p:txBody>
      </p:sp>
      <p:sp>
        <p:nvSpPr>
          <p:cNvPr id="10" name="shape-981">
            <a:extLst xmlns:a="http://schemas.openxmlformats.org/drawingml/2006/main">
              <a:ext uri="{FF2B5EF4-FFF2-40B4-BE49-F238E27FC236}">
                <a16:creationId xmlns:a16="http://schemas.microsoft.com/office/drawing/2014/main" id="{5719BBB4-E3F4-49EA-BC84-2844F160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7405ebec4f4aa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82">
            <a:extLst xmlns:a="http://schemas.openxmlformats.org/drawingml/2006/main">
              <a:ext uri="{FF2B5EF4-FFF2-40B4-BE49-F238E27FC236}">
                <a16:creationId xmlns:a16="http://schemas.microsoft.com/office/drawing/2014/main" id="{E9B9BF57-8E59-479C-80B2-3B1204AD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6130147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39">
            <a:extLst xmlns:a="http://schemas.openxmlformats.org/drawingml/2006/main">
              <a:ext uri="{FF2B5EF4-FFF2-40B4-BE49-F238E27FC236}">
                <a16:creationId xmlns:a16="http://schemas.microsoft.com/office/drawing/2014/main" id="{05EFBA30-5B51-42D1-9989-096F7903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 · MEETING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8C5756-EE13-4B6B-A084-D6454A68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教師會議紀錄系統的 Canvas 提示詞公式</a:t>
            </a:r>
          </a:p>
        </p:txBody>
      </p:sp>
      <p:cxnSp>
        <p:nvCxnSpPr>
          <p:cNvPr id="28" name="shape-6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41">
            <a:extLst xmlns:a="http://schemas.openxmlformats.org/drawingml/2006/main">
              <a:ext uri="{FF2B5EF4-FFF2-40B4-BE49-F238E27FC236}">
                <a16:creationId xmlns:a16="http://schemas.microsoft.com/office/drawing/2014/main" id="{865AA377-78CC-47BE-A005-E84F0887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8A013DC-BA9B-4574-9B2C-85B28F9B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642">
            <a:extLst xmlns:a="http://schemas.openxmlformats.org/drawingml/2006/main">
              <a:ext uri="{FF2B5EF4-FFF2-40B4-BE49-F238E27FC236}">
                <a16:creationId xmlns:a16="http://schemas.microsoft.com/office/drawing/2014/main" id="{FEC295ED-1665-4EE5-A212-97D2E322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43">
            <a:extLst xmlns:a="http://schemas.openxmlformats.org/drawingml/2006/main">
              <a:ext uri="{FF2B5EF4-FFF2-40B4-BE49-F238E27FC236}">
                <a16:creationId xmlns:a16="http://schemas.microsoft.com/office/drawing/2014/main" id="{53A9DF62-64A2-457E-84ED-E3D47382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644">
            <a:extLst xmlns:a="http://schemas.openxmlformats.org/drawingml/2006/main">
              <a:ext uri="{FF2B5EF4-FFF2-40B4-BE49-F238E27FC236}">
                <a16:creationId xmlns:a16="http://schemas.microsoft.com/office/drawing/2014/main" id="{2421CEB6-BC12-44FA-98A0-58D9EDE6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資料輸入</a:t>
            </a:r>
          </a:p>
        </p:txBody>
      </p:sp>
      <p:sp>
        <p:nvSpPr>
          <p:cNvPr id="9" name="text-645">
            <a:extLst xmlns:a="http://schemas.openxmlformats.org/drawingml/2006/main">
              <a:ext uri="{FF2B5EF4-FFF2-40B4-BE49-F238E27FC236}">
                <a16:creationId xmlns:a16="http://schemas.microsoft.com/office/drawing/2014/main" id="{5B831016-CB87-4F06-A6A8-498482B3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會議日期、議程、逐字稿或摘要；先用一筆合成資料示範。</a:t>
            </a:r>
          </a:p>
        </p:txBody>
      </p:sp>
      <p:sp>
        <p:nvSpPr>
          <p:cNvPr id="10" name="shape-646">
            <a:extLst xmlns:a="http://schemas.openxmlformats.org/drawingml/2006/main">
              <a:ext uri="{FF2B5EF4-FFF2-40B4-BE49-F238E27FC236}">
                <a16:creationId xmlns:a16="http://schemas.microsoft.com/office/drawing/2014/main" id="{58CBA18B-E2B5-4498-8BCE-686464E3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47">
            <a:extLst xmlns:a="http://schemas.openxmlformats.org/drawingml/2006/main">
              <a:ext uri="{FF2B5EF4-FFF2-40B4-BE49-F238E27FC236}">
                <a16:creationId xmlns:a16="http://schemas.microsoft.com/office/drawing/2014/main" id="{0629243F-5C41-48B0-8583-B8685AA0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648">
            <a:extLst xmlns:a="http://schemas.openxmlformats.org/drawingml/2006/main">
              <a:ext uri="{FF2B5EF4-FFF2-40B4-BE49-F238E27FC236}">
                <a16:creationId xmlns:a16="http://schemas.microsoft.com/office/drawing/2014/main" id="{98F11ACB-9E11-456F-95F4-3D148D7B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工作流程</a:t>
            </a:r>
          </a:p>
        </p:txBody>
      </p:sp>
      <p:sp>
        <p:nvSpPr>
          <p:cNvPr id="13" name="text-649">
            <a:extLst xmlns:a="http://schemas.openxmlformats.org/drawingml/2006/main">
              <a:ext uri="{FF2B5EF4-FFF2-40B4-BE49-F238E27FC236}">
                <a16:creationId xmlns:a16="http://schemas.microsoft.com/office/drawing/2014/main" id="{34CE4D60-DF70-49B5-9D6E-F97E12BF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把重點、決議、待辦、承辦人與期限變成可查詢欄位。</a:t>
            </a:r>
          </a:p>
        </p:txBody>
      </p:sp>
      <p:sp>
        <p:nvSpPr>
          <p:cNvPr id="14" name="shape-650">
            <a:extLst xmlns:a="http://schemas.openxmlformats.org/drawingml/2006/main">
              <a:ext uri="{FF2B5EF4-FFF2-40B4-BE49-F238E27FC236}">
                <a16:creationId xmlns:a16="http://schemas.microsoft.com/office/drawing/2014/main" id="{1DADD241-403C-43F1-8C88-FCA6CCE5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51">
            <a:extLst xmlns:a="http://schemas.openxmlformats.org/drawingml/2006/main">
              <a:ext uri="{FF2B5EF4-FFF2-40B4-BE49-F238E27FC236}">
                <a16:creationId xmlns:a16="http://schemas.microsoft.com/office/drawing/2014/main" id="{4BBA48FF-95A7-4210-B4A5-ACB62EA0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652">
            <a:extLst xmlns:a="http://schemas.openxmlformats.org/drawingml/2006/main">
              <a:ext uri="{FF2B5EF4-FFF2-40B4-BE49-F238E27FC236}">
                <a16:creationId xmlns:a16="http://schemas.microsoft.com/office/drawing/2014/main" id="{303CCB65-CA9A-4BF6-ACAF-B1AFB133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互動介面</a:t>
            </a:r>
          </a:p>
        </p:txBody>
      </p:sp>
      <p:sp>
        <p:nvSpPr>
          <p:cNvPr id="17" name="text-653">
            <a:extLst xmlns:a="http://schemas.openxmlformats.org/drawingml/2006/main">
              <a:ext uri="{FF2B5EF4-FFF2-40B4-BE49-F238E27FC236}">
                <a16:creationId xmlns:a16="http://schemas.microsoft.com/office/drawing/2014/main" id="{C1429753-AD80-4E6C-AF46-DD2F76CD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加入搜尋、篩選、展開、匯出與手機操作，讓紀錄真的能被使用。</a:t>
            </a:r>
          </a:p>
        </p:txBody>
      </p:sp>
      <p:sp>
        <p:nvSpPr>
          <p:cNvPr id="18" name="shape-654">
            <a:extLst xmlns:a="http://schemas.openxmlformats.org/drawingml/2006/main">
              <a:ext uri="{FF2B5EF4-FFF2-40B4-BE49-F238E27FC236}">
                <a16:creationId xmlns:a16="http://schemas.microsoft.com/office/drawing/2014/main" id="{93566087-68E6-427A-ABBE-6F43BDA1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55">
            <a:extLst xmlns:a="http://schemas.openxmlformats.org/drawingml/2006/main">
              <a:ext uri="{FF2B5EF4-FFF2-40B4-BE49-F238E27FC236}">
                <a16:creationId xmlns:a16="http://schemas.microsoft.com/office/drawing/2014/main" id="{359BE128-4511-48FA-84EC-7239AF88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656">
            <a:extLst xmlns:a="http://schemas.openxmlformats.org/drawingml/2006/main">
              <a:ext uri="{FF2B5EF4-FFF2-40B4-BE49-F238E27FC236}">
                <a16:creationId xmlns:a16="http://schemas.microsoft.com/office/drawing/2014/main" id="{8BD7B711-ADC6-43E6-AA50-85E12CB6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部署驗收</a:t>
            </a:r>
          </a:p>
        </p:txBody>
      </p:sp>
      <p:sp>
        <p:nvSpPr>
          <p:cNvPr id="21" name="text-657">
            <a:extLst xmlns:a="http://schemas.openxmlformats.org/drawingml/2006/main">
              <a:ext uri="{FF2B5EF4-FFF2-40B4-BE49-F238E27FC236}">
                <a16:creationId xmlns:a16="http://schemas.microsoft.com/office/drawing/2014/main" id="{177E9430-09A3-4665-B320-67E0F6EB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 RWD、無個資、可嵌入 Google Sites，並列出權限與備援方案。</a:t>
            </a:r>
          </a:p>
        </p:txBody>
      </p:sp>
      <p:sp>
        <p:nvSpPr>
          <p:cNvPr id="22" name="text-924">
            <a:extLst xmlns:a="http://schemas.openxmlformats.org/drawingml/2006/main">
              <a:ext uri="{FF2B5EF4-FFF2-40B4-BE49-F238E27FC236}">
                <a16:creationId xmlns:a16="http://schemas.microsoft.com/office/drawing/2014/main" id="{CD322483-9FE2-44AB-A6D4-AB885D6B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f3a5b6c942a44c5"/>
              </a:rPr>
              <a:t>開啟 Gemini Canvas ↗</a:t>
            </a:r>
          </a:p>
        </p:txBody>
      </p:sp>
      <p:sp>
        <p:nvSpPr>
          <p:cNvPr id="23" name="shape-983">
            <a:extLst xmlns:a="http://schemas.openxmlformats.org/drawingml/2006/main">
              <a:ext uri="{FF2B5EF4-FFF2-40B4-BE49-F238E27FC236}">
                <a16:creationId xmlns:a16="http://schemas.microsoft.com/office/drawing/2014/main" id="{0CC994FF-5AF9-4FFC-81B6-4CC32FA9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69fdeebb24468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84">
            <a:extLst xmlns:a="http://schemas.openxmlformats.org/drawingml/2006/main">
              <a:ext uri="{FF2B5EF4-FFF2-40B4-BE49-F238E27FC236}">
                <a16:creationId xmlns:a16="http://schemas.microsoft.com/office/drawing/2014/main" id="{956096E2-306D-483F-862E-0AE86BC0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01607332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658">
            <a:extLst xmlns:a="http://schemas.openxmlformats.org/drawingml/2006/main">
              <a:ext uri="{FF2B5EF4-FFF2-40B4-BE49-F238E27FC236}">
                <a16:creationId xmlns:a16="http://schemas.microsoft.com/office/drawing/2014/main" id="{BCB19885-993F-4021-8B04-6588997B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CANVAS → GOOGLE SITES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6762EC3-16D5-46B6-AEC3-9BB93D1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示範：教師會議紀錄線上系統</a:t>
            </a:r>
          </a:p>
        </p:txBody>
      </p:sp>
      <p:cxnSp>
        <p:nvCxnSpPr>
          <p:cNvPr id="38" name="shape-6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60">
            <a:extLst xmlns:a="http://schemas.openxmlformats.org/drawingml/2006/main">
              <a:ext uri="{FF2B5EF4-FFF2-40B4-BE49-F238E27FC236}">
                <a16:creationId xmlns:a16="http://schemas.microsoft.com/office/drawing/2014/main" id="{DCAFD2E6-92AA-4482-9415-9170D4C5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BE7BA0-8F6A-4B81-83E3-2165D8A5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shape-661">
            <a:extLst xmlns:a="http://schemas.openxmlformats.org/drawingml/2006/main">
              <a:ext uri="{FF2B5EF4-FFF2-40B4-BE49-F238E27FC236}">
                <a16:creationId xmlns:a16="http://schemas.microsoft.com/office/drawing/2014/main" id="{349F976C-03C8-4927-AA96-433634A5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662">
            <a:extLst xmlns:a="http://schemas.openxmlformats.org/drawingml/2006/main">
              <a:ext uri="{FF2B5EF4-FFF2-40B4-BE49-F238E27FC236}">
                <a16:creationId xmlns:a16="http://schemas.microsoft.com/office/drawing/2014/main" id="{3917A37A-A466-4571-AA94-C5147F0C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63">
            <a:extLst xmlns:a="http://schemas.openxmlformats.org/drawingml/2006/main">
              <a:ext uri="{FF2B5EF4-FFF2-40B4-BE49-F238E27FC236}">
                <a16:creationId xmlns:a16="http://schemas.microsoft.com/office/drawing/2014/main" id="{DC17F607-B827-40F3-95DD-C010A945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64">
            <a:extLst xmlns:a="http://schemas.openxmlformats.org/drawingml/2006/main">
              <a:ext uri="{FF2B5EF4-FFF2-40B4-BE49-F238E27FC236}">
                <a16:creationId xmlns:a16="http://schemas.microsoft.com/office/drawing/2014/main" id="{4DC980BB-5CC6-474B-8F9D-B21FEB05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規格</a:t>
            </a:r>
          </a:p>
        </p:txBody>
      </p:sp>
      <p:sp>
        <p:nvSpPr>
          <p:cNvPr id="10" name="text-665">
            <a:extLst xmlns:a="http://schemas.openxmlformats.org/drawingml/2006/main">
              <a:ext uri="{FF2B5EF4-FFF2-40B4-BE49-F238E27FC236}">
                <a16:creationId xmlns:a16="http://schemas.microsoft.com/office/drawing/2014/main" id="{7B7CC770-4CAC-4487-8F05-478C0B43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先寫使用者、欄位與一筆合成會議資料</a:t>
            </a:r>
          </a:p>
        </p:txBody>
      </p:sp>
      <p:sp>
        <p:nvSpPr>
          <p:cNvPr id="11" name="text-666">
            <a:extLst xmlns:a="http://schemas.openxmlformats.org/drawingml/2006/main">
              <a:ext uri="{FF2B5EF4-FFF2-40B4-BE49-F238E27FC236}">
                <a16:creationId xmlns:a16="http://schemas.microsoft.com/office/drawing/2014/main" id="{A7A28E00-191C-4C1E-B12F-B34236EF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667">
            <a:extLst xmlns:a="http://schemas.openxmlformats.org/drawingml/2006/main">
              <a:ext uri="{FF2B5EF4-FFF2-40B4-BE49-F238E27FC236}">
                <a16:creationId xmlns:a16="http://schemas.microsoft.com/office/drawing/2014/main" id="{7810AD10-5354-4674-BF13-8D49930F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668">
            <a:extLst xmlns:a="http://schemas.openxmlformats.org/drawingml/2006/main">
              <a:ext uri="{FF2B5EF4-FFF2-40B4-BE49-F238E27FC236}">
                <a16:creationId xmlns:a16="http://schemas.microsoft.com/office/drawing/2014/main" id="{EA8AD295-4119-4D5B-A50B-700B12BB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69">
            <a:extLst xmlns:a="http://schemas.openxmlformats.org/drawingml/2006/main">
              <a:ext uri="{FF2B5EF4-FFF2-40B4-BE49-F238E27FC236}">
                <a16:creationId xmlns:a16="http://schemas.microsoft.com/office/drawing/2014/main" id="{94450459-2850-4F63-9714-9CC4CF74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670">
            <a:extLst xmlns:a="http://schemas.openxmlformats.org/drawingml/2006/main">
              <a:ext uri="{FF2B5EF4-FFF2-40B4-BE49-F238E27FC236}">
                <a16:creationId xmlns:a16="http://schemas.microsoft.com/office/drawing/2014/main" id="{8D741020-FCDC-4071-9A70-B65A55DD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16" name="text-671">
            <a:extLst xmlns:a="http://schemas.openxmlformats.org/drawingml/2006/main">
              <a:ext uri="{FF2B5EF4-FFF2-40B4-BE49-F238E27FC236}">
                <a16:creationId xmlns:a16="http://schemas.microsoft.com/office/drawing/2014/main" id="{4E19D55A-CB16-4ED8-BEF2-BBAFE21B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做出重點、決議、待辦與搜尋的最小原型</a:t>
            </a:r>
          </a:p>
        </p:txBody>
      </p:sp>
      <p:sp>
        <p:nvSpPr>
          <p:cNvPr id="17" name="text-672">
            <a:extLst xmlns:a="http://schemas.openxmlformats.org/drawingml/2006/main">
              <a:ext uri="{FF2B5EF4-FFF2-40B4-BE49-F238E27FC236}">
                <a16:creationId xmlns:a16="http://schemas.microsoft.com/office/drawing/2014/main" id="{611FF0B9-04BE-48C9-A830-3335C96F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673">
            <a:extLst xmlns:a="http://schemas.openxmlformats.org/drawingml/2006/main">
              <a:ext uri="{FF2B5EF4-FFF2-40B4-BE49-F238E27FC236}">
                <a16:creationId xmlns:a16="http://schemas.microsoft.com/office/drawing/2014/main" id="{5396757A-3095-43D5-965A-9232AE48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674">
            <a:extLst xmlns:a="http://schemas.openxmlformats.org/drawingml/2006/main">
              <a:ext uri="{FF2B5EF4-FFF2-40B4-BE49-F238E27FC236}">
                <a16:creationId xmlns:a16="http://schemas.microsoft.com/office/drawing/2014/main" id="{83449E2E-72B7-42F3-9BEE-6BACBDD8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675">
            <a:extLst xmlns:a="http://schemas.openxmlformats.org/drawingml/2006/main">
              <a:ext uri="{FF2B5EF4-FFF2-40B4-BE49-F238E27FC236}">
                <a16:creationId xmlns:a16="http://schemas.microsoft.com/office/drawing/2014/main" id="{6AA5CF91-49BA-4F10-9840-BD31DD84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676">
            <a:extLst xmlns:a="http://schemas.openxmlformats.org/drawingml/2006/main">
              <a:ext uri="{FF2B5EF4-FFF2-40B4-BE49-F238E27FC236}">
                <a16:creationId xmlns:a16="http://schemas.microsoft.com/office/drawing/2014/main" id="{79DAAE6C-AEF6-4C50-A3C6-CC371F1C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22" name="text-677">
            <a:extLst xmlns:a="http://schemas.openxmlformats.org/drawingml/2006/main">
              <a:ext uri="{FF2B5EF4-FFF2-40B4-BE49-F238E27FC236}">
                <a16:creationId xmlns:a16="http://schemas.microsoft.com/office/drawing/2014/main" id="{4A262AE6-4853-4D20-B79E-837B753C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操作篩選、展開、匯出，檢查 RWD 與鍵盤路徑</a:t>
            </a:r>
          </a:p>
        </p:txBody>
      </p:sp>
      <p:sp>
        <p:nvSpPr>
          <p:cNvPr id="23" name="text-678">
            <a:extLst xmlns:a="http://schemas.openxmlformats.org/drawingml/2006/main">
              <a:ext uri="{FF2B5EF4-FFF2-40B4-BE49-F238E27FC236}">
                <a16:creationId xmlns:a16="http://schemas.microsoft.com/office/drawing/2014/main" id="{9549310F-46FE-4F3A-A8BA-22893B96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679">
            <a:extLst xmlns:a="http://schemas.openxmlformats.org/drawingml/2006/main">
              <a:ext uri="{FF2B5EF4-FFF2-40B4-BE49-F238E27FC236}">
                <a16:creationId xmlns:a16="http://schemas.microsoft.com/office/drawing/2014/main" id="{FBC8E85F-5E7F-4E8E-B6FA-49DBD9BE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680">
            <a:extLst xmlns:a="http://schemas.openxmlformats.org/drawingml/2006/main">
              <a:ext uri="{FF2B5EF4-FFF2-40B4-BE49-F238E27FC236}">
                <a16:creationId xmlns:a16="http://schemas.microsoft.com/office/drawing/2014/main" id="{C75F6FF4-847D-4C69-A5C7-EE947976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681">
            <a:extLst xmlns:a="http://schemas.openxmlformats.org/drawingml/2006/main">
              <a:ext uri="{FF2B5EF4-FFF2-40B4-BE49-F238E27FC236}">
                <a16:creationId xmlns:a16="http://schemas.microsoft.com/office/drawing/2014/main" id="{0DF4F203-B100-4C74-83B9-F82DAC2F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682">
            <a:extLst xmlns:a="http://schemas.openxmlformats.org/drawingml/2006/main">
              <a:ext uri="{FF2B5EF4-FFF2-40B4-BE49-F238E27FC236}">
                <a16:creationId xmlns:a16="http://schemas.microsoft.com/office/drawing/2014/main" id="{C9D7890D-56CE-4ED5-BAC7-4BF750BB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8" name="text-683">
            <a:extLst xmlns:a="http://schemas.openxmlformats.org/drawingml/2006/main">
              <a:ext uri="{FF2B5EF4-FFF2-40B4-BE49-F238E27FC236}">
                <a16:creationId xmlns:a16="http://schemas.microsoft.com/office/drawing/2014/main" id="{20C6C8FF-B04E-4FAF-8C85-0FBB1222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修正權限、無障礙與嵌入限制，再交給 Google Sites</a:t>
            </a:r>
          </a:p>
        </p:txBody>
      </p:sp>
      <p:sp>
        <p:nvSpPr>
          <p:cNvPr id="29" name="text-684">
            <a:extLst xmlns:a="http://schemas.openxmlformats.org/drawingml/2006/main">
              <a:ext uri="{FF2B5EF4-FFF2-40B4-BE49-F238E27FC236}">
                <a16:creationId xmlns:a16="http://schemas.microsoft.com/office/drawing/2014/main" id="{D4FD62CE-C3A7-4ADE-8818-AC60C569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25">
            <a:extLst xmlns:a="http://schemas.openxmlformats.org/drawingml/2006/main">
              <a:ext uri="{FF2B5EF4-FFF2-40B4-BE49-F238E27FC236}">
                <a16:creationId xmlns:a16="http://schemas.microsoft.com/office/drawing/2014/main" id="{D1FE5BBA-DA95-4D9C-8BDE-C8E4F3FB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8ba5de8faa04896"/>
              </a:rPr>
              <a:t>Canvas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3ead4cbec944ca0"/>
              </a:rPr>
              <a:t>會議紀錄系統 ↗</a:t>
            </a:r>
          </a:p>
        </p:txBody>
      </p:sp>
      <p:sp>
        <p:nvSpPr>
          <p:cNvPr id="31" name="shape-985">
            <a:extLst xmlns:a="http://schemas.openxmlformats.org/drawingml/2006/main">
              <a:ext uri="{FF2B5EF4-FFF2-40B4-BE49-F238E27FC236}">
                <a16:creationId xmlns:a16="http://schemas.microsoft.com/office/drawing/2014/main" id="{A462DA35-0203-48F4-A9A9-8E798093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69c86cb3c4f5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986">
            <a:extLst xmlns:a="http://schemas.openxmlformats.org/drawingml/2006/main">
              <a:ext uri="{FF2B5EF4-FFF2-40B4-BE49-F238E27FC236}">
                <a16:creationId xmlns:a16="http://schemas.microsoft.com/office/drawing/2014/main" id="{D24E0104-B577-404A-9736-21CF6E69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adaa7128b5431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987">
            <a:extLst xmlns:a="http://schemas.openxmlformats.org/drawingml/2006/main">
              <a:ext uri="{FF2B5EF4-FFF2-40B4-BE49-F238E27FC236}">
                <a16:creationId xmlns:a16="http://schemas.microsoft.com/office/drawing/2014/main" id="{AA9500D6-29C0-46DD-B89E-64E75026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189198638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685">
            <a:extLst xmlns:a="http://schemas.openxmlformats.org/drawingml/2006/main">
              <a:ext uri="{FF2B5EF4-FFF2-40B4-BE49-F238E27FC236}">
                <a16:creationId xmlns:a16="http://schemas.microsoft.com/office/drawing/2014/main" id="{D3F3991E-7680-4AA7-9CD6-590FA673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D7210D-D52C-49BF-B0B8-338C247D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實作三｜Canvas 會議紀錄 × Google Sites</a:t>
            </a:r>
          </a:p>
        </p:txBody>
      </p:sp>
      <p:cxnSp>
        <p:nvCxnSpPr>
          <p:cNvPr id="29" name="shape-6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87">
            <a:extLst xmlns:a="http://schemas.openxmlformats.org/drawingml/2006/main">
              <a:ext uri="{FF2B5EF4-FFF2-40B4-BE49-F238E27FC236}">
                <a16:creationId xmlns:a16="http://schemas.microsoft.com/office/drawing/2014/main" id="{BDEBDA99-D4D2-4AC8-8F2C-4FA1390B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F4A5BA7-D52A-4689-BD75-13A67C90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text-688">
            <a:extLst xmlns:a="http://schemas.openxmlformats.org/drawingml/2006/main">
              <a:ext uri="{FF2B5EF4-FFF2-40B4-BE49-F238E27FC236}">
                <a16:creationId xmlns:a16="http://schemas.microsoft.com/office/drawing/2014/main" id="{9D298E0D-9399-4824-BA7C-FE8E9A30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89">
            <a:extLst xmlns:a="http://schemas.openxmlformats.org/drawingml/2006/main">
              <a:ext uri="{FF2B5EF4-FFF2-40B4-BE49-F238E27FC236}">
                <a16:creationId xmlns:a16="http://schemas.microsoft.com/office/drawing/2014/main" id="{F63CBE47-6739-407E-971C-96D78DD2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90">
            <a:extLst xmlns:a="http://schemas.openxmlformats.org/drawingml/2006/main">
              <a:ext uri="{FF2B5EF4-FFF2-40B4-BE49-F238E27FC236}">
                <a16:creationId xmlns:a16="http://schemas.microsoft.com/office/drawing/2014/main" id="{5C697CE4-5921-4D41-9E44-537103A3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91">
            <a:extLst xmlns:a="http://schemas.openxmlformats.org/drawingml/2006/main">
              <a:ext uri="{FF2B5EF4-FFF2-40B4-BE49-F238E27FC236}">
                <a16:creationId xmlns:a16="http://schemas.microsoft.com/office/drawing/2014/main" id="{FCE801FB-50D7-47E5-A412-4F6B8040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 Canvas 生成含重點、決議、待辦與搜尋的最小原型</a:t>
            </a:r>
          </a:p>
        </p:txBody>
      </p:sp>
      <p:sp>
        <p:nvSpPr>
          <p:cNvPr id="10" name="text-692">
            <a:extLst xmlns:a="http://schemas.openxmlformats.org/drawingml/2006/main">
              <a:ext uri="{FF2B5EF4-FFF2-40B4-BE49-F238E27FC236}">
                <a16:creationId xmlns:a16="http://schemas.microsoft.com/office/drawing/2014/main" id="{FB455CFC-6927-4F19-BB5E-DBDFF8E2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93">
            <a:extLst xmlns:a="http://schemas.openxmlformats.org/drawingml/2006/main">
              <a:ext uri="{FF2B5EF4-FFF2-40B4-BE49-F238E27FC236}">
                <a16:creationId xmlns:a16="http://schemas.microsoft.com/office/drawing/2014/main" id="{AD95632C-8D42-494A-AC8F-EC24A65A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用合成會議資料測試篩選、展開、匯出與手機版</a:t>
            </a:r>
          </a:p>
        </p:txBody>
      </p:sp>
      <p:sp>
        <p:nvSpPr>
          <p:cNvPr id="12" name="text-694">
            <a:extLst xmlns:a="http://schemas.openxmlformats.org/drawingml/2006/main">
              <a:ext uri="{FF2B5EF4-FFF2-40B4-BE49-F238E27FC236}">
                <a16:creationId xmlns:a16="http://schemas.microsoft.com/office/drawing/2014/main" id="{AFC8FFCB-2E7E-42FB-8868-CA204E7C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95">
            <a:extLst xmlns:a="http://schemas.openxmlformats.org/drawingml/2006/main">
              <a:ext uri="{FF2B5EF4-FFF2-40B4-BE49-F238E27FC236}">
                <a16:creationId xmlns:a16="http://schemas.microsoft.com/office/drawing/2014/main" id="{02C63801-CB45-43F2-9475-53AB2B33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複製分享網址或嵌入碼，於 Google Sites 插入 → 嵌入 → 預覽</a:t>
            </a:r>
          </a:p>
        </p:txBody>
      </p:sp>
      <p:sp>
        <p:nvSpPr>
          <p:cNvPr id="14" name="text-696">
            <a:extLst xmlns:a="http://schemas.openxmlformats.org/drawingml/2006/main">
              <a:ext uri="{FF2B5EF4-FFF2-40B4-BE49-F238E27FC236}">
                <a16:creationId xmlns:a16="http://schemas.microsoft.com/office/drawing/2014/main" id="{B8BC0557-6BB5-4A96-9F2D-31231511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97">
            <a:extLst xmlns:a="http://schemas.openxmlformats.org/drawingml/2006/main">
              <a:ext uri="{FF2B5EF4-FFF2-40B4-BE49-F238E27FC236}">
                <a16:creationId xmlns:a16="http://schemas.microsoft.com/office/drawing/2014/main" id="{63B183B3-AF52-4DAD-A2F7-4BB63001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發布前檢查權限；若 X-Frame 被阻擋，保留外開連結作備援</a:t>
            </a:r>
          </a:p>
        </p:txBody>
      </p:sp>
      <p:sp>
        <p:nvSpPr>
          <p:cNvPr id="16" name="shape-698">
            <a:extLst xmlns:a="http://schemas.openxmlformats.org/drawingml/2006/main">
              <a:ext uri="{FF2B5EF4-FFF2-40B4-BE49-F238E27FC236}">
                <a16:creationId xmlns:a16="http://schemas.microsoft.com/office/drawing/2014/main" id="{74FFD28E-DED2-477C-B15F-03B865CB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99">
            <a:extLst xmlns:a="http://schemas.openxmlformats.org/drawingml/2006/main">
              <a:ext uri="{FF2B5EF4-FFF2-40B4-BE49-F238E27FC236}">
                <a16:creationId xmlns:a16="http://schemas.microsoft.com/office/drawing/2014/main" id="{5DF0D1C4-4D0D-4253-B591-90A79F47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700">
            <a:extLst xmlns:a="http://schemas.openxmlformats.org/drawingml/2006/main">
              <a:ext uri="{FF2B5EF4-FFF2-40B4-BE49-F238E27FC236}">
                <a16:creationId xmlns:a16="http://schemas.microsoft.com/office/drawing/2014/main" id="{FB4B7EAC-DA3C-4686-9DFA-2296EEE9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桌機／手機都能完成主要操作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至少一筆會議紀錄可查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Google Sites 預覽成功或有外開備援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不含個資且保留人工確認</a:t>
            </a:r>
          </a:p>
        </p:txBody>
      </p:sp>
      <p:sp>
        <p:nvSpPr>
          <p:cNvPr id="19" name="text-926">
            <a:extLst xmlns:a="http://schemas.openxmlformats.org/drawingml/2006/main">
              <a:ext uri="{FF2B5EF4-FFF2-40B4-BE49-F238E27FC236}">
                <a16:creationId xmlns:a16="http://schemas.microsoft.com/office/drawing/2014/main" id="{8064E613-54DD-49F0-85C4-6AD81825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47c1cf502844d24"/>
              </a:rPr>
              <a:t>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ecb2ac7c5b94928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f372abcf300413e"/>
              </a:rPr>
              <a:t>Google Sites ↗</a:t>
            </a:r>
          </a:p>
        </p:txBody>
      </p:sp>
      <p:sp>
        <p:nvSpPr>
          <p:cNvPr id="20" name="shape-988">
            <a:extLst xmlns:a="http://schemas.openxmlformats.org/drawingml/2006/main">
              <a:ext uri="{FF2B5EF4-FFF2-40B4-BE49-F238E27FC236}">
                <a16:creationId xmlns:a16="http://schemas.microsoft.com/office/drawing/2014/main" id="{F04C218A-544A-490A-B6C1-344019E9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44a517174f49dc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989">
            <a:extLst xmlns:a="http://schemas.openxmlformats.org/drawingml/2006/main">
              <a:ext uri="{FF2B5EF4-FFF2-40B4-BE49-F238E27FC236}">
                <a16:creationId xmlns:a16="http://schemas.microsoft.com/office/drawing/2014/main" id="{0A117724-58D8-4E6C-92D0-79CEE645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fc667c10045e6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990">
            <a:extLst xmlns:a="http://schemas.openxmlformats.org/drawingml/2006/main">
              <a:ext uri="{FF2B5EF4-FFF2-40B4-BE49-F238E27FC236}">
                <a16:creationId xmlns:a16="http://schemas.microsoft.com/office/drawing/2014/main" id="{C60A02A1-09B5-4E4A-8511-39FC0AF4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1f373687dd44d3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991">
            <a:extLst xmlns:a="http://schemas.openxmlformats.org/drawingml/2006/main">
              <a:ext uri="{FF2B5EF4-FFF2-40B4-BE49-F238E27FC236}">
                <a16:creationId xmlns:a16="http://schemas.microsoft.com/office/drawing/2014/main" id="{F31EBD9E-6413-49F2-9279-7FCC2D94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24350246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701">
            <a:extLst xmlns:a="http://schemas.openxmlformats.org/drawingml/2006/main">
              <a:ext uri="{FF2B5EF4-FFF2-40B4-BE49-F238E27FC236}">
                <a16:creationId xmlns:a16="http://schemas.microsoft.com/office/drawing/2014/main" id="{E6454C66-624F-4C11-B55C-9E2FDC86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38233C4-B562-48F3-8470-08877199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30" name="shape-7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03">
            <a:extLst xmlns:a="http://schemas.openxmlformats.org/drawingml/2006/main">
              <a:ext uri="{FF2B5EF4-FFF2-40B4-BE49-F238E27FC236}">
                <a16:creationId xmlns:a16="http://schemas.microsoft.com/office/drawing/2014/main" id="{48D7F904-4528-4301-B802-FFE54B17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9E4D7C5-F9BE-4ECA-A2F9-CC9704A0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704">
            <a:extLst xmlns:a="http://schemas.openxmlformats.org/drawingml/2006/main">
              <a:ext uri="{FF2B5EF4-FFF2-40B4-BE49-F238E27FC236}">
                <a16:creationId xmlns:a16="http://schemas.microsoft.com/office/drawing/2014/main" id="{1EBCFD4E-4716-47F6-9198-498C0395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705">
            <a:extLst xmlns:a="http://schemas.openxmlformats.org/drawingml/2006/main">
              <a:ext uri="{FF2B5EF4-FFF2-40B4-BE49-F238E27FC236}">
                <a16:creationId xmlns:a16="http://schemas.microsoft.com/office/drawing/2014/main" id="{307C485A-2EFF-4BF6-B0CA-B575D36E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06">
            <a:extLst xmlns:a="http://schemas.openxmlformats.org/drawingml/2006/main">
              <a:ext uri="{FF2B5EF4-FFF2-40B4-BE49-F238E27FC236}">
                <a16:creationId xmlns:a16="http://schemas.microsoft.com/office/drawing/2014/main" id="{41668D1D-C601-42EE-A7E7-A9258C91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707">
            <a:extLst xmlns:a="http://schemas.openxmlformats.org/drawingml/2006/main">
              <a:ext uri="{FF2B5EF4-FFF2-40B4-BE49-F238E27FC236}">
                <a16:creationId xmlns:a16="http://schemas.microsoft.com/office/drawing/2014/main" id="{1A37E606-DF4E-4BFF-9B20-F58EA68A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708">
            <a:extLst xmlns:a="http://schemas.openxmlformats.org/drawingml/2006/main">
              <a:ext uri="{FF2B5EF4-FFF2-40B4-BE49-F238E27FC236}">
                <a16:creationId xmlns:a16="http://schemas.microsoft.com/office/drawing/2014/main" id="{38E35FFB-B58C-451F-89DA-B668D11A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09">
            <a:extLst xmlns:a="http://schemas.openxmlformats.org/drawingml/2006/main">
              <a:ext uri="{FF2B5EF4-FFF2-40B4-BE49-F238E27FC236}">
                <a16:creationId xmlns:a16="http://schemas.microsoft.com/office/drawing/2014/main" id="{F12494AF-8A9D-4F94-9370-6A7450D5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10">
            <a:extLst xmlns:a="http://schemas.openxmlformats.org/drawingml/2006/main">
              <a:ext uri="{FF2B5EF4-FFF2-40B4-BE49-F238E27FC236}">
                <a16:creationId xmlns:a16="http://schemas.microsoft.com/office/drawing/2014/main" id="{45E064E1-B987-4C7E-88AA-877BF03A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711">
            <a:extLst xmlns:a="http://schemas.openxmlformats.org/drawingml/2006/main">
              <a:ext uri="{FF2B5EF4-FFF2-40B4-BE49-F238E27FC236}">
                <a16:creationId xmlns:a16="http://schemas.microsoft.com/office/drawing/2014/main" id="{D3AF07F8-5516-4DF2-AB13-50168B0B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712">
            <a:extLst xmlns:a="http://schemas.openxmlformats.org/drawingml/2006/main">
              <a:ext uri="{FF2B5EF4-FFF2-40B4-BE49-F238E27FC236}">
                <a16:creationId xmlns:a16="http://schemas.microsoft.com/office/drawing/2014/main" id="{154AF5B9-5631-410B-AB04-FCB82659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13">
            <a:extLst xmlns:a="http://schemas.openxmlformats.org/drawingml/2006/main">
              <a:ext uri="{FF2B5EF4-FFF2-40B4-BE49-F238E27FC236}">
                <a16:creationId xmlns:a16="http://schemas.microsoft.com/office/drawing/2014/main" id="{ACBDD7A7-66ED-4A89-84D3-C4189DED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14">
            <a:extLst xmlns:a="http://schemas.openxmlformats.org/drawingml/2006/main">
              <a:ext uri="{FF2B5EF4-FFF2-40B4-BE49-F238E27FC236}">
                <a16:creationId xmlns:a16="http://schemas.microsoft.com/office/drawing/2014/main" id="{C705FAA2-22B8-4582-9A79-94703326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715">
            <a:extLst xmlns:a="http://schemas.openxmlformats.org/drawingml/2006/main">
              <a:ext uri="{FF2B5EF4-FFF2-40B4-BE49-F238E27FC236}">
                <a16:creationId xmlns:a16="http://schemas.microsoft.com/office/drawing/2014/main" id="{25559980-C54E-4FF3-98F3-F7EFBC47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716">
            <a:extLst xmlns:a="http://schemas.openxmlformats.org/drawingml/2006/main">
              <a:ext uri="{FF2B5EF4-FFF2-40B4-BE49-F238E27FC236}">
                <a16:creationId xmlns:a16="http://schemas.microsoft.com/office/drawing/2014/main" id="{0713E394-6B08-4564-8F68-328AE475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17">
            <a:extLst xmlns:a="http://schemas.openxmlformats.org/drawingml/2006/main">
              <a:ext uri="{FF2B5EF4-FFF2-40B4-BE49-F238E27FC236}">
                <a16:creationId xmlns:a16="http://schemas.microsoft.com/office/drawing/2014/main" id="{BC9BFFA6-740D-4B22-952F-BB084081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18">
            <a:extLst xmlns:a="http://schemas.openxmlformats.org/drawingml/2006/main">
              <a:ext uri="{FF2B5EF4-FFF2-40B4-BE49-F238E27FC236}">
                <a16:creationId xmlns:a16="http://schemas.microsoft.com/office/drawing/2014/main" id="{E43A0862-8111-4B24-AFCA-4B0556CE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719">
            <a:extLst xmlns:a="http://schemas.openxmlformats.org/drawingml/2006/main">
              <a:ext uri="{FF2B5EF4-FFF2-40B4-BE49-F238E27FC236}">
                <a16:creationId xmlns:a16="http://schemas.microsoft.com/office/drawing/2014/main" id="{2D15AC04-E202-4B3B-A717-79151DE5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927">
            <a:extLst xmlns:a="http://schemas.openxmlformats.org/drawingml/2006/main">
              <a:ext uri="{FF2B5EF4-FFF2-40B4-BE49-F238E27FC236}">
                <a16:creationId xmlns:a16="http://schemas.microsoft.com/office/drawing/2014/main" id="{B3B4477D-B564-4592-A861-351AAB66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eb5c297e5754384"/>
              </a:rPr>
              <a:t>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920a33f7fac434d"/>
              </a:rPr>
              <a:t>會議紀錄 ↗</a:t>
            </a:r>
          </a:p>
        </p:txBody>
      </p:sp>
      <p:sp>
        <p:nvSpPr>
          <p:cNvPr id="23" name="shape-992">
            <a:extLst xmlns:a="http://schemas.openxmlformats.org/drawingml/2006/main">
              <a:ext uri="{FF2B5EF4-FFF2-40B4-BE49-F238E27FC236}">
                <a16:creationId xmlns:a16="http://schemas.microsoft.com/office/drawing/2014/main" id="{2EA085C1-0242-43A8-B39E-6EF34EED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20f49907d3458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993">
            <a:extLst xmlns:a="http://schemas.openxmlformats.org/drawingml/2006/main">
              <a:ext uri="{FF2B5EF4-FFF2-40B4-BE49-F238E27FC236}">
                <a16:creationId xmlns:a16="http://schemas.microsoft.com/office/drawing/2014/main" id="{F35AED61-72FB-4455-B845-2094C749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faf345677406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994">
            <a:extLst xmlns:a="http://schemas.openxmlformats.org/drawingml/2006/main">
              <a:ext uri="{FF2B5EF4-FFF2-40B4-BE49-F238E27FC236}">
                <a16:creationId xmlns:a16="http://schemas.microsoft.com/office/drawing/2014/main" id="{0BC9F739-EF3C-47AB-B7BC-10FA838F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1143167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720">
            <a:extLst xmlns:a="http://schemas.openxmlformats.org/drawingml/2006/main">
              <a:ext uri="{FF2B5EF4-FFF2-40B4-BE49-F238E27FC236}">
                <a16:creationId xmlns:a16="http://schemas.microsoft.com/office/drawing/2014/main" id="{D682B991-0BAC-42B4-BE1B-A2E20584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5388592-5BE9-4F94-8DA8-1DA46915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72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22">
            <a:extLst xmlns:a="http://schemas.openxmlformats.org/drawingml/2006/main">
              <a:ext uri="{FF2B5EF4-FFF2-40B4-BE49-F238E27FC236}">
                <a16:creationId xmlns:a16="http://schemas.microsoft.com/office/drawing/2014/main" id="{91539D99-42B2-4629-A71D-FE84C2F5F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A9A9A5-DE07-4BE8-817A-9A83CF3A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shape-723">
            <a:extLst xmlns:a="http://schemas.openxmlformats.org/drawingml/2006/main">
              <a:ext uri="{FF2B5EF4-FFF2-40B4-BE49-F238E27FC236}">
                <a16:creationId xmlns:a16="http://schemas.microsoft.com/office/drawing/2014/main" id="{28248233-44F7-42FE-BDF2-4E8AF4E2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24">
            <a:extLst xmlns:a="http://schemas.openxmlformats.org/drawingml/2006/main">
              <a:ext uri="{FF2B5EF4-FFF2-40B4-BE49-F238E27FC236}">
                <a16:creationId xmlns:a16="http://schemas.microsoft.com/office/drawing/2014/main" id="{777CAA8F-29A3-4D77-8229-6EEBC3AA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725">
            <a:extLst xmlns:a="http://schemas.openxmlformats.org/drawingml/2006/main">
              <a:ext uri="{FF2B5EF4-FFF2-40B4-BE49-F238E27FC236}">
                <a16:creationId xmlns:a16="http://schemas.microsoft.com/office/drawing/2014/main" id="{1DFB4CCA-86A9-4481-AB45-164FCA5A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726">
            <a:extLst xmlns:a="http://schemas.openxmlformats.org/drawingml/2006/main">
              <a:ext uri="{FF2B5EF4-FFF2-40B4-BE49-F238E27FC236}">
                <a16:creationId xmlns:a16="http://schemas.microsoft.com/office/drawing/2014/main" id="{418C3F2F-912D-47DF-8C2F-9E309B79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可直接嵌入 Canvas 作品與會議紀錄系統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拖放編輯、多人協作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727">
            <a:extLst xmlns:a="http://schemas.openxmlformats.org/drawingml/2006/main">
              <a:ext uri="{FF2B5EF4-FFF2-40B4-BE49-F238E27FC236}">
                <a16:creationId xmlns:a16="http://schemas.microsoft.com/office/drawing/2014/main" id="{74D105B9-5B68-4B30-86E2-2725AF9C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728">
            <a:extLst xmlns:a="http://schemas.openxmlformats.org/drawingml/2006/main">
              <a:ext uri="{FF2B5EF4-FFF2-40B4-BE49-F238E27FC236}">
                <a16:creationId xmlns:a16="http://schemas.microsoft.com/office/drawing/2014/main" id="{16A1404A-879D-48E8-9BD2-5DAE7A6B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原型可改成可版本化網站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729">
            <a:extLst xmlns:a="http://schemas.openxmlformats.org/drawingml/2006/main">
              <a:ext uri="{FF2B5EF4-FFF2-40B4-BE49-F238E27FC236}">
                <a16:creationId xmlns:a16="http://schemas.microsoft.com/office/drawing/2014/main" id="{527EF689-3972-488A-9E81-F17098CF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730">
            <a:extLst xmlns:a="http://schemas.openxmlformats.org/drawingml/2006/main">
              <a:ext uri="{FF2B5EF4-FFF2-40B4-BE49-F238E27FC236}">
                <a16:creationId xmlns:a16="http://schemas.microsoft.com/office/drawing/2014/main" id="{96573C3C-234F-4C5D-813F-779F528C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731">
            <a:extLst xmlns:a="http://schemas.openxmlformats.org/drawingml/2006/main">
              <a:ext uri="{FF2B5EF4-FFF2-40B4-BE49-F238E27FC236}">
                <a16:creationId xmlns:a16="http://schemas.microsoft.com/office/drawing/2014/main" id="{A28871AC-350A-4DA3-9DE0-BEA721B9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732">
            <a:extLst xmlns:a="http://schemas.openxmlformats.org/drawingml/2006/main">
              <a:ext uri="{FF2B5EF4-FFF2-40B4-BE49-F238E27FC236}">
                <a16:creationId xmlns:a16="http://schemas.microsoft.com/office/drawing/2014/main" id="{2B033A41-4970-42AA-BBAA-E0C72527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928">
            <a:extLst xmlns:a="http://schemas.openxmlformats.org/drawingml/2006/main">
              <a:ext uri="{FF2B5EF4-FFF2-40B4-BE49-F238E27FC236}">
                <a16:creationId xmlns:a16="http://schemas.microsoft.com/office/drawing/2014/main" id="{B3E02CF1-BE5A-47BD-89DD-3188286D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2ece8ae526846f1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25f7ab5258643be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21c783380f24c1d"/>
              </a:rPr>
              <a:t>EZPage ↗</a:t>
            </a:r>
          </a:p>
        </p:txBody>
      </p:sp>
      <p:sp>
        <p:nvSpPr>
          <p:cNvPr id="19" name="shape-995">
            <a:extLst xmlns:a="http://schemas.openxmlformats.org/drawingml/2006/main">
              <a:ext uri="{FF2B5EF4-FFF2-40B4-BE49-F238E27FC236}">
                <a16:creationId xmlns:a16="http://schemas.microsoft.com/office/drawing/2014/main" id="{577CBBCE-0821-412D-BA4D-DFA37232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ce9b579cc4454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996">
            <a:extLst xmlns:a="http://schemas.openxmlformats.org/drawingml/2006/main">
              <a:ext uri="{FF2B5EF4-FFF2-40B4-BE49-F238E27FC236}">
                <a16:creationId xmlns:a16="http://schemas.microsoft.com/office/drawing/2014/main" id="{0061A21B-D19A-4D0B-8F85-97101CB1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10e04ece664302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997">
            <a:extLst xmlns:a="http://schemas.openxmlformats.org/drawingml/2006/main">
              <a:ext uri="{FF2B5EF4-FFF2-40B4-BE49-F238E27FC236}">
                <a16:creationId xmlns:a16="http://schemas.microsoft.com/office/drawing/2014/main" id="{FA8B1884-3E12-4D91-BA06-EE354A67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77ad91992e479d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998">
            <a:extLst xmlns:a="http://schemas.openxmlformats.org/drawingml/2006/main">
              <a:ext uri="{FF2B5EF4-FFF2-40B4-BE49-F238E27FC236}">
                <a16:creationId xmlns:a16="http://schemas.microsoft.com/office/drawing/2014/main" id="{D846C116-0C76-4BA9-83BC-2F2F79F1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33904217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733">
            <a:extLst xmlns:a="http://schemas.openxmlformats.org/drawingml/2006/main">
              <a:ext uri="{FF2B5EF4-FFF2-40B4-BE49-F238E27FC236}">
                <a16:creationId xmlns:a16="http://schemas.microsoft.com/office/drawing/2014/main" id="{651FDE73-E061-4A60-ACE7-EA69A4A0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 · EMBED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B6A06C6-F184-4E61-8EC2-75A3B77D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Sites：嵌入 Canvas 會議紀錄系統</a:t>
            </a:r>
          </a:p>
        </p:txBody>
      </p:sp>
      <p:cxnSp>
        <p:nvCxnSpPr>
          <p:cNvPr id="38" name="shape-7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35">
            <a:extLst xmlns:a="http://schemas.openxmlformats.org/drawingml/2006/main">
              <a:ext uri="{FF2B5EF4-FFF2-40B4-BE49-F238E27FC236}">
                <a16:creationId xmlns:a16="http://schemas.microsoft.com/office/drawing/2014/main" id="{1A41FF59-C53E-445A-A5F7-90EF6EB6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574CA5D-1D76-425F-94F9-00106E77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736">
            <a:extLst xmlns:a="http://schemas.openxmlformats.org/drawingml/2006/main">
              <a:ext uri="{FF2B5EF4-FFF2-40B4-BE49-F238E27FC236}">
                <a16:creationId xmlns:a16="http://schemas.microsoft.com/office/drawing/2014/main" id="{5E1CA9E0-3522-431D-BBE7-47A8E8BB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37">
            <a:extLst xmlns:a="http://schemas.openxmlformats.org/drawingml/2006/main">
              <a:ext uri="{FF2B5EF4-FFF2-40B4-BE49-F238E27FC236}">
                <a16:creationId xmlns:a16="http://schemas.microsoft.com/office/drawing/2014/main" id="{E377572B-85C7-4ED9-A458-F42C1119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38">
            <a:extLst xmlns:a="http://schemas.openxmlformats.org/drawingml/2006/main">
              <a:ext uri="{FF2B5EF4-FFF2-40B4-BE49-F238E27FC236}">
                <a16:creationId xmlns:a16="http://schemas.microsoft.com/office/drawing/2014/main" id="{4FD82680-25BE-47D5-9592-3C7B474A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39">
            <a:extLst xmlns:a="http://schemas.openxmlformats.org/drawingml/2006/main">
              <a:ext uri="{FF2B5EF4-FFF2-40B4-BE49-F238E27FC236}">
                <a16:creationId xmlns:a16="http://schemas.microsoft.com/office/drawing/2014/main" id="{1F6515F2-7F00-4730-94DF-9B15E42D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準備網址</a:t>
            </a:r>
          </a:p>
        </p:txBody>
      </p:sp>
      <p:sp>
        <p:nvSpPr>
          <p:cNvPr id="10" name="text-740">
            <a:extLst xmlns:a="http://schemas.openxmlformats.org/drawingml/2006/main">
              <a:ext uri="{FF2B5EF4-FFF2-40B4-BE49-F238E27FC236}">
                <a16:creationId xmlns:a16="http://schemas.microsoft.com/office/drawing/2014/main" id="{1001AA9E-AEE3-4A37-B9AF-9DC52BAB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 Canvas 分享權限與公開範圍</a:t>
            </a:r>
          </a:p>
        </p:txBody>
      </p:sp>
      <p:sp>
        <p:nvSpPr>
          <p:cNvPr id="11" name="text-741">
            <a:extLst xmlns:a="http://schemas.openxmlformats.org/drawingml/2006/main">
              <a:ext uri="{FF2B5EF4-FFF2-40B4-BE49-F238E27FC236}">
                <a16:creationId xmlns:a16="http://schemas.microsoft.com/office/drawing/2014/main" id="{C5EF9AB4-328E-4A48-AAE6-1A396E4A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42">
            <a:extLst xmlns:a="http://schemas.openxmlformats.org/drawingml/2006/main">
              <a:ext uri="{FF2B5EF4-FFF2-40B4-BE49-F238E27FC236}">
                <a16:creationId xmlns:a16="http://schemas.microsoft.com/office/drawing/2014/main" id="{134B2068-28AC-46D3-9F0D-5466CA7C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743">
            <a:extLst xmlns:a="http://schemas.openxmlformats.org/drawingml/2006/main">
              <a:ext uri="{FF2B5EF4-FFF2-40B4-BE49-F238E27FC236}">
                <a16:creationId xmlns:a16="http://schemas.microsoft.com/office/drawing/2014/main" id="{12E4A231-7774-4A30-B247-5DB0C61C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44">
            <a:extLst xmlns:a="http://schemas.openxmlformats.org/drawingml/2006/main">
              <a:ext uri="{FF2B5EF4-FFF2-40B4-BE49-F238E27FC236}">
                <a16:creationId xmlns:a16="http://schemas.microsoft.com/office/drawing/2014/main" id="{B2ADD9A7-90E8-489E-AF33-F875C47E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45">
            <a:extLst xmlns:a="http://schemas.openxmlformats.org/drawingml/2006/main">
              <a:ext uri="{FF2B5EF4-FFF2-40B4-BE49-F238E27FC236}">
                <a16:creationId xmlns:a16="http://schemas.microsoft.com/office/drawing/2014/main" id="{C430899B-BB4F-45F4-926C-4CC42F38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插入嵌入</a:t>
            </a:r>
          </a:p>
        </p:txBody>
      </p:sp>
      <p:sp>
        <p:nvSpPr>
          <p:cNvPr id="16" name="text-746">
            <a:extLst xmlns:a="http://schemas.openxmlformats.org/drawingml/2006/main">
              <a:ext uri="{FF2B5EF4-FFF2-40B4-BE49-F238E27FC236}">
                <a16:creationId xmlns:a16="http://schemas.microsoft.com/office/drawing/2014/main" id="{23FAA0BE-EEB6-4E3B-AD7E-B9580FAA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頁面 → 插入 → 嵌入 → 網址／嵌入碼</a:t>
            </a:r>
          </a:p>
        </p:txBody>
      </p:sp>
      <p:sp>
        <p:nvSpPr>
          <p:cNvPr id="17" name="text-747">
            <a:extLst xmlns:a="http://schemas.openxmlformats.org/drawingml/2006/main">
              <a:ext uri="{FF2B5EF4-FFF2-40B4-BE49-F238E27FC236}">
                <a16:creationId xmlns:a16="http://schemas.microsoft.com/office/drawing/2014/main" id="{5B6F2047-5070-4423-AF2C-E2FF2B75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48">
            <a:extLst xmlns:a="http://schemas.openxmlformats.org/drawingml/2006/main">
              <a:ext uri="{FF2B5EF4-FFF2-40B4-BE49-F238E27FC236}">
                <a16:creationId xmlns:a16="http://schemas.microsoft.com/office/drawing/2014/main" id="{1C720F0D-3369-4813-A325-782B1B68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749">
            <a:extLst xmlns:a="http://schemas.openxmlformats.org/drawingml/2006/main">
              <a:ext uri="{FF2B5EF4-FFF2-40B4-BE49-F238E27FC236}">
                <a16:creationId xmlns:a16="http://schemas.microsoft.com/office/drawing/2014/main" id="{FC238845-5330-4406-96CC-D7981474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50">
            <a:extLst xmlns:a="http://schemas.openxmlformats.org/drawingml/2006/main">
              <a:ext uri="{FF2B5EF4-FFF2-40B4-BE49-F238E27FC236}">
                <a16:creationId xmlns:a16="http://schemas.microsoft.com/office/drawing/2014/main" id="{53579E6A-23D7-49A1-AB50-24FFF5B2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51">
            <a:extLst xmlns:a="http://schemas.openxmlformats.org/drawingml/2006/main">
              <a:ext uri="{FF2B5EF4-FFF2-40B4-BE49-F238E27FC236}">
                <a16:creationId xmlns:a16="http://schemas.microsoft.com/office/drawing/2014/main" id="{65CA8F41-C018-4CDD-9918-AA32906C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調整版面</a:t>
            </a:r>
          </a:p>
        </p:txBody>
      </p:sp>
      <p:sp>
        <p:nvSpPr>
          <p:cNvPr id="22" name="text-752">
            <a:extLst xmlns:a="http://schemas.openxmlformats.org/drawingml/2006/main">
              <a:ext uri="{FF2B5EF4-FFF2-40B4-BE49-F238E27FC236}">
                <a16:creationId xmlns:a16="http://schemas.microsoft.com/office/drawing/2014/main" id="{2416A06C-DA7E-4793-B1BE-3F1B8BFD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設定寬度、說明文字，預覽手機版</a:t>
            </a:r>
          </a:p>
        </p:txBody>
      </p:sp>
      <p:sp>
        <p:nvSpPr>
          <p:cNvPr id="23" name="text-753">
            <a:extLst xmlns:a="http://schemas.openxmlformats.org/drawingml/2006/main">
              <a:ext uri="{FF2B5EF4-FFF2-40B4-BE49-F238E27FC236}">
                <a16:creationId xmlns:a16="http://schemas.microsoft.com/office/drawing/2014/main" id="{817C2C14-5EC2-4F63-AAC1-6F3CF7C2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754">
            <a:extLst xmlns:a="http://schemas.openxmlformats.org/drawingml/2006/main">
              <a:ext uri="{FF2B5EF4-FFF2-40B4-BE49-F238E27FC236}">
                <a16:creationId xmlns:a16="http://schemas.microsoft.com/office/drawing/2014/main" id="{876A99D5-FF3F-44F2-B373-8F1A9A3A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755">
            <a:extLst xmlns:a="http://schemas.openxmlformats.org/drawingml/2006/main">
              <a:ext uri="{FF2B5EF4-FFF2-40B4-BE49-F238E27FC236}">
                <a16:creationId xmlns:a16="http://schemas.microsoft.com/office/drawing/2014/main" id="{7BBEAE22-2895-4EA2-8A44-A0E43101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756">
            <a:extLst xmlns:a="http://schemas.openxmlformats.org/drawingml/2006/main">
              <a:ext uri="{FF2B5EF4-FFF2-40B4-BE49-F238E27FC236}">
                <a16:creationId xmlns:a16="http://schemas.microsoft.com/office/drawing/2014/main" id="{C820DC82-14E2-466C-8F37-3F660BDE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757">
            <a:extLst xmlns:a="http://schemas.openxmlformats.org/drawingml/2006/main">
              <a:ext uri="{FF2B5EF4-FFF2-40B4-BE49-F238E27FC236}">
                <a16:creationId xmlns:a16="http://schemas.microsoft.com/office/drawing/2014/main" id="{DF392CCE-7DD8-41F8-8D2E-7E0D58A0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發布驗證</a:t>
            </a:r>
          </a:p>
        </p:txBody>
      </p:sp>
      <p:sp>
        <p:nvSpPr>
          <p:cNvPr id="28" name="text-758">
            <a:extLst xmlns:a="http://schemas.openxmlformats.org/drawingml/2006/main">
              <a:ext uri="{FF2B5EF4-FFF2-40B4-BE49-F238E27FC236}">
                <a16:creationId xmlns:a16="http://schemas.microsoft.com/office/drawing/2014/main" id="{453D6AC5-8EA9-4F9D-9A5E-9F713842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檢查權限、連結、資料邊界與外開備援</a:t>
            </a:r>
          </a:p>
        </p:txBody>
      </p:sp>
      <p:sp>
        <p:nvSpPr>
          <p:cNvPr id="29" name="text-759">
            <a:extLst xmlns:a="http://schemas.openxmlformats.org/drawingml/2006/main">
              <a:ext uri="{FF2B5EF4-FFF2-40B4-BE49-F238E27FC236}">
                <a16:creationId xmlns:a16="http://schemas.microsoft.com/office/drawing/2014/main" id="{EA7EB463-5217-4746-9C84-174F82DD0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30">
            <a:extLst xmlns:a="http://schemas.openxmlformats.org/drawingml/2006/main">
              <a:ext uri="{FF2B5EF4-FFF2-40B4-BE49-F238E27FC236}">
                <a16:creationId xmlns:a16="http://schemas.microsoft.com/office/drawing/2014/main" id="{BB0D1FC4-7DD8-4E2F-A15C-CAF09BD9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1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65fb960e509458f"/>
              </a:rPr>
              <a:t>建立 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2c8c2aeaf254b1a"/>
              </a:rPr>
              <a:t>會議報告站 ↗</a:t>
            </a:r>
          </a:p>
        </p:txBody>
      </p:sp>
      <p:sp>
        <p:nvSpPr>
          <p:cNvPr id="31" name="shape-1003">
            <a:extLst xmlns:a="http://schemas.openxmlformats.org/drawingml/2006/main">
              <a:ext uri="{FF2B5EF4-FFF2-40B4-BE49-F238E27FC236}">
                <a16:creationId xmlns:a16="http://schemas.microsoft.com/office/drawing/2014/main" id="{7D9EE992-5F4C-49BA-8CE7-22E1CA82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92f65711e74fb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004">
            <a:extLst xmlns:a="http://schemas.openxmlformats.org/drawingml/2006/main">
              <a:ext uri="{FF2B5EF4-FFF2-40B4-BE49-F238E27FC236}">
                <a16:creationId xmlns:a16="http://schemas.microsoft.com/office/drawing/2014/main" id="{F1FF43FF-E416-4FF4-83EF-E234783E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3f267857b5495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005">
            <a:extLst xmlns:a="http://schemas.openxmlformats.org/drawingml/2006/main">
              <a:ext uri="{FF2B5EF4-FFF2-40B4-BE49-F238E27FC236}">
                <a16:creationId xmlns:a16="http://schemas.microsoft.com/office/drawing/2014/main" id="{D0A2D3AF-F03D-4652-B4FF-9F07BBA2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會議報告站</a:t>
            </a:r>
          </a:p>
        </p:txBody>
      </p:sp>
    </p:spTree>
    <p:extLst>
      <p:ext uri="{BB962C8B-B14F-4D97-AF65-F5344CB8AC3E}">
        <p14:creationId xmlns:p14="http://schemas.microsoft.com/office/powerpoint/2010/main" val="1372580668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760">
            <a:extLst xmlns:a="http://schemas.openxmlformats.org/drawingml/2006/main">
              <a:ext uri="{FF2B5EF4-FFF2-40B4-BE49-F238E27FC236}">
                <a16:creationId xmlns:a16="http://schemas.microsoft.com/office/drawing/2014/main" id="{E1C036BB-6681-4663-ADB5-D1E5C587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A2D8B5-E919-4532-922D-EA23B107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40" name="shape-7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62">
            <a:extLst xmlns:a="http://schemas.openxmlformats.org/drawingml/2006/main">
              <a:ext uri="{FF2B5EF4-FFF2-40B4-BE49-F238E27FC236}">
                <a16:creationId xmlns:a16="http://schemas.microsoft.com/office/drawing/2014/main" id="{165F38DD-A561-4D79-9F78-2DC4F216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2BF16A7-FBBF-44F6-BF25-58BAC394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sp>
        <p:nvSpPr>
          <p:cNvPr id="6" name="shape-763">
            <a:extLst xmlns:a="http://schemas.openxmlformats.org/drawingml/2006/main">
              <a:ext uri="{FF2B5EF4-FFF2-40B4-BE49-F238E27FC236}">
                <a16:creationId xmlns:a16="http://schemas.microsoft.com/office/drawing/2014/main" id="{E8E01EC2-72A9-435F-ACB3-495513B6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64">
            <a:extLst xmlns:a="http://schemas.openxmlformats.org/drawingml/2006/main">
              <a:ext uri="{FF2B5EF4-FFF2-40B4-BE49-F238E27FC236}">
                <a16:creationId xmlns:a16="http://schemas.microsoft.com/office/drawing/2014/main" id="{14FD3279-8E98-4B3E-8266-03B7D540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65">
            <a:extLst xmlns:a="http://schemas.openxmlformats.org/drawingml/2006/main">
              <a:ext uri="{FF2B5EF4-FFF2-40B4-BE49-F238E27FC236}">
                <a16:creationId xmlns:a16="http://schemas.microsoft.com/office/drawing/2014/main" id="{5F19CE94-7F64-475C-A23B-D1DB634F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66">
            <a:extLst xmlns:a="http://schemas.openxmlformats.org/drawingml/2006/main">
              <a:ext uri="{FF2B5EF4-FFF2-40B4-BE49-F238E27FC236}">
                <a16:creationId xmlns:a16="http://schemas.microsoft.com/office/drawing/2014/main" id="{83D51C5F-81A6-420C-B3B7-3EBFFC2C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10" name="text-767">
            <a:extLst xmlns:a="http://schemas.openxmlformats.org/drawingml/2006/main">
              <a:ext uri="{FF2B5EF4-FFF2-40B4-BE49-F238E27FC236}">
                <a16:creationId xmlns:a16="http://schemas.microsoft.com/office/drawing/2014/main" id="{709F11E9-8091-4A71-9E1C-23ED7670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11" name="text-768">
            <a:extLst xmlns:a="http://schemas.openxmlformats.org/drawingml/2006/main">
              <a:ext uri="{FF2B5EF4-FFF2-40B4-BE49-F238E27FC236}">
                <a16:creationId xmlns:a16="http://schemas.microsoft.com/office/drawing/2014/main" id="{FD662110-9DD4-4F03-9767-CE295B43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69">
            <a:extLst xmlns:a="http://schemas.openxmlformats.org/drawingml/2006/main">
              <a:ext uri="{FF2B5EF4-FFF2-40B4-BE49-F238E27FC236}">
                <a16:creationId xmlns:a16="http://schemas.microsoft.com/office/drawing/2014/main" id="{4C57C0AD-6170-49C6-8676-BE7005E8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770">
            <a:extLst xmlns:a="http://schemas.openxmlformats.org/drawingml/2006/main">
              <a:ext uri="{FF2B5EF4-FFF2-40B4-BE49-F238E27FC236}">
                <a16:creationId xmlns:a16="http://schemas.microsoft.com/office/drawing/2014/main" id="{F4F551E3-C572-4415-B1E3-43FFD6B0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71">
            <a:extLst xmlns:a="http://schemas.openxmlformats.org/drawingml/2006/main">
              <a:ext uri="{FF2B5EF4-FFF2-40B4-BE49-F238E27FC236}">
                <a16:creationId xmlns:a16="http://schemas.microsoft.com/office/drawing/2014/main" id="{0AC7CB23-DF87-46F0-9B59-626A747E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72">
            <a:extLst xmlns:a="http://schemas.openxmlformats.org/drawingml/2006/main">
              <a:ext uri="{FF2B5EF4-FFF2-40B4-BE49-F238E27FC236}">
                <a16:creationId xmlns:a16="http://schemas.microsoft.com/office/drawing/2014/main" id="{435B1F0D-7CFE-4722-9F81-06D778E0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6" name="text-773">
            <a:extLst xmlns:a="http://schemas.openxmlformats.org/drawingml/2006/main">
              <a:ext uri="{FF2B5EF4-FFF2-40B4-BE49-F238E27FC236}">
                <a16:creationId xmlns:a16="http://schemas.microsoft.com/office/drawing/2014/main" id="{AF81C711-AC19-4A0A-A59D-7D91AA86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7" name="text-774">
            <a:extLst xmlns:a="http://schemas.openxmlformats.org/drawingml/2006/main">
              <a:ext uri="{FF2B5EF4-FFF2-40B4-BE49-F238E27FC236}">
                <a16:creationId xmlns:a16="http://schemas.microsoft.com/office/drawing/2014/main" id="{60A9F912-ABB7-47D9-80CE-0494C550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75">
            <a:extLst xmlns:a="http://schemas.openxmlformats.org/drawingml/2006/main">
              <a:ext uri="{FF2B5EF4-FFF2-40B4-BE49-F238E27FC236}">
                <a16:creationId xmlns:a16="http://schemas.microsoft.com/office/drawing/2014/main" id="{D12D9FC1-B336-4051-AFB4-F30964F1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776">
            <a:extLst xmlns:a="http://schemas.openxmlformats.org/drawingml/2006/main">
              <a:ext uri="{FF2B5EF4-FFF2-40B4-BE49-F238E27FC236}">
                <a16:creationId xmlns:a16="http://schemas.microsoft.com/office/drawing/2014/main" id="{28D77ED1-06EF-4F56-9302-89C1C6EF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77">
            <a:extLst xmlns:a="http://schemas.openxmlformats.org/drawingml/2006/main">
              <a:ext uri="{FF2B5EF4-FFF2-40B4-BE49-F238E27FC236}">
                <a16:creationId xmlns:a16="http://schemas.microsoft.com/office/drawing/2014/main" id="{49794429-36A3-4F3A-B31B-73064D70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78">
            <a:extLst xmlns:a="http://schemas.openxmlformats.org/drawingml/2006/main">
              <a:ext uri="{FF2B5EF4-FFF2-40B4-BE49-F238E27FC236}">
                <a16:creationId xmlns:a16="http://schemas.microsoft.com/office/drawing/2014/main" id="{DC117735-54A4-489C-8D16-5EC34E6D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22" name="text-779">
            <a:extLst xmlns:a="http://schemas.openxmlformats.org/drawingml/2006/main">
              <a:ext uri="{FF2B5EF4-FFF2-40B4-BE49-F238E27FC236}">
                <a16:creationId xmlns:a16="http://schemas.microsoft.com/office/drawing/2014/main" id="{7043657A-C0AC-46E4-BF14-5C58FDEF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23" name="text-780">
            <a:extLst xmlns:a="http://schemas.openxmlformats.org/drawingml/2006/main">
              <a:ext uri="{FF2B5EF4-FFF2-40B4-BE49-F238E27FC236}">
                <a16:creationId xmlns:a16="http://schemas.microsoft.com/office/drawing/2014/main" id="{99DE0EEB-094F-4557-B098-F8A25B71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781">
            <a:extLst xmlns:a="http://schemas.openxmlformats.org/drawingml/2006/main">
              <a:ext uri="{FF2B5EF4-FFF2-40B4-BE49-F238E27FC236}">
                <a16:creationId xmlns:a16="http://schemas.microsoft.com/office/drawing/2014/main" id="{0DE7C32F-A371-4039-BF7A-E4B5D577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782">
            <a:extLst xmlns:a="http://schemas.openxmlformats.org/drawingml/2006/main">
              <a:ext uri="{FF2B5EF4-FFF2-40B4-BE49-F238E27FC236}">
                <a16:creationId xmlns:a16="http://schemas.microsoft.com/office/drawing/2014/main" id="{360DC0C2-A7F8-4342-8F5A-5CAFC661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783">
            <a:extLst xmlns:a="http://schemas.openxmlformats.org/drawingml/2006/main">
              <a:ext uri="{FF2B5EF4-FFF2-40B4-BE49-F238E27FC236}">
                <a16:creationId xmlns:a16="http://schemas.microsoft.com/office/drawing/2014/main" id="{5BA7FA7F-ABA3-43C6-9E77-246AA5212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784">
            <a:extLst xmlns:a="http://schemas.openxmlformats.org/drawingml/2006/main">
              <a:ext uri="{FF2B5EF4-FFF2-40B4-BE49-F238E27FC236}">
                <a16:creationId xmlns:a16="http://schemas.microsoft.com/office/drawing/2014/main" id="{CBB5AF85-700B-4A31-BFFF-9A940F3A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8" name="text-785">
            <a:extLst xmlns:a="http://schemas.openxmlformats.org/drawingml/2006/main">
              <a:ext uri="{FF2B5EF4-FFF2-40B4-BE49-F238E27FC236}">
                <a16:creationId xmlns:a16="http://schemas.microsoft.com/office/drawing/2014/main" id="{A521C28F-E991-4181-B92E-3F79D51E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9" name="text-786">
            <a:extLst xmlns:a="http://schemas.openxmlformats.org/drawingml/2006/main">
              <a:ext uri="{FF2B5EF4-FFF2-40B4-BE49-F238E27FC236}">
                <a16:creationId xmlns:a16="http://schemas.microsoft.com/office/drawing/2014/main" id="{167A0599-FBB4-40BC-8683-C12BEBF7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shape-787">
            <a:extLst xmlns:a="http://schemas.openxmlformats.org/drawingml/2006/main">
              <a:ext uri="{FF2B5EF4-FFF2-40B4-BE49-F238E27FC236}">
                <a16:creationId xmlns:a16="http://schemas.microsoft.com/office/drawing/2014/main" id="{9F430A5E-8A6E-45F9-BDAB-F173DA11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14950"/>
            <a:ext cx="24288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788">
            <a:extLst xmlns:a="http://schemas.openxmlformats.org/drawingml/2006/main">
              <a:ext uri="{FF2B5EF4-FFF2-40B4-BE49-F238E27FC236}">
                <a16:creationId xmlns:a16="http://schemas.microsoft.com/office/drawing/2014/main" id="{BEC878D2-D58C-48C0-9298-E5B8A982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81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92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GH</a:t>
            </a:r>
          </a:p>
        </p:txBody>
      </p:sp>
      <p:sp>
        <p:nvSpPr>
          <p:cNvPr id="32" name="text-789">
            <a:extLst xmlns:a="http://schemas.openxmlformats.org/drawingml/2006/main">
              <a:ext uri="{FF2B5EF4-FFF2-40B4-BE49-F238E27FC236}">
                <a16:creationId xmlns:a16="http://schemas.microsoft.com/office/drawing/2014/main" id="{D92DCFC7-40B6-4204-99E4-A0ACBA4C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391150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sp>
        <p:nvSpPr>
          <p:cNvPr id="33" name="text-790">
            <a:extLst xmlns:a="http://schemas.openxmlformats.org/drawingml/2006/main">
              <a:ext uri="{FF2B5EF4-FFF2-40B4-BE49-F238E27FC236}">
                <a16:creationId xmlns:a16="http://schemas.microsoft.com/office/drawing/2014/main" id="{356B96F7-12C5-4E43-8867-CA5AA938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91175"/>
            <a:ext cx="1781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版本・部署・公開網址</a:t>
            </a:r>
          </a:p>
        </p:txBody>
      </p:sp>
      <p:sp>
        <p:nvSpPr>
          <p:cNvPr id="34" name="text-931">
            <a:extLst xmlns:a="http://schemas.openxmlformats.org/drawingml/2006/main">
              <a:ext uri="{FF2B5EF4-FFF2-40B4-BE49-F238E27FC236}">
                <a16:creationId xmlns:a16="http://schemas.microsoft.com/office/drawing/2014/main" id="{0822D7D6-2723-4095-842F-3CAE298C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13cb96e28784bd2"/>
              </a:rPr>
              <a:t>開啟 GitHub Pages ↗</a:t>
            </a:r>
          </a:p>
        </p:txBody>
      </p:sp>
      <p:sp>
        <p:nvSpPr>
          <p:cNvPr id="35" name="shape-1006">
            <a:extLst xmlns:a="http://schemas.openxmlformats.org/drawingml/2006/main">
              <a:ext uri="{FF2B5EF4-FFF2-40B4-BE49-F238E27FC236}">
                <a16:creationId xmlns:a16="http://schemas.microsoft.com/office/drawing/2014/main" id="{A995CABB-DD5E-49D9-B5BE-1765E4EB8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20603f7cec452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7" name="text-1007">
            <a:extLst xmlns:a="http://schemas.openxmlformats.org/drawingml/2006/main">
              <a:ext uri="{FF2B5EF4-FFF2-40B4-BE49-F238E27FC236}">
                <a16:creationId xmlns:a16="http://schemas.microsoft.com/office/drawing/2014/main" id="{FB43873F-C0D5-4B68-85EE-67B7EB15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1603411842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791">
            <a:extLst xmlns:a="http://schemas.openxmlformats.org/drawingml/2006/main">
              <a:ext uri="{FF2B5EF4-FFF2-40B4-BE49-F238E27FC236}">
                <a16:creationId xmlns:a16="http://schemas.microsoft.com/office/drawing/2014/main" id="{3083C4EA-360A-4B0C-8DF6-FEB1A8A8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8C7F1C-7056-4722-ABA3-E2B47BC1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43" name="shape-79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93">
            <a:extLst xmlns:a="http://schemas.openxmlformats.org/drawingml/2006/main">
              <a:ext uri="{FF2B5EF4-FFF2-40B4-BE49-F238E27FC236}">
                <a16:creationId xmlns:a16="http://schemas.microsoft.com/office/drawing/2014/main" id="{8FCE82B2-41CA-479E-A629-7D592B0B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A8002D-1450-44A4-AFA9-21A786A7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794">
            <a:extLst xmlns:a="http://schemas.openxmlformats.org/drawingml/2006/main">
              <a:ext uri="{FF2B5EF4-FFF2-40B4-BE49-F238E27FC236}">
                <a16:creationId xmlns:a16="http://schemas.microsoft.com/office/drawing/2014/main" id="{C769600D-1522-4480-AB37-765321BF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95">
            <a:extLst xmlns:a="http://schemas.openxmlformats.org/drawingml/2006/main">
              <a:ext uri="{FF2B5EF4-FFF2-40B4-BE49-F238E27FC236}">
                <a16:creationId xmlns:a16="http://schemas.microsoft.com/office/drawing/2014/main" id="{515FF8F8-73AA-4EBE-B9F4-EDCA7C02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96">
            <a:extLst xmlns:a="http://schemas.openxmlformats.org/drawingml/2006/main">
              <a:ext uri="{FF2B5EF4-FFF2-40B4-BE49-F238E27FC236}">
                <a16:creationId xmlns:a16="http://schemas.microsoft.com/office/drawing/2014/main" id="{59E475ED-115D-4AC6-9A2B-136ABA69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97">
            <a:extLst xmlns:a="http://schemas.openxmlformats.org/drawingml/2006/main">
              <a:ext uri="{FF2B5EF4-FFF2-40B4-BE49-F238E27FC236}">
                <a16:creationId xmlns:a16="http://schemas.microsoft.com/office/drawing/2014/main" id="{5441DACA-BFC8-48CF-881E-3E3FFD93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10" name="text-798">
            <a:extLst xmlns:a="http://schemas.openxmlformats.org/drawingml/2006/main">
              <a:ext uri="{FF2B5EF4-FFF2-40B4-BE49-F238E27FC236}">
                <a16:creationId xmlns:a16="http://schemas.microsoft.com/office/drawing/2014/main" id="{97327486-EF75-456A-BAE6-B12EA02F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11" name="text-799">
            <a:extLst xmlns:a="http://schemas.openxmlformats.org/drawingml/2006/main">
              <a:ext uri="{FF2B5EF4-FFF2-40B4-BE49-F238E27FC236}">
                <a16:creationId xmlns:a16="http://schemas.microsoft.com/office/drawing/2014/main" id="{6550FB92-C470-48E3-AB46-4C970DB5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00">
            <a:extLst xmlns:a="http://schemas.openxmlformats.org/drawingml/2006/main">
              <a:ext uri="{FF2B5EF4-FFF2-40B4-BE49-F238E27FC236}">
                <a16:creationId xmlns:a16="http://schemas.microsoft.com/office/drawing/2014/main" id="{DD872830-B9CC-4812-81DB-25B1ACA0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801">
            <a:extLst xmlns:a="http://schemas.openxmlformats.org/drawingml/2006/main">
              <a:ext uri="{FF2B5EF4-FFF2-40B4-BE49-F238E27FC236}">
                <a16:creationId xmlns:a16="http://schemas.microsoft.com/office/drawing/2014/main" id="{DFE2DD7A-A1DE-438A-807F-87FB9761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02">
            <a:extLst xmlns:a="http://schemas.openxmlformats.org/drawingml/2006/main">
              <a:ext uri="{FF2B5EF4-FFF2-40B4-BE49-F238E27FC236}">
                <a16:creationId xmlns:a16="http://schemas.microsoft.com/office/drawing/2014/main" id="{AB4AF438-F531-43A3-B32C-94FB75A8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03">
            <a:extLst xmlns:a="http://schemas.openxmlformats.org/drawingml/2006/main">
              <a:ext uri="{FF2B5EF4-FFF2-40B4-BE49-F238E27FC236}">
                <a16:creationId xmlns:a16="http://schemas.microsoft.com/office/drawing/2014/main" id="{2C0356A5-1796-41D7-9E22-31C4095B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6" name="text-804">
            <a:extLst xmlns:a="http://schemas.openxmlformats.org/drawingml/2006/main">
              <a:ext uri="{FF2B5EF4-FFF2-40B4-BE49-F238E27FC236}">
                <a16:creationId xmlns:a16="http://schemas.microsoft.com/office/drawing/2014/main" id="{8E6DCAA9-39BE-49BC-889D-051BBDA7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7" name="text-805">
            <a:extLst xmlns:a="http://schemas.openxmlformats.org/drawingml/2006/main">
              <a:ext uri="{FF2B5EF4-FFF2-40B4-BE49-F238E27FC236}">
                <a16:creationId xmlns:a16="http://schemas.microsoft.com/office/drawing/2014/main" id="{9B6E0571-7482-400D-A18E-BC33CD6F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06">
            <a:extLst xmlns:a="http://schemas.openxmlformats.org/drawingml/2006/main">
              <a:ext uri="{FF2B5EF4-FFF2-40B4-BE49-F238E27FC236}">
                <a16:creationId xmlns:a16="http://schemas.microsoft.com/office/drawing/2014/main" id="{D6380B0B-DC16-4C44-ABE6-235C5908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807">
            <a:extLst xmlns:a="http://schemas.openxmlformats.org/drawingml/2006/main">
              <a:ext uri="{FF2B5EF4-FFF2-40B4-BE49-F238E27FC236}">
                <a16:creationId xmlns:a16="http://schemas.microsoft.com/office/drawing/2014/main" id="{B4332BE3-1BE8-4EAF-ACF7-DABB92A6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08">
            <a:extLst xmlns:a="http://schemas.openxmlformats.org/drawingml/2006/main">
              <a:ext uri="{FF2B5EF4-FFF2-40B4-BE49-F238E27FC236}">
                <a16:creationId xmlns:a16="http://schemas.microsoft.com/office/drawing/2014/main" id="{15B9DCA0-ACAA-49C0-89D5-99D600D0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09">
            <a:extLst xmlns:a="http://schemas.openxmlformats.org/drawingml/2006/main">
              <a:ext uri="{FF2B5EF4-FFF2-40B4-BE49-F238E27FC236}">
                <a16:creationId xmlns:a16="http://schemas.microsoft.com/office/drawing/2014/main" id="{AE419B02-2605-4592-B8FD-45B5F9E2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22" name="text-810">
            <a:extLst xmlns:a="http://schemas.openxmlformats.org/drawingml/2006/main">
              <a:ext uri="{FF2B5EF4-FFF2-40B4-BE49-F238E27FC236}">
                <a16:creationId xmlns:a16="http://schemas.microsoft.com/office/drawing/2014/main" id="{350BA95F-2D5C-4900-8E01-85648262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23" name="text-811">
            <a:extLst xmlns:a="http://schemas.openxmlformats.org/drawingml/2006/main">
              <a:ext uri="{FF2B5EF4-FFF2-40B4-BE49-F238E27FC236}">
                <a16:creationId xmlns:a16="http://schemas.microsoft.com/office/drawing/2014/main" id="{3647F3A1-AFF5-49E7-A06D-E9BED69C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12">
            <a:extLst xmlns:a="http://schemas.openxmlformats.org/drawingml/2006/main">
              <a:ext uri="{FF2B5EF4-FFF2-40B4-BE49-F238E27FC236}">
                <a16:creationId xmlns:a16="http://schemas.microsoft.com/office/drawing/2014/main" id="{86F22650-FE01-4E15-BA42-840EC8D6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813">
            <a:extLst xmlns:a="http://schemas.openxmlformats.org/drawingml/2006/main">
              <a:ext uri="{FF2B5EF4-FFF2-40B4-BE49-F238E27FC236}">
                <a16:creationId xmlns:a16="http://schemas.microsoft.com/office/drawing/2014/main" id="{81467A0E-CF7A-4D67-94EB-2D6906A4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14">
            <a:extLst xmlns:a="http://schemas.openxmlformats.org/drawingml/2006/main">
              <a:ext uri="{FF2B5EF4-FFF2-40B4-BE49-F238E27FC236}">
                <a16:creationId xmlns:a16="http://schemas.microsoft.com/office/drawing/2014/main" id="{65BF21FF-7AD8-43B2-AC0F-A6431465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15">
            <a:extLst xmlns:a="http://schemas.openxmlformats.org/drawingml/2006/main">
              <a:ext uri="{FF2B5EF4-FFF2-40B4-BE49-F238E27FC236}">
                <a16:creationId xmlns:a16="http://schemas.microsoft.com/office/drawing/2014/main" id="{426ACA65-C8FF-4B11-9484-F513620D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8" name="text-816">
            <a:extLst xmlns:a="http://schemas.openxmlformats.org/drawingml/2006/main">
              <a:ext uri="{FF2B5EF4-FFF2-40B4-BE49-F238E27FC236}">
                <a16:creationId xmlns:a16="http://schemas.microsoft.com/office/drawing/2014/main" id="{923AE324-2E2E-46AB-9C7F-87D996FD2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9" name="text-817">
            <a:extLst xmlns:a="http://schemas.openxmlformats.org/drawingml/2006/main">
              <a:ext uri="{FF2B5EF4-FFF2-40B4-BE49-F238E27FC236}">
                <a16:creationId xmlns:a16="http://schemas.microsoft.com/office/drawing/2014/main" id="{68AD7F8C-FD6D-48E7-AADE-251CC7AFA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30" name="text-818">
            <a:extLst xmlns:a="http://schemas.openxmlformats.org/drawingml/2006/main">
              <a:ext uri="{FF2B5EF4-FFF2-40B4-BE49-F238E27FC236}">
                <a16:creationId xmlns:a16="http://schemas.microsoft.com/office/drawing/2014/main" id="{A629FDA0-C3A1-4EFB-818D-726AA0A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31" name="text-819">
            <a:extLst xmlns:a="http://schemas.openxmlformats.org/drawingml/2006/main">
              <a:ext uri="{FF2B5EF4-FFF2-40B4-BE49-F238E27FC236}">
                <a16:creationId xmlns:a16="http://schemas.microsoft.com/office/drawing/2014/main" id="{E75BBEBE-77F2-4BC7-9D68-8F1B33B7E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32" name="text-820">
            <a:extLst xmlns:a="http://schemas.openxmlformats.org/drawingml/2006/main">
              <a:ext uri="{FF2B5EF4-FFF2-40B4-BE49-F238E27FC236}">
                <a16:creationId xmlns:a16="http://schemas.microsoft.com/office/drawing/2014/main" id="{37112B6B-688B-40C7-8D1F-FC0CEA5D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7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74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75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36" name="text-821">
            <a:extLst xmlns:a="http://schemas.openxmlformats.org/drawingml/2006/main">
              <a:ext uri="{FF2B5EF4-FFF2-40B4-BE49-F238E27FC236}">
                <a16:creationId xmlns:a16="http://schemas.microsoft.com/office/drawing/2014/main" id="{30D5E1DE-900C-43BF-8DE6-DE4E3358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37" name="text-932">
            <a:extLst xmlns:a="http://schemas.openxmlformats.org/drawingml/2006/main">
              <a:ext uri="{FF2B5EF4-FFF2-40B4-BE49-F238E27FC236}">
                <a16:creationId xmlns:a16="http://schemas.microsoft.com/office/drawing/2014/main" id="{A9EEC36A-DBA6-430E-909A-91A6FB43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7bcdb1092fe4030"/>
              </a:rPr>
              <a:t>開啟 EZPage ↗</a:t>
            </a:r>
          </a:p>
        </p:txBody>
      </p:sp>
      <p:sp>
        <p:nvSpPr>
          <p:cNvPr id="38" name="shape-1008">
            <a:extLst xmlns:a="http://schemas.openxmlformats.org/drawingml/2006/main">
              <a:ext uri="{FF2B5EF4-FFF2-40B4-BE49-F238E27FC236}">
                <a16:creationId xmlns:a16="http://schemas.microsoft.com/office/drawing/2014/main" id="{7D50CE79-FAB2-4335-8EC4-80C18F2D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2862708c7446c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0" name="text-1009">
            <a:extLst xmlns:a="http://schemas.openxmlformats.org/drawingml/2006/main">
              <a:ext uri="{FF2B5EF4-FFF2-40B4-BE49-F238E27FC236}">
                <a16:creationId xmlns:a16="http://schemas.microsoft.com/office/drawing/2014/main" id="{2332E65E-6486-4036-AB03-AF1D6BFA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03478282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822">
            <a:extLst xmlns:a="http://schemas.openxmlformats.org/drawingml/2006/main">
              <a:ext uri="{FF2B5EF4-FFF2-40B4-BE49-F238E27FC236}">
                <a16:creationId xmlns:a16="http://schemas.microsoft.com/office/drawing/2014/main" id="{F119EFB3-C1F0-4D00-ADC0-7E16D326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704687-DF8D-4426-94A6-EA0D0EC0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上午整合挑戰｜會議紀錄從來源到分享</a:t>
            </a:r>
          </a:p>
        </p:txBody>
      </p:sp>
      <p:cxnSp>
        <p:nvCxnSpPr>
          <p:cNvPr id="29" name="shape-82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24">
            <a:extLst xmlns:a="http://schemas.openxmlformats.org/drawingml/2006/main">
              <a:ext uri="{FF2B5EF4-FFF2-40B4-BE49-F238E27FC236}">
                <a16:creationId xmlns:a16="http://schemas.microsoft.com/office/drawing/2014/main" id="{B4F87318-F3DF-422D-B277-C597025A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35606C3-BE8D-4E40-B611-30872A0EB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45</a:t>
            </a:r>
          </a:p>
        </p:txBody>
      </p:sp>
      <p:sp>
        <p:nvSpPr>
          <p:cNvPr id="6" name="text-825">
            <a:extLst xmlns:a="http://schemas.openxmlformats.org/drawingml/2006/main">
              <a:ext uri="{FF2B5EF4-FFF2-40B4-BE49-F238E27FC236}">
                <a16:creationId xmlns:a16="http://schemas.microsoft.com/office/drawing/2014/main" id="{FEAAF979-0067-475B-9912-FF5FE645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826">
            <a:extLst xmlns:a="http://schemas.openxmlformats.org/drawingml/2006/main">
              <a:ext uri="{FF2B5EF4-FFF2-40B4-BE49-F238E27FC236}">
                <a16:creationId xmlns:a16="http://schemas.microsoft.com/office/drawing/2014/main" id="{7E793730-5104-41B9-B6EF-E69C54D8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827">
            <a:extLst xmlns:a="http://schemas.openxmlformats.org/drawingml/2006/main">
              <a:ext uri="{FF2B5EF4-FFF2-40B4-BE49-F238E27FC236}">
                <a16:creationId xmlns:a16="http://schemas.microsoft.com/office/drawing/2014/main" id="{1090BB82-0C34-407C-A822-AB0E093A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28">
            <a:extLst xmlns:a="http://schemas.openxmlformats.org/drawingml/2006/main">
              <a:ext uri="{FF2B5EF4-FFF2-40B4-BE49-F238E27FC236}">
                <a16:creationId xmlns:a16="http://schemas.microsoft.com/office/drawing/2014/main" id="{AAFB5855-6302-4453-822D-749B4BD7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Gemini Notebook 整理會議來源與背景，留下可追查引用</a:t>
            </a:r>
          </a:p>
        </p:txBody>
      </p:sp>
      <p:sp>
        <p:nvSpPr>
          <p:cNvPr id="10" name="text-829">
            <a:extLst xmlns:a="http://schemas.openxmlformats.org/drawingml/2006/main">
              <a:ext uri="{FF2B5EF4-FFF2-40B4-BE49-F238E27FC236}">
                <a16:creationId xmlns:a16="http://schemas.microsoft.com/office/drawing/2014/main" id="{BFE729D3-06D9-4351-88B0-450B695C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830">
            <a:extLst xmlns:a="http://schemas.openxmlformats.org/drawingml/2006/main">
              <a:ext uri="{FF2B5EF4-FFF2-40B4-BE49-F238E27FC236}">
                <a16:creationId xmlns:a16="http://schemas.microsoft.com/office/drawing/2014/main" id="{05A50A51-6B40-412F-8717-1DC68305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用帳號既有 Gem 產出固定格式的重點、決議與待辦</a:t>
            </a:r>
          </a:p>
        </p:txBody>
      </p:sp>
      <p:sp>
        <p:nvSpPr>
          <p:cNvPr id="12" name="text-831">
            <a:extLst xmlns:a="http://schemas.openxmlformats.org/drawingml/2006/main">
              <a:ext uri="{FF2B5EF4-FFF2-40B4-BE49-F238E27FC236}">
                <a16:creationId xmlns:a16="http://schemas.microsoft.com/office/drawing/2014/main" id="{3BBCE98A-4752-487C-AC8A-E1DFFFF4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832">
            <a:extLst xmlns:a="http://schemas.openxmlformats.org/drawingml/2006/main">
              <a:ext uri="{FF2B5EF4-FFF2-40B4-BE49-F238E27FC236}">
                <a16:creationId xmlns:a16="http://schemas.microsoft.com/office/drawing/2014/main" id="{323E4F97-FA25-4756-B9AD-1270F382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Canvas 做可搜尋、可篩選的會議紀錄原型</a:t>
            </a:r>
          </a:p>
        </p:txBody>
      </p:sp>
      <p:sp>
        <p:nvSpPr>
          <p:cNvPr id="14" name="text-833">
            <a:extLst xmlns:a="http://schemas.openxmlformats.org/drawingml/2006/main">
              <a:ext uri="{FF2B5EF4-FFF2-40B4-BE49-F238E27FC236}">
                <a16:creationId xmlns:a16="http://schemas.microsoft.com/office/drawing/2014/main" id="{51CACAA4-C628-4F53-B6CA-FF74E818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834">
            <a:extLst xmlns:a="http://schemas.openxmlformats.org/drawingml/2006/main">
              <a:ext uri="{FF2B5EF4-FFF2-40B4-BE49-F238E27FC236}">
                <a16:creationId xmlns:a16="http://schemas.microsoft.com/office/drawing/2014/main" id="{F3DD89E2-A9E8-4A23-8E33-F143DC9D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 Canvas 網址嵌入 Google Sites，預覽手機版並說明備援</a:t>
            </a:r>
          </a:p>
        </p:txBody>
      </p:sp>
      <p:sp>
        <p:nvSpPr>
          <p:cNvPr id="16" name="shape-835">
            <a:extLst xmlns:a="http://schemas.openxmlformats.org/drawingml/2006/main">
              <a:ext uri="{FF2B5EF4-FFF2-40B4-BE49-F238E27FC236}">
                <a16:creationId xmlns:a16="http://schemas.microsoft.com/office/drawing/2014/main" id="{CEB82EBD-A01E-4A27-98DC-2384E1D8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836">
            <a:extLst xmlns:a="http://schemas.openxmlformats.org/drawingml/2006/main">
              <a:ext uri="{FF2B5EF4-FFF2-40B4-BE49-F238E27FC236}">
                <a16:creationId xmlns:a16="http://schemas.microsoft.com/office/drawing/2014/main" id="{2464C49E-7E7D-4EB7-A404-58B88BE3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837">
            <a:extLst xmlns:a="http://schemas.openxmlformats.org/drawingml/2006/main">
              <a:ext uri="{FF2B5EF4-FFF2-40B4-BE49-F238E27FC236}">
                <a16:creationId xmlns:a16="http://schemas.microsoft.com/office/drawing/2014/main" id="{7E9A0263-ADBA-44CD-ADE8-765EF724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來源與用途清楚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摘要格式可重複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作品真的能操作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知道權限與嵌入限制</a:t>
            </a:r>
          </a:p>
        </p:txBody>
      </p:sp>
      <p:sp>
        <p:nvSpPr>
          <p:cNvPr id="19" name="text-929">
            <a:extLst xmlns:a="http://schemas.openxmlformats.org/drawingml/2006/main">
              <a:ext uri="{FF2B5EF4-FFF2-40B4-BE49-F238E27FC236}">
                <a16:creationId xmlns:a16="http://schemas.microsoft.com/office/drawing/2014/main" id="{2C22F906-5509-4185-9F85-7472DB88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ebc0523230841b9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f402b7ab604ee3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889e4a18c454356"/>
              </a:rPr>
              <a:t>Google Sites ↗</a:t>
            </a:r>
          </a:p>
        </p:txBody>
      </p:sp>
      <p:sp>
        <p:nvSpPr>
          <p:cNvPr id="20" name="shape-999">
            <a:extLst xmlns:a="http://schemas.openxmlformats.org/drawingml/2006/main">
              <a:ext uri="{FF2B5EF4-FFF2-40B4-BE49-F238E27FC236}">
                <a16:creationId xmlns:a16="http://schemas.microsoft.com/office/drawing/2014/main" id="{F22FB0D0-7681-4549-86D3-CB0ED61A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d01435d2e94b94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1000">
            <a:extLst xmlns:a="http://schemas.openxmlformats.org/drawingml/2006/main">
              <a:ext uri="{FF2B5EF4-FFF2-40B4-BE49-F238E27FC236}">
                <a16:creationId xmlns:a16="http://schemas.microsoft.com/office/drawing/2014/main" id="{8BBF9C15-4A3C-46B4-A953-BD30C35A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407246446b4cb3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001">
            <a:extLst xmlns:a="http://schemas.openxmlformats.org/drawingml/2006/main">
              <a:ext uri="{FF2B5EF4-FFF2-40B4-BE49-F238E27FC236}">
                <a16:creationId xmlns:a16="http://schemas.microsoft.com/office/drawing/2014/main" id="{6FFFF0E7-61B7-4FBA-B29F-EDD32093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c43f5125f4102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002">
            <a:extLst xmlns:a="http://schemas.openxmlformats.org/drawingml/2006/main">
              <a:ext uri="{FF2B5EF4-FFF2-40B4-BE49-F238E27FC236}">
                <a16:creationId xmlns:a16="http://schemas.microsoft.com/office/drawing/2014/main" id="{9F191DCC-B39E-466E-9E89-054CD169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967186734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838">
            <a:extLst xmlns:a="http://schemas.openxmlformats.org/drawingml/2006/main">
              <a:ext uri="{FF2B5EF4-FFF2-40B4-BE49-F238E27FC236}">
                <a16:creationId xmlns:a16="http://schemas.microsoft.com/office/drawing/2014/main" id="{C3FE350D-2F8B-4CF7-B10A-330CFDF5D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TOOL TO LIFE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BD9BF47-67C3-4355-9736-20E1C111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效率提高之後，省下的時間要還給人生</a:t>
            </a:r>
          </a:p>
        </p:txBody>
      </p:sp>
      <p:cxnSp>
        <p:nvCxnSpPr>
          <p:cNvPr id="24" name="shape-83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40">
            <a:extLst xmlns:a="http://schemas.openxmlformats.org/drawingml/2006/main">
              <a:ext uri="{FF2B5EF4-FFF2-40B4-BE49-F238E27FC236}">
                <a16:creationId xmlns:a16="http://schemas.microsoft.com/office/drawing/2014/main" id="{F0EF2205-D8F6-4D9E-80D4-444E24C6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E2C2E09-0D7C-49D2-A0DC-40A69D81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46</a:t>
            </a:r>
          </a:p>
        </p:txBody>
      </p:sp>
      <p:sp>
        <p:nvSpPr>
          <p:cNvPr id="6" name="shape-841">
            <a:extLst xmlns:a="http://schemas.openxmlformats.org/drawingml/2006/main">
              <a:ext uri="{FF2B5EF4-FFF2-40B4-BE49-F238E27FC236}">
                <a16:creationId xmlns:a16="http://schemas.microsoft.com/office/drawing/2014/main" id="{3F16942B-C911-4067-AF5C-85F2AADE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842">
            <a:extLst xmlns:a="http://schemas.openxmlformats.org/drawingml/2006/main">
              <a:ext uri="{FF2B5EF4-FFF2-40B4-BE49-F238E27FC236}">
                <a16:creationId xmlns:a16="http://schemas.microsoft.com/office/drawing/2014/main" id="{5442864B-5840-48C1-AB29-4AB4AC9F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43">
            <a:extLst xmlns:a="http://schemas.openxmlformats.org/drawingml/2006/main">
              <a:ext uri="{FF2B5EF4-FFF2-40B4-BE49-F238E27FC236}">
                <a16:creationId xmlns:a16="http://schemas.microsoft.com/office/drawing/2014/main" id="{94704B70-64C9-4F8D-BC41-FA38FDCC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不是更多任務</a:t>
            </a:r>
          </a:p>
        </p:txBody>
      </p:sp>
      <p:sp>
        <p:nvSpPr>
          <p:cNvPr id="9" name="text-844">
            <a:extLst xmlns:a="http://schemas.openxmlformats.org/drawingml/2006/main">
              <a:ext uri="{FF2B5EF4-FFF2-40B4-BE49-F238E27FC236}">
                <a16:creationId xmlns:a16="http://schemas.microsoft.com/office/drawing/2014/main" id="{A130746B-1269-491B-9311-19AD54ED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Agent 讓一件事更快完成；空出的時間，不必自動再塞滿。</a:t>
            </a:r>
          </a:p>
        </p:txBody>
      </p:sp>
      <p:sp>
        <p:nvSpPr>
          <p:cNvPr id="10" name="shape-845">
            <a:extLst xmlns:a="http://schemas.openxmlformats.org/drawingml/2006/main">
              <a:ext uri="{FF2B5EF4-FFF2-40B4-BE49-F238E27FC236}">
                <a16:creationId xmlns:a16="http://schemas.microsoft.com/office/drawing/2014/main" id="{DEE115B7-D897-4AF0-8B63-C8D75EF4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846">
            <a:extLst xmlns:a="http://schemas.openxmlformats.org/drawingml/2006/main">
              <a:ext uri="{FF2B5EF4-FFF2-40B4-BE49-F238E27FC236}">
                <a16:creationId xmlns:a16="http://schemas.microsoft.com/office/drawing/2014/main" id="{29FFD793-5533-446E-93EF-8A575383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47">
            <a:extLst xmlns:a="http://schemas.openxmlformats.org/drawingml/2006/main">
              <a:ext uri="{FF2B5EF4-FFF2-40B4-BE49-F238E27FC236}">
                <a16:creationId xmlns:a16="http://schemas.microsoft.com/office/drawing/2014/main" id="{B9A295CB-2E28-44ED-9AED-E9383160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真正重要的事</a:t>
            </a:r>
          </a:p>
        </p:txBody>
      </p:sp>
      <p:sp>
        <p:nvSpPr>
          <p:cNvPr id="13" name="text-848">
            <a:extLst xmlns:a="http://schemas.openxmlformats.org/drawingml/2006/main">
              <a:ext uri="{FF2B5EF4-FFF2-40B4-BE49-F238E27FC236}">
                <a16:creationId xmlns:a16="http://schemas.microsoft.com/office/drawing/2014/main" id="{4E7825FD-18F9-43EA-BB08-E247F624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培養興趣、探索志向，陪伴孩子與家人，和同儕深入交流。</a:t>
            </a:r>
          </a:p>
        </p:txBody>
      </p:sp>
      <p:sp>
        <p:nvSpPr>
          <p:cNvPr id="14" name="shape-849">
            <a:extLst xmlns:a="http://schemas.openxmlformats.org/drawingml/2006/main">
              <a:ext uri="{FF2B5EF4-FFF2-40B4-BE49-F238E27FC236}">
                <a16:creationId xmlns:a16="http://schemas.microsoft.com/office/drawing/2014/main" id="{4E766F2C-5D6B-4136-8A6B-E2220A2E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850">
            <a:extLst xmlns:a="http://schemas.openxmlformats.org/drawingml/2006/main">
              <a:ext uri="{FF2B5EF4-FFF2-40B4-BE49-F238E27FC236}">
                <a16:creationId xmlns:a16="http://schemas.microsoft.com/office/drawing/2014/main" id="{821F42A8-0A7F-48C3-AB3C-F1E29A33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51">
            <a:extLst xmlns:a="http://schemas.openxmlformats.org/drawingml/2006/main">
              <a:ext uri="{FF2B5EF4-FFF2-40B4-BE49-F238E27FC236}">
                <a16:creationId xmlns:a16="http://schemas.microsoft.com/office/drawing/2014/main" id="{08E3F19E-72F6-44E0-B135-27F092D7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保留人的主導權</a:t>
            </a:r>
          </a:p>
        </p:txBody>
      </p:sp>
      <p:sp>
        <p:nvSpPr>
          <p:cNvPr id="17" name="text-852">
            <a:extLst xmlns:a="http://schemas.openxmlformats.org/drawingml/2006/main">
              <a:ext uri="{FF2B5EF4-FFF2-40B4-BE49-F238E27FC236}">
                <a16:creationId xmlns:a16="http://schemas.microsoft.com/office/drawing/2014/main" id="{A7D25ED4-CEE1-480E-99AA-5D424228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我們駕馭 Agent，不讓它把效率轉成無止境的工作清單。</a:t>
            </a:r>
          </a:p>
        </p:txBody>
      </p:sp>
      <p:sp>
        <p:nvSpPr>
          <p:cNvPr id="18" name="shape-853">
            <a:extLst xmlns:a="http://schemas.openxmlformats.org/drawingml/2006/main">
              <a:ext uri="{FF2B5EF4-FFF2-40B4-BE49-F238E27FC236}">
                <a16:creationId xmlns:a16="http://schemas.microsoft.com/office/drawing/2014/main" id="{15CD57F9-AD9C-4713-82A6-FAF3D0BD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854">
            <a:extLst xmlns:a="http://schemas.openxmlformats.org/drawingml/2006/main">
              <a:ext uri="{FF2B5EF4-FFF2-40B4-BE49-F238E27FC236}">
                <a16:creationId xmlns:a16="http://schemas.microsoft.com/office/drawing/2014/main" id="{A812086D-B49D-4E70-83F9-723FEBF8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55">
            <a:extLst xmlns:a="http://schemas.openxmlformats.org/drawingml/2006/main">
              <a:ext uri="{FF2B5EF4-FFF2-40B4-BE49-F238E27FC236}">
                <a16:creationId xmlns:a16="http://schemas.microsoft.com/office/drawing/2014/main" id="{1C181D3C-FB0A-47E2-8A59-526AA32A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素養教育的所在</a:t>
            </a:r>
          </a:p>
        </p:txBody>
      </p:sp>
      <p:sp>
        <p:nvSpPr>
          <p:cNvPr id="21" name="text-856">
            <a:extLst xmlns:a="http://schemas.openxmlformats.org/drawingml/2006/main">
              <a:ext uri="{FF2B5EF4-FFF2-40B4-BE49-F238E27FC236}">
                <a16:creationId xmlns:a16="http://schemas.microsoft.com/office/drawing/2014/main" id="{5E9F403F-F585-4A4C-8AC2-A535941B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把工具能力內化成生活選擇，讓科技服務關係、成長與意義。</a:t>
            </a:r>
          </a:p>
        </p:txBody>
      </p:sp>
    </p:spTree>
    <p:extLst>
      <p:ext uri="{BB962C8B-B14F-4D97-AF65-F5344CB8AC3E}">
        <p14:creationId xmlns:p14="http://schemas.microsoft.com/office/powerpoint/2010/main" val="726697415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text-857">
            <a:extLst xmlns:a="http://schemas.openxmlformats.org/drawingml/2006/main">
              <a:ext uri="{FF2B5EF4-FFF2-40B4-BE49-F238E27FC236}">
                <a16:creationId xmlns:a16="http://schemas.microsoft.com/office/drawing/2014/main" id="{C9B21292-E6BD-4660-BBB0-6EFD274A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B09E547-9A26-4AE3-9232-8167A0EAE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49" name="shape-85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59">
            <a:extLst xmlns:a="http://schemas.openxmlformats.org/drawingml/2006/main">
              <a:ext uri="{FF2B5EF4-FFF2-40B4-BE49-F238E27FC236}">
                <a16:creationId xmlns:a16="http://schemas.microsoft.com/office/drawing/2014/main" id="{4E26E570-F90A-4152-9808-3EEE26A4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57E54F0-9D1B-4494-81BC-79259294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47</a:t>
            </a:r>
          </a:p>
        </p:txBody>
      </p:sp>
      <p:sp>
        <p:nvSpPr>
          <p:cNvPr id="6" name="shape-860">
            <a:extLst xmlns:a="http://schemas.openxmlformats.org/drawingml/2006/main">
              <a:ext uri="{FF2B5EF4-FFF2-40B4-BE49-F238E27FC236}">
                <a16:creationId xmlns:a16="http://schemas.microsoft.com/office/drawing/2014/main" id="{918D5F1C-E8C1-4253-9435-B1BCF54A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861">
            <a:extLst xmlns:a="http://schemas.openxmlformats.org/drawingml/2006/main">
              <a:ext uri="{FF2B5EF4-FFF2-40B4-BE49-F238E27FC236}">
                <a16:creationId xmlns:a16="http://schemas.microsoft.com/office/drawing/2014/main" id="{ECC21E4F-99D5-4E66-9490-0753E4BE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</a:t>
            </a:r>
          </a:p>
        </p:txBody>
      </p:sp>
      <p:sp>
        <p:nvSpPr>
          <p:cNvPr id="8" name="text-862">
            <a:extLst xmlns:a="http://schemas.openxmlformats.org/drawingml/2006/main">
              <a:ext uri="{FF2B5EF4-FFF2-40B4-BE49-F238E27FC236}">
                <a16:creationId xmlns:a16="http://schemas.microsoft.com/office/drawing/2014/main" id="{DFABEDE8-DDFD-44C3-B237-7EA4CF58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a89047d9ddc4a79"/>
              </a:rPr>
              <a:t>公開網站資源 ↗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ceaf5ae4b04db4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863">
            <a:extLst xmlns:a="http://schemas.openxmlformats.org/drawingml/2006/main">
              <a:ext uri="{FF2B5EF4-FFF2-40B4-BE49-F238E27FC236}">
                <a16:creationId xmlns:a16="http://schemas.microsoft.com/office/drawing/2014/main" id="{3E40229D-2BC8-478B-93AF-1AACAB27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864">
            <a:extLst xmlns:a="http://schemas.openxmlformats.org/drawingml/2006/main">
              <a:ext uri="{FF2B5EF4-FFF2-40B4-BE49-F238E27FC236}">
                <a16:creationId xmlns:a16="http://schemas.microsoft.com/office/drawing/2014/main" id="{B3512F83-5569-4775-8B36-F68B5731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865">
            <a:extLst xmlns:a="http://schemas.openxmlformats.org/drawingml/2006/main">
              <a:ext uri="{FF2B5EF4-FFF2-40B4-BE49-F238E27FC236}">
                <a16:creationId xmlns:a16="http://schemas.microsoft.com/office/drawing/2014/main" id="{F1F5ECC3-45E4-487E-83DC-2179C2A2B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4c779c6a0b94aa8"/>
              </a:rPr>
              <a:t>公開網站資源 ↗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630e6adfe84558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866">
            <a:extLst xmlns:a="http://schemas.openxmlformats.org/drawingml/2006/main">
              <a:ext uri="{FF2B5EF4-FFF2-40B4-BE49-F238E27FC236}">
                <a16:creationId xmlns:a16="http://schemas.microsoft.com/office/drawing/2014/main" id="{70924DCD-6CF9-4413-ADEE-2372F62B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867">
            <a:extLst xmlns:a="http://schemas.openxmlformats.org/drawingml/2006/main">
              <a:ext uri="{FF2B5EF4-FFF2-40B4-BE49-F238E27FC236}">
                <a16:creationId xmlns:a16="http://schemas.microsoft.com/office/drawing/2014/main" id="{A4BFD225-8660-4B0E-932E-776B2631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868">
            <a:extLst xmlns:a="http://schemas.openxmlformats.org/drawingml/2006/main">
              <a:ext uri="{FF2B5EF4-FFF2-40B4-BE49-F238E27FC236}">
                <a16:creationId xmlns:a16="http://schemas.microsoft.com/office/drawing/2014/main" id="{B20BEBE9-896D-4603-95A5-6D9F52F5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2d7897e74134073"/>
              </a:rPr>
              <a:t>公開網站資源 ↗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435b5a9e4e4b15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869">
            <a:extLst xmlns:a="http://schemas.openxmlformats.org/drawingml/2006/main">
              <a:ext uri="{FF2B5EF4-FFF2-40B4-BE49-F238E27FC236}">
                <a16:creationId xmlns:a16="http://schemas.microsoft.com/office/drawing/2014/main" id="{C31E1982-37E2-4200-8963-15B91279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870">
            <a:extLst xmlns:a="http://schemas.openxmlformats.org/drawingml/2006/main">
              <a:ext uri="{FF2B5EF4-FFF2-40B4-BE49-F238E27FC236}">
                <a16:creationId xmlns:a16="http://schemas.microsoft.com/office/drawing/2014/main" id="{41B6266F-125D-4726-83AC-4AB68208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871">
            <a:extLst xmlns:a="http://schemas.openxmlformats.org/drawingml/2006/main">
              <a:ext uri="{FF2B5EF4-FFF2-40B4-BE49-F238E27FC236}">
                <a16:creationId xmlns:a16="http://schemas.microsoft.com/office/drawing/2014/main" id="{49578BE1-D019-4280-944D-4F6C26BC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db01ca75f3a42a1"/>
              </a:rPr>
              <a:t>公開網站資源 ↗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2b01d6df604983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872">
            <a:extLst xmlns:a="http://schemas.openxmlformats.org/drawingml/2006/main">
              <a:ext uri="{FF2B5EF4-FFF2-40B4-BE49-F238E27FC236}">
                <a16:creationId xmlns:a16="http://schemas.microsoft.com/office/drawing/2014/main" id="{4912F60F-F932-429D-9290-C12C5776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873">
            <a:extLst xmlns:a="http://schemas.openxmlformats.org/drawingml/2006/main">
              <a:ext uri="{FF2B5EF4-FFF2-40B4-BE49-F238E27FC236}">
                <a16:creationId xmlns:a16="http://schemas.microsoft.com/office/drawing/2014/main" id="{7B858D95-25D8-4469-A392-BAFF4FDD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 GitHub repo</a:t>
            </a:r>
          </a:p>
        </p:txBody>
      </p:sp>
      <p:sp>
        <p:nvSpPr>
          <p:cNvPr id="24" name="text-874">
            <a:extLst xmlns:a="http://schemas.openxmlformats.org/drawingml/2006/main">
              <a:ext uri="{FF2B5EF4-FFF2-40B4-BE49-F238E27FC236}">
                <a16:creationId xmlns:a16="http://schemas.microsoft.com/office/drawing/2014/main" id="{321A0CF3-99F9-44DA-999F-59FF4508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eb7263ca05e488a"/>
              </a:rPr>
              <a:t>公開網站資源 ↗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36ad8a8894f6a"/>
          <a:stretch xmlns:a="http://schemas.openxmlformats.org/drawingml/2006/main"/>
        </p:blipFill>
        <p:spPr>
          <a:xfrm xmlns:a="http://schemas.openxmlformats.org/drawingml/2006/main">
            <a:off x="49530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875">
            <a:extLst xmlns:a="http://schemas.openxmlformats.org/drawingml/2006/main">
              <a:ext uri="{FF2B5EF4-FFF2-40B4-BE49-F238E27FC236}">
                <a16:creationId xmlns:a16="http://schemas.microsoft.com/office/drawing/2014/main" id="{DC982B93-AD18-4B83-9768-392CF603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876">
            <a:extLst xmlns:a="http://schemas.openxmlformats.org/drawingml/2006/main">
              <a:ext uri="{FF2B5EF4-FFF2-40B4-BE49-F238E27FC236}">
                <a16:creationId xmlns:a16="http://schemas.microsoft.com/office/drawing/2014/main" id="{FDE6D2F1-2AF4-4A00-B38B-245FC58B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教學駕駛艙公開網站</a:t>
            </a:r>
          </a:p>
        </p:txBody>
      </p:sp>
      <p:sp>
        <p:nvSpPr>
          <p:cNvPr id="28" name="text-877">
            <a:extLst xmlns:a="http://schemas.openxmlformats.org/drawingml/2006/main">
              <a:ext uri="{FF2B5EF4-FFF2-40B4-BE49-F238E27FC236}">
                <a16:creationId xmlns:a16="http://schemas.microsoft.com/office/drawing/2014/main" id="{58B96D22-C449-4E7E-AEDF-34627CC79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389004308f4326"/>
              </a:rPr>
              <a:t>公開網站資源 ↗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6c5945d53441e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878">
            <a:extLst xmlns:a="http://schemas.openxmlformats.org/drawingml/2006/main">
              <a:ext uri="{FF2B5EF4-FFF2-40B4-BE49-F238E27FC236}">
                <a16:creationId xmlns:a16="http://schemas.microsoft.com/office/drawing/2014/main" id="{D86CE289-2FF0-462E-8B93-D63AAFD6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879">
            <a:extLst xmlns:a="http://schemas.openxmlformats.org/drawingml/2006/main">
              <a:ext uri="{FF2B5EF4-FFF2-40B4-BE49-F238E27FC236}">
                <a16:creationId xmlns:a16="http://schemas.microsoft.com/office/drawing/2014/main" id="{5A19A94A-46A2-4598-92BD-3FCC84F2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教師會議紀錄系統（#84）</a:t>
            </a:r>
          </a:p>
        </p:txBody>
      </p:sp>
      <p:sp>
        <p:nvSpPr>
          <p:cNvPr id="32" name="text-880">
            <a:extLst xmlns:a="http://schemas.openxmlformats.org/drawingml/2006/main">
              <a:ext uri="{FF2B5EF4-FFF2-40B4-BE49-F238E27FC236}">
                <a16:creationId xmlns:a16="http://schemas.microsoft.com/office/drawing/2014/main" id="{FDDC098C-FB78-4294-B444-AC83C531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735899f0e89482e"/>
              </a:rPr>
              <a:t>公開網站資源 ↗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e7379bcfcf41e0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881">
            <a:extLst xmlns:a="http://schemas.openxmlformats.org/drawingml/2006/main">
              <a:ext uri="{FF2B5EF4-FFF2-40B4-BE49-F238E27FC236}">
                <a16:creationId xmlns:a16="http://schemas.microsoft.com/office/drawing/2014/main" id="{8A1F0428-EC95-45D2-87A3-40DCC570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5" name="text-882">
            <a:extLst xmlns:a="http://schemas.openxmlformats.org/drawingml/2006/main">
              <a:ext uri="{FF2B5EF4-FFF2-40B4-BE49-F238E27FC236}">
                <a16:creationId xmlns:a16="http://schemas.microsoft.com/office/drawing/2014/main" id="{55501C18-293E-44AB-B194-61F73FC0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36" name="text-883">
            <a:extLst xmlns:a="http://schemas.openxmlformats.org/drawingml/2006/main">
              <a:ext uri="{FF2B5EF4-FFF2-40B4-BE49-F238E27FC236}">
                <a16:creationId xmlns:a16="http://schemas.microsoft.com/office/drawing/2014/main" id="{E2C96699-89C1-499D-BFDE-4AC6A4EE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9a5c4ce3b7244ca"/>
              </a:rPr>
              <a:t>公開網站資源 ↗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e59b8cada4c11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shape-884">
            <a:extLst xmlns:a="http://schemas.openxmlformats.org/drawingml/2006/main">
              <a:ext uri="{FF2B5EF4-FFF2-40B4-BE49-F238E27FC236}">
                <a16:creationId xmlns:a16="http://schemas.microsoft.com/office/drawing/2014/main" id="{378C0E4B-12C3-4281-9D09-FBC7AE16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9" name="text-885">
            <a:extLst xmlns:a="http://schemas.openxmlformats.org/drawingml/2006/main">
              <a:ext uri="{FF2B5EF4-FFF2-40B4-BE49-F238E27FC236}">
                <a16:creationId xmlns:a16="http://schemas.microsoft.com/office/drawing/2014/main" id="{626E9DAB-CBBE-4310-87C2-23F54B28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40" name="text-886">
            <a:extLst xmlns:a="http://schemas.openxmlformats.org/drawingml/2006/main">
              <a:ext uri="{FF2B5EF4-FFF2-40B4-BE49-F238E27FC236}">
                <a16:creationId xmlns:a16="http://schemas.microsoft.com/office/drawing/2014/main" id="{B543D925-2205-47AA-93FA-CBA81CB0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8671795919149ec"/>
              </a:rPr>
              <a:t>公開網站資源 ↗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4cf23aea340e7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2" name="shape-887">
            <a:extLst xmlns:a="http://schemas.openxmlformats.org/drawingml/2006/main">
              <a:ext uri="{FF2B5EF4-FFF2-40B4-BE49-F238E27FC236}">
                <a16:creationId xmlns:a16="http://schemas.microsoft.com/office/drawing/2014/main" id="{A5B29B28-5305-42D7-A9C6-9175B0F2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43" name="text-888">
            <a:extLst xmlns:a="http://schemas.openxmlformats.org/drawingml/2006/main">
              <a:ext uri="{FF2B5EF4-FFF2-40B4-BE49-F238E27FC236}">
                <a16:creationId xmlns:a16="http://schemas.microsoft.com/office/drawing/2014/main" id="{8441E159-CC18-4148-9318-A700E4A7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44" name="text-889">
            <a:extLst xmlns:a="http://schemas.openxmlformats.org/drawingml/2006/main">
              <a:ext uri="{FF2B5EF4-FFF2-40B4-BE49-F238E27FC236}">
                <a16:creationId xmlns:a16="http://schemas.microsoft.com/office/drawing/2014/main" id="{84026FF3-A650-4548-A7AC-9E19A64F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430ffb83ffa4021"/>
              </a:rPr>
              <a:t>公開網站資源 ↗</a:t>
            </a:r>
          </a:p>
        </p:txBody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b21e1f675b44f4"/>
          <a:stretch xmlns:a="http://schemas.openxmlformats.org/drawingml/2006/main"/>
        </p:blipFill>
        <p:spPr>
          <a:xfrm xmlns:a="http://schemas.openxmlformats.org/drawingml/2006/main">
            <a:off x="105537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6" name="text-890">
            <a:extLst xmlns:a="http://schemas.openxmlformats.org/drawingml/2006/main">
              <a:ext uri="{FF2B5EF4-FFF2-40B4-BE49-F238E27FC236}">
                <a16:creationId xmlns:a16="http://schemas.microsoft.com/office/drawing/2014/main" id="{B606E816-9D90-48A5-8C1D-790AE119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38850"/>
            <a:ext cx="1116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116624561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2026-08-24T02:24:09.7160000Z</dcterms:created>
  <dcterms:modified xsi:type="dcterms:W3CDTF">2026-08-24T02:24:09.7160000Z</dcterms:modified>
</coreProperties>
</file>