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831f2a4e0b4a91" /><Relationship Type="http://schemas.openxmlformats.org/officeDocument/2006/relationships/extended-properties" Target="/docProps/app.xml" Id="R9db4770ed9dc4da4" /><Relationship Type="http://schemas.openxmlformats.org/officeDocument/2006/relationships/officeDocument" Target="/ppt/presentation.xml" Id="R49ab94946faa41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665ba58c024bee"/>
  </p:sldMasterIdLst>
  <p:notesMasterIdLst>
    <p:notesMasterId xmlns:r="http://schemas.openxmlformats.org/officeDocument/2006/relationships" r:id="R67c96d2d759149e4"/>
  </p:notesMasterIdLst>
  <p:sldIdLst>
    <p:sldId xmlns:r="http://schemas.openxmlformats.org/officeDocument/2006/relationships" id="256" r:id="R6d2b7664805f46d2"/>
    <p:sldId xmlns:r="http://schemas.openxmlformats.org/officeDocument/2006/relationships" id="257" r:id="Rb0dac5fc420a4108"/>
    <p:sldId xmlns:r="http://schemas.openxmlformats.org/officeDocument/2006/relationships" id="258" r:id="R73c286b155644e33"/>
    <p:sldId xmlns:r="http://schemas.openxmlformats.org/officeDocument/2006/relationships" id="259" r:id="R22757b697b7c4203"/>
    <p:sldId xmlns:r="http://schemas.openxmlformats.org/officeDocument/2006/relationships" id="260" r:id="R44cdc23baa7a46cd"/>
    <p:sldId xmlns:r="http://schemas.openxmlformats.org/officeDocument/2006/relationships" id="261" r:id="Rfd5a50163f164062"/>
    <p:sldId xmlns:r="http://schemas.openxmlformats.org/officeDocument/2006/relationships" id="262" r:id="R703bd7ea77094451"/>
    <p:sldId xmlns:r="http://schemas.openxmlformats.org/officeDocument/2006/relationships" id="263" r:id="Rdcd4d972de314842"/>
    <p:sldId xmlns:r="http://schemas.openxmlformats.org/officeDocument/2006/relationships" id="264" r:id="Rf86b2986b8dc4e70"/>
    <p:sldId xmlns:r="http://schemas.openxmlformats.org/officeDocument/2006/relationships" id="265" r:id="Ra4ab90e9b9d44bd7"/>
    <p:sldId xmlns:r="http://schemas.openxmlformats.org/officeDocument/2006/relationships" id="266" r:id="Rbfc0f00378b44b42"/>
    <p:sldId xmlns:r="http://schemas.openxmlformats.org/officeDocument/2006/relationships" id="267" r:id="R181d46ca429d48ae"/>
    <p:sldId xmlns:r="http://schemas.openxmlformats.org/officeDocument/2006/relationships" id="268" r:id="R01bff872ba324cd3"/>
    <p:sldId xmlns:r="http://schemas.openxmlformats.org/officeDocument/2006/relationships" id="269" r:id="R621638a3992e4db5"/>
    <p:sldId xmlns:r="http://schemas.openxmlformats.org/officeDocument/2006/relationships" id="270" r:id="R6b4fbe1af1f44506"/>
    <p:sldId xmlns:r="http://schemas.openxmlformats.org/officeDocument/2006/relationships" id="271" r:id="Rfbc0b8b7f49e40f2"/>
    <p:sldId xmlns:r="http://schemas.openxmlformats.org/officeDocument/2006/relationships" id="272" r:id="Ra6cdd55f92404405"/>
    <p:sldId xmlns:r="http://schemas.openxmlformats.org/officeDocument/2006/relationships" id="273" r:id="R91690bfbb220431d"/>
    <p:sldId xmlns:r="http://schemas.openxmlformats.org/officeDocument/2006/relationships" id="274" r:id="Rac505d588e3045d7"/>
    <p:sldId xmlns:r="http://schemas.openxmlformats.org/officeDocument/2006/relationships" id="275" r:id="Ref545c19ce564b39"/>
    <p:sldId xmlns:r="http://schemas.openxmlformats.org/officeDocument/2006/relationships" id="276" r:id="R056e577a2d6c464d"/>
    <p:sldId xmlns:r="http://schemas.openxmlformats.org/officeDocument/2006/relationships" id="277" r:id="R06f3ee6eb4ea4d80"/>
    <p:sldId xmlns:r="http://schemas.openxmlformats.org/officeDocument/2006/relationships" id="278" r:id="Rdf47ab49e6e8464b"/>
    <p:sldId xmlns:r="http://schemas.openxmlformats.org/officeDocument/2006/relationships" id="279" r:id="R930fdce948194555"/>
    <p:sldId xmlns:r="http://schemas.openxmlformats.org/officeDocument/2006/relationships" id="280" r:id="R92b79dea72224a01"/>
    <p:sldId xmlns:r="http://schemas.openxmlformats.org/officeDocument/2006/relationships" id="281" r:id="Reeae9f38915f4969"/>
    <p:sldId xmlns:r="http://schemas.openxmlformats.org/officeDocument/2006/relationships" id="282" r:id="R49eac033107a492b"/>
    <p:sldId xmlns:r="http://schemas.openxmlformats.org/officeDocument/2006/relationships" id="283" r:id="Rfce1dce413e04287"/>
    <p:sldId xmlns:r="http://schemas.openxmlformats.org/officeDocument/2006/relationships" id="284" r:id="R3704a5bac5674c41"/>
    <p:sldId xmlns:r="http://schemas.openxmlformats.org/officeDocument/2006/relationships" id="285" r:id="R320c89c0ce734040"/>
    <p:sldId xmlns:r="http://schemas.openxmlformats.org/officeDocument/2006/relationships" id="286" r:id="R0a5b73451a2c46f5"/>
    <p:sldId xmlns:r="http://schemas.openxmlformats.org/officeDocument/2006/relationships" id="287" r:id="R21eba24b4b9549df"/>
    <p:sldId xmlns:r="http://schemas.openxmlformats.org/officeDocument/2006/relationships" id="288" r:id="R5b1cedfd34874d0f"/>
    <p:sldId xmlns:r="http://schemas.openxmlformats.org/officeDocument/2006/relationships" id="289" r:id="R333792e104094545"/>
    <p:sldId xmlns:r="http://schemas.openxmlformats.org/officeDocument/2006/relationships" id="290" r:id="Re7d0297244b34ed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d2c89b882644d9" /><Relationship Type="http://schemas.openxmlformats.org/officeDocument/2006/relationships/slideMaster" Target="/ppt/slideMasters/slideMaster1.xml" Id="Rc4665ba58c024bee" /><Relationship Type="http://schemas.openxmlformats.org/officeDocument/2006/relationships/notesMaster" Target="/ppt/notesMasters/notesMaster1.xml" Id="R67c96d2d759149e4" /><Relationship Type="http://schemas.openxmlformats.org/officeDocument/2006/relationships/presProps" Target="/ppt/presProps.xml" Id="R5a0e3f4fa44c4d72" /><Relationship Type="http://schemas.openxmlformats.org/officeDocument/2006/relationships/tableStyles" Target="/ppt/tableStyles.xml" Id="R57ac4831ce3040ea" /><Relationship Type="http://schemas.openxmlformats.org/officeDocument/2006/relationships/slide" Target="/ppt/slides/slide1.xml" Id="R6d2b7664805f46d2" /><Relationship Type="http://schemas.openxmlformats.org/officeDocument/2006/relationships/slide" Target="/ppt/slides/slide2.xml" Id="Rb0dac5fc420a4108" /><Relationship Type="http://schemas.openxmlformats.org/officeDocument/2006/relationships/slide" Target="/ppt/slides/slide3.xml" Id="R73c286b155644e33" /><Relationship Type="http://schemas.openxmlformats.org/officeDocument/2006/relationships/slide" Target="/ppt/slides/slide4.xml" Id="R22757b697b7c4203" /><Relationship Type="http://schemas.openxmlformats.org/officeDocument/2006/relationships/slide" Target="/ppt/slides/slide5.xml" Id="R44cdc23baa7a46cd" /><Relationship Type="http://schemas.openxmlformats.org/officeDocument/2006/relationships/slide" Target="/ppt/slides/slide6.xml" Id="Rfd5a50163f164062" /><Relationship Type="http://schemas.openxmlformats.org/officeDocument/2006/relationships/slide" Target="/ppt/slides/slide7.xml" Id="R703bd7ea77094451" /><Relationship Type="http://schemas.openxmlformats.org/officeDocument/2006/relationships/slide" Target="/ppt/slides/slide8.xml" Id="Rdcd4d972de314842" /><Relationship Type="http://schemas.openxmlformats.org/officeDocument/2006/relationships/slide" Target="/ppt/slides/slide9.xml" Id="Rf86b2986b8dc4e70" /><Relationship Type="http://schemas.openxmlformats.org/officeDocument/2006/relationships/slide" Target="/ppt/slides/slide10.xml" Id="Ra4ab90e9b9d44bd7" /><Relationship Type="http://schemas.openxmlformats.org/officeDocument/2006/relationships/slide" Target="/ppt/slides/slide11.xml" Id="Rbfc0f00378b44b42" /><Relationship Type="http://schemas.openxmlformats.org/officeDocument/2006/relationships/slide" Target="/ppt/slides/slide12.xml" Id="R181d46ca429d48ae" /><Relationship Type="http://schemas.openxmlformats.org/officeDocument/2006/relationships/slide" Target="/ppt/slides/slide13.xml" Id="R01bff872ba324cd3" /><Relationship Type="http://schemas.openxmlformats.org/officeDocument/2006/relationships/slide" Target="/ppt/slides/slide14.xml" Id="R621638a3992e4db5" /><Relationship Type="http://schemas.openxmlformats.org/officeDocument/2006/relationships/slide" Target="/ppt/slides/slide15.xml" Id="R6b4fbe1af1f44506" /><Relationship Type="http://schemas.openxmlformats.org/officeDocument/2006/relationships/slide" Target="/ppt/slides/slide16.xml" Id="Rfbc0b8b7f49e40f2" /><Relationship Type="http://schemas.openxmlformats.org/officeDocument/2006/relationships/slide" Target="/ppt/slides/slide17.xml" Id="Ra6cdd55f92404405" /><Relationship Type="http://schemas.openxmlformats.org/officeDocument/2006/relationships/slide" Target="/ppt/slides/slide18.xml" Id="R91690bfbb220431d" /><Relationship Type="http://schemas.openxmlformats.org/officeDocument/2006/relationships/slide" Target="/ppt/slides/slide19.xml" Id="Rac505d588e3045d7" /><Relationship Type="http://schemas.openxmlformats.org/officeDocument/2006/relationships/slide" Target="/ppt/slides/slide20.xml" Id="Ref545c19ce564b39" /><Relationship Type="http://schemas.openxmlformats.org/officeDocument/2006/relationships/slide" Target="/ppt/slides/slide21.xml" Id="R056e577a2d6c464d" /><Relationship Type="http://schemas.openxmlformats.org/officeDocument/2006/relationships/slide" Target="/ppt/slides/slide22.xml" Id="R06f3ee6eb4ea4d80" /><Relationship Type="http://schemas.openxmlformats.org/officeDocument/2006/relationships/slide" Target="/ppt/slides/slide23.xml" Id="Rdf47ab49e6e8464b" /><Relationship Type="http://schemas.openxmlformats.org/officeDocument/2006/relationships/slide" Target="/ppt/slides/slide24.xml" Id="R930fdce948194555" /><Relationship Type="http://schemas.openxmlformats.org/officeDocument/2006/relationships/slide" Target="/ppt/slides/slide25.xml" Id="R92b79dea72224a01" /><Relationship Type="http://schemas.openxmlformats.org/officeDocument/2006/relationships/slide" Target="/ppt/slides/slide26.xml" Id="Reeae9f38915f4969" /><Relationship Type="http://schemas.openxmlformats.org/officeDocument/2006/relationships/slide" Target="/ppt/slides/slide27.xml" Id="R49eac033107a492b" /><Relationship Type="http://schemas.openxmlformats.org/officeDocument/2006/relationships/slide" Target="/ppt/slides/slide28.xml" Id="Rfce1dce413e04287" /><Relationship Type="http://schemas.openxmlformats.org/officeDocument/2006/relationships/slide" Target="/ppt/slides/slide29.xml" Id="R3704a5bac5674c41" /><Relationship Type="http://schemas.openxmlformats.org/officeDocument/2006/relationships/slide" Target="/ppt/slides/slide30.xml" Id="R320c89c0ce734040" /><Relationship Type="http://schemas.openxmlformats.org/officeDocument/2006/relationships/slide" Target="/ppt/slides/slide31.xml" Id="R0a5b73451a2c46f5" /><Relationship Type="http://schemas.openxmlformats.org/officeDocument/2006/relationships/slide" Target="/ppt/slides/slide32.xml" Id="R21eba24b4b9549df" /><Relationship Type="http://schemas.openxmlformats.org/officeDocument/2006/relationships/slide" Target="/ppt/slides/slide33.xml" Id="R5b1cedfd34874d0f" /><Relationship Type="http://schemas.openxmlformats.org/officeDocument/2006/relationships/slide" Target="/ppt/slides/slide34.xml" Id="R333792e104094545" /><Relationship Type="http://schemas.openxmlformats.org/officeDocument/2006/relationships/slide" Target="/ppt/slides/slide35.xml" Id="Re7d0297244b34e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3033fc99a847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e345408d3d4f82" /><Relationship Type="http://schemas.openxmlformats.org/officeDocument/2006/relationships/notesMaster" Target="/ppt/notesMasters/notesMaster1.xml" Id="R893f533273ee48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65628d201c4a7b" /><Relationship Type="http://schemas.openxmlformats.org/officeDocument/2006/relationships/notesMaster" Target="/ppt/notesMasters/notesMaster1.xml" Id="Rcfa20496d74148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fcee30565c4164" /><Relationship Type="http://schemas.openxmlformats.org/officeDocument/2006/relationships/notesMaster" Target="/ppt/notesMasters/notesMaster1.xml" Id="R81e41ae9e6db48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80ff6529d5b41d8" /><Relationship Type="http://schemas.openxmlformats.org/officeDocument/2006/relationships/notesMaster" Target="/ppt/notesMasters/notesMaster1.xml" Id="Rb645da95cf984d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13c527ba264e09" /><Relationship Type="http://schemas.openxmlformats.org/officeDocument/2006/relationships/notesMaster" Target="/ppt/notesMasters/notesMaster1.xml" Id="Rc945dafbde5644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7756ef7128643da" /><Relationship Type="http://schemas.openxmlformats.org/officeDocument/2006/relationships/notesMaster" Target="/ppt/notesMasters/notesMaster1.xml" Id="R961c2ae1c6ed49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3428ece7b274555" /><Relationship Type="http://schemas.openxmlformats.org/officeDocument/2006/relationships/notesMaster" Target="/ppt/notesMasters/notesMaster1.xml" Id="R4f942659bec842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c7838b1ba7424d" /><Relationship Type="http://schemas.openxmlformats.org/officeDocument/2006/relationships/notesMaster" Target="/ppt/notesMasters/notesMaster1.xml" Id="R35214f2be376459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9d81f71abfb49cd" /><Relationship Type="http://schemas.openxmlformats.org/officeDocument/2006/relationships/notesMaster" Target="/ppt/notesMasters/notesMaster1.xml" Id="Re33d995593db4fd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99ec5eb05f4633" /><Relationship Type="http://schemas.openxmlformats.org/officeDocument/2006/relationships/notesMaster" Target="/ppt/notesMasters/notesMaster1.xml" Id="Rc5600e24ca73428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1e89ac677c3442f" /><Relationship Type="http://schemas.openxmlformats.org/officeDocument/2006/relationships/notesMaster" Target="/ppt/notesMasters/notesMaster1.xml" Id="R580ea84e0e2a4bc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e34f66f9324096" /><Relationship Type="http://schemas.openxmlformats.org/officeDocument/2006/relationships/notesMaster" Target="/ppt/notesMasters/notesMaster1.xml" Id="R5934c6ab3a88447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5782a325ed5493a" /><Relationship Type="http://schemas.openxmlformats.org/officeDocument/2006/relationships/notesMaster" Target="/ppt/notesMasters/notesMaster1.xml" Id="Rfd59ff67ddc1495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b1a607ab2e84254" /><Relationship Type="http://schemas.openxmlformats.org/officeDocument/2006/relationships/notesMaster" Target="/ppt/notesMasters/notesMaster1.xml" Id="R48d0e1b9782c4fd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56671453c394cbd" /><Relationship Type="http://schemas.openxmlformats.org/officeDocument/2006/relationships/notesMaster" Target="/ppt/notesMasters/notesMaster1.xml" Id="Rc36e385a53214fd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da5990c94d3410d" /><Relationship Type="http://schemas.openxmlformats.org/officeDocument/2006/relationships/notesMaster" Target="/ppt/notesMasters/notesMaster1.xml" Id="R3c7381c647184df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331f1bb6c9e4edf" /><Relationship Type="http://schemas.openxmlformats.org/officeDocument/2006/relationships/notesMaster" Target="/ppt/notesMasters/notesMaster1.xml" Id="R05f6c945b90447a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f83aa2a3bfc4914" /><Relationship Type="http://schemas.openxmlformats.org/officeDocument/2006/relationships/notesMaster" Target="/ppt/notesMasters/notesMaster1.xml" Id="R83bbc2bf8652435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ba095b2c7344729" /><Relationship Type="http://schemas.openxmlformats.org/officeDocument/2006/relationships/notesMaster" Target="/ppt/notesMasters/notesMaster1.xml" Id="R058ad5fab6714b7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6d779bc64db4f1b" /><Relationship Type="http://schemas.openxmlformats.org/officeDocument/2006/relationships/notesMaster" Target="/ppt/notesMasters/notesMaster1.xml" Id="Rb9733ed54c5b4f1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316db73e4824817" /><Relationship Type="http://schemas.openxmlformats.org/officeDocument/2006/relationships/notesMaster" Target="/ppt/notesMasters/notesMaster1.xml" Id="R79d5e112def5427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76e5efac2054abf" /><Relationship Type="http://schemas.openxmlformats.org/officeDocument/2006/relationships/notesMaster" Target="/ppt/notesMasters/notesMaster1.xml" Id="R68b9ef6a17e44dd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8f01760dc9445f6" /><Relationship Type="http://schemas.openxmlformats.org/officeDocument/2006/relationships/notesMaster" Target="/ppt/notesMasters/notesMaster1.xml" Id="R2bdd96a5295e4a7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1a0c6fda5b14f87" /><Relationship Type="http://schemas.openxmlformats.org/officeDocument/2006/relationships/notesMaster" Target="/ppt/notesMasters/notesMaster1.xml" Id="Rb13fb480b0a14d4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3b8bea6a78c4946" /><Relationship Type="http://schemas.openxmlformats.org/officeDocument/2006/relationships/notesMaster" Target="/ppt/notesMasters/notesMaster1.xml" Id="Rcf6ead6c3574455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31e5f58e4a74667" /><Relationship Type="http://schemas.openxmlformats.org/officeDocument/2006/relationships/notesMaster" Target="/ppt/notesMasters/notesMaster1.xml" Id="R13126903be6f4ad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8bbc6ef57f4428f" /><Relationship Type="http://schemas.openxmlformats.org/officeDocument/2006/relationships/notesMaster" Target="/ppt/notesMasters/notesMaster1.xml" Id="R597a572b21c04b9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57e28767d6443e5" /><Relationship Type="http://schemas.openxmlformats.org/officeDocument/2006/relationships/notesMaster" Target="/ppt/notesMasters/notesMaster1.xml" Id="R95572d61009346c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dceaa2139a84c67" /><Relationship Type="http://schemas.openxmlformats.org/officeDocument/2006/relationships/notesMaster" Target="/ppt/notesMasters/notesMaster1.xml" Id="R73c9844feabb476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aa5fd034e6e41f4" /><Relationship Type="http://schemas.openxmlformats.org/officeDocument/2006/relationships/notesMaster" Target="/ppt/notesMasters/notesMaster1.xml" Id="R92ab9859135a426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2e0e637ed844598" /><Relationship Type="http://schemas.openxmlformats.org/officeDocument/2006/relationships/notesMaster" Target="/ppt/notesMasters/notesMaster1.xml" Id="Rd8daa391bfd54b2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e242dd3313249f7" /><Relationship Type="http://schemas.openxmlformats.org/officeDocument/2006/relationships/notesMaster" Target="/ppt/notesMasters/notesMaster1.xml" Id="R198cb7f6efe34a7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78398ce30b44c41" /><Relationship Type="http://schemas.openxmlformats.org/officeDocument/2006/relationships/notesMaster" Target="/ppt/notesMasters/notesMaster1.xml" Id="R6221705c2e8543d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ee511f23e314c4b" /><Relationship Type="http://schemas.openxmlformats.org/officeDocument/2006/relationships/notesMaster" Target="/ppt/notesMasters/notesMaster1.xml" Id="R35ffbca03bc64aa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721555447ba4206" /><Relationship Type="http://schemas.openxmlformats.org/officeDocument/2006/relationships/notesMaster" Target="/ppt/notesMasters/notesMaster1.xml" Id="R85822453e9634e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請每組先說出一個痛點，再把它寫成一句：『我希望哪一群學生或研究參與者，在什麼情境下，完成什麼改變？』後續所有工具都服務這一句。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個工具。請依參與者選定的教學／研究痛點，搜尋 1–2 個最接近的案例，分析它的使用者、輸入、輸出與互動方式，完成『痛點 → 案例 → 可驗證成果』的連線。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現場示範以教學駕駛艙 GitHub repo 與公開網站為入口：先閱讀 README 與一個單元頁，再把可公開的內容加入 Gemini Notebook。示範一題能回到引用的問題，再示範一題資料不足的問題；最後把 Notebook 產出的摘要或提問稿放回駕駛艙的教學脈絡。提醒：不要上傳學生個資、未授權教材或私人研究資料。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這一輪不追求把整座駕駛艙搬進筆記本，而是完成一個可追查的小案例。巡視時請確認來源權限、引用位置與輸出是否真的能被教師修改。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請參與者只選一個駕駛艙成品完成，不要同時生成全部。強調 Notebook 是來源與推理的工作區，駕駛艙則是給教師或學生使用的整理與操作入口；完成後用『內容依據、使用者可用、教師可改』三項快速評估。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這一頁的現場操作會直接打開講師帳號中既有的 Gem，讓大家看『真實產物如何拆解』。公開版本只示範結構與方法，不顯示私人 Gem 名稱、檔案或對話內容；若參與者帳號看不到相同 Gem，就用下一頁的通用範本重建。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示範先在帳號中複製一個既有 Gem 的有效做法，再把它改成研習用的『教學與研究設計教練』。右側範本刻意保留簡短、可讀、可測試；實際儲存前請確認背景檔案與分享權限。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巡視時請先確認參與者真的在改造一個既有資產，而不是另開一個完全不同的 Gem。測試案例至少包含：未提供學生程度、要求捏造引用、要求直接替學生完成作業。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以『會議記錄自動產出平台（Pro 版）』作為需求參考，不把真實會議逐字稿直接貼入公開示範。先在 Canvas 生成最小可用的會議紀錄介面，再把公開網址嵌入 Google Sites；若來源網站禁止 iframe，就改用『在新分頁開啟』的備援按鈕。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先展示 #84 會議記錄自動產出平台的需求與操作脈絡，再請 Canvas 生成一個不含真實個資的最小原型。示範完成後複製分享網址，實際放進 Google Sites 頁面預覽；若嵌入被阻擋，保留同一網址的外開備援。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這個練習把上午三個重點串起來：Gemini Notebook 可整理會議來源，既有 Gem 可固定摘要格式，Canvas 產出可操作介面，Google Sites 負責組織與分享。嵌入前一定要用合成資料或已授權內容驗證。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 Google Sites 完成 Canvas 會議紀錄系統的嵌入與分享；若作品需要版本化、程式碼維護或跨專案重用，再選 GitHub Pages。EZPage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Sites 的現場流程是準備分享網址、插入嵌入、調整版面、預覽並發布。請用 #84 會議紀錄平台的需求作為畫面參考；若 Canvas 網址回應拒絕嵌入，直接提供清楚的『在新分頁開啟』按鈕，不要為了嵌入而放寬資料權限。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秒：30 秒說明資料與使用者，45 秒操作作品，15 秒說明下一步。示範資料請使用合成或已授權內容；技術評論與 Agent 升級留到午後。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https://gemini.google.com/gems/create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https://sites.google.com/new</a:t>
            </a:r>
          </a:p>
          <a:p xmlns:a="http://schemas.openxmlformats.org/drawingml/2006/main">
            <a:r>
              <a:t>- https://pages.github.com/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cdb48f63a44c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7ec7a544e804848" /><Relationship Type="http://schemas.openxmlformats.org/officeDocument/2006/relationships/slideLayout" Target="/ppt/slideLayouts/slideLayout1.xml" Id="R486b1da130e745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6b1da130e745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261d2c1724771" /><Relationship Type="http://schemas.openxmlformats.org/officeDocument/2006/relationships/image" Target="/ppt/media/image.png" Id="R77b0d203b2374ead" /><Relationship Type="http://schemas.openxmlformats.org/officeDocument/2006/relationships/notesSlide" Target="/ppt/notesSlides/notesSlide1.xml" Id="R5709691e88a143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a25a72a9e44c0" /><Relationship Type="http://schemas.openxmlformats.org/officeDocument/2006/relationships/notesSlide" Target="/ppt/notesSlides/notesSlide2.xml" Id="R8af84c9b47ff45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3ca448abbf495b" /><Relationship Type="http://schemas.openxmlformats.org/officeDocument/2006/relationships/notesSlide" Target="/ppt/notesSlides/notesSlide3.xml" Id="R365911c1d822460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de0316553e422c" /><Relationship Type="http://schemas.openxmlformats.org/officeDocument/2006/relationships/notesSlide" Target="/ppt/notesSlides/notesSlide4.xml" Id="R0ff2dff8bf7a42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4fac3a87e2411d" /><Relationship Type="http://schemas.openxmlformats.org/officeDocument/2006/relationships/notesSlide" Target="/ppt/notesSlides/notesSlide5.xml" Id="R3882a855f9cb46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e58fb37b1c4e59" /><Relationship Type="http://schemas.openxmlformats.org/officeDocument/2006/relationships/notesSlide" Target="/ppt/notesSlides/notesSlide6.xml" Id="Rb0268ff3caa047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429c7aeaf74fed" /><Relationship Type="http://schemas.openxmlformats.org/officeDocument/2006/relationships/image" Target="/ppt/media/image2.png" Id="R0e67492bd9354bfd" /><Relationship Type="http://schemas.openxmlformats.org/officeDocument/2006/relationships/hyperlink" Target="https://cagoooo.github.io/Akai/" TargetMode="External" Id="Rdfebd62c739d4f2c" /><Relationship Type="http://schemas.openxmlformats.org/officeDocument/2006/relationships/image" Target="/ppt/media/image3.png" Id="Re300ae3eba4146d3" /><Relationship Type="http://schemas.openxmlformats.org/officeDocument/2006/relationships/notesSlide" Target="/ppt/notesSlides/notesSlide7.xml" Id="R56f1a74ece1f42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68ecaa5ca240fc" /><Relationship Type="http://schemas.openxmlformats.org/officeDocument/2006/relationships/hyperlink" Target="https://cagoooo.github.io/Akai/tool/91/" TargetMode="External" Id="R9ae58c05aedc4b4a" /><Relationship Type="http://schemas.openxmlformats.org/officeDocument/2006/relationships/image" Target="/ppt/media/image4.png" Id="Re7b1ede5a6e54a34" /><Relationship Type="http://schemas.openxmlformats.org/officeDocument/2006/relationships/hyperlink" Target="https://cagoooo.github.io/PhotoPoet/" TargetMode="External" Id="R7fec2d31f6494aae" /><Relationship Type="http://schemas.openxmlformats.org/officeDocument/2006/relationships/image" Target="/ppt/media/image5.png" Id="R10a5c9f4ce9142d0" /><Relationship Type="http://schemas.openxmlformats.org/officeDocument/2006/relationships/hyperlink" Target="https://cagoooo.github.io/Akai/tool/58/" TargetMode="External" Id="R5c1cd8247f7d463b" /><Relationship Type="http://schemas.openxmlformats.org/officeDocument/2006/relationships/image" Target="/ppt/media/image6.png" Id="R3ce2fd8461de45f3" /><Relationship Type="http://schemas.openxmlformats.org/officeDocument/2006/relationships/hyperlink" Target="https://cagoooo.github.io/prepare/" TargetMode="External" Id="R0708b6afa0704aeb" /><Relationship Type="http://schemas.openxmlformats.org/officeDocument/2006/relationships/image" Target="/ppt/media/image7.png" Id="R30659a15f5074fad" /><Relationship Type="http://schemas.openxmlformats.org/officeDocument/2006/relationships/hyperlink" Target="https://cagoooo.github.io/Akai/tool/11/" TargetMode="External" Id="R6e7335926e394a82" /><Relationship Type="http://schemas.openxmlformats.org/officeDocument/2006/relationships/image" Target="/ppt/media/image8.png" Id="R6c27f847ef304695" /><Relationship Type="http://schemas.openxmlformats.org/officeDocument/2006/relationships/hyperlink" Target="https://cagoooo.github.io/Akailao/" TargetMode="External" Id="R6b7f7e956ba9456e" /><Relationship Type="http://schemas.openxmlformats.org/officeDocument/2006/relationships/image" Target="/ppt/media/image9.png" Id="R53efe46945a44389" /><Relationship Type="http://schemas.openxmlformats.org/officeDocument/2006/relationships/notesSlide" Target="/ppt/notesSlides/notesSlide8.xml" Id="Rc3c0a7e528684f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1a9241bc946e6" /><Relationship Type="http://schemas.openxmlformats.org/officeDocument/2006/relationships/hyperlink" Target="https://cagoooo.github.io/Akai/tool/3/" TargetMode="External" Id="R72add6f3ee974e2a" /><Relationship Type="http://schemas.openxmlformats.org/officeDocument/2006/relationships/image" Target="/ppt/media/image10.png" Id="Ra986bd4f2d58433e" /><Relationship Type="http://schemas.openxmlformats.org/officeDocument/2006/relationships/hyperlink" Target="https://cagoooo.github.io/vote/" TargetMode="External" Id="R2510529efcd7476d" /><Relationship Type="http://schemas.openxmlformats.org/officeDocument/2006/relationships/image" Target="/ppt/media/image11.png" Id="R80eb4f1e421140a1" /><Relationship Type="http://schemas.openxmlformats.org/officeDocument/2006/relationships/hyperlink" Target="https://cagoooo.github.io/Akai/tool/24/" TargetMode="External" Id="R5718e491ba044044" /><Relationship Type="http://schemas.openxmlformats.org/officeDocument/2006/relationships/image" Target="/ppt/media/image12.png" Id="R9667f31517e74fa5" /><Relationship Type="http://schemas.openxmlformats.org/officeDocument/2006/relationships/hyperlink" Target="https://sites.google.com/mail2.smes.tyc.edu.tw/114teacher/" TargetMode="External" Id="Rb9c09cd927c443b1" /><Relationship Type="http://schemas.openxmlformats.org/officeDocument/2006/relationships/image" Target="/ppt/media/image13.png" Id="Rfd0c35b2482a45d1" /><Relationship Type="http://schemas.openxmlformats.org/officeDocument/2006/relationships/hyperlink" Target="https://cagoooo.github.io/Akai/tool/81/" TargetMode="External" Id="Rbbaac43069d94441" /><Relationship Type="http://schemas.openxmlformats.org/officeDocument/2006/relationships/image" Target="/ppt/media/image14.png" Id="Rc3be9526109c4603" /><Relationship Type="http://schemas.openxmlformats.org/officeDocument/2006/relationships/hyperlink" Target="https://cagoooo.github.io/it-cockpit/" TargetMode="External" Id="Re1891e51f0664236" /><Relationship Type="http://schemas.openxmlformats.org/officeDocument/2006/relationships/image" Target="/ppt/media/image15.png" Id="R24d472c56e5e4336" /><Relationship Type="http://schemas.openxmlformats.org/officeDocument/2006/relationships/notesSlide" Target="/ppt/notesSlides/notesSlide9.xml" Id="Re8bac3fe6c224d5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920ba309bc4994" /><Relationship Type="http://schemas.openxmlformats.org/officeDocument/2006/relationships/notesSlide" Target="/ppt/notesSlides/notesSlide10.xml" Id="Rda9fcca740924a6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5aacf9cc714db0" /><Relationship Type="http://schemas.openxmlformats.org/officeDocument/2006/relationships/hyperlink" Target="https://notebook.google.com/" TargetMode="External" Id="R0a4cdf8098a448e2" /><Relationship Type="http://schemas.openxmlformats.org/officeDocument/2006/relationships/image" Target="/ppt/media/image16.png" Id="Rcd56c858e1f84efd" /><Relationship Type="http://schemas.openxmlformats.org/officeDocument/2006/relationships/notesSlide" Target="/ppt/notesSlides/notesSlide11.xml" Id="R6f23c2fc44254e8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9cd67b2c64dce" /><Relationship Type="http://schemas.openxmlformats.org/officeDocument/2006/relationships/hyperlink" Target="https://notebook.google.com/" TargetMode="External" Id="R90f9a5b18a4a4fdf" /><Relationship Type="http://schemas.openxmlformats.org/officeDocument/2006/relationships/image" Target="/ppt/media/image17.png" Id="R8276f7eadb7044a2" /><Relationship Type="http://schemas.openxmlformats.org/officeDocument/2006/relationships/notesSlide" Target="/ppt/notesSlides/notesSlide12.xml" Id="R2760d391428f411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68ff7d0a194c8e" /><Relationship Type="http://schemas.openxmlformats.org/officeDocument/2006/relationships/hyperlink" Target="https://notebook.google.com/" TargetMode="External" Id="R3c92d43d674a406e" /><Relationship Type="http://schemas.openxmlformats.org/officeDocument/2006/relationships/image" Target="/ppt/media/image18.png" Id="R2e8a340a7b1a44c4" /><Relationship Type="http://schemas.openxmlformats.org/officeDocument/2006/relationships/notesSlide" Target="/ppt/notesSlides/notesSlide13.xml" Id="R8c81aed387854cb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85bf1300046a7" /><Relationship Type="http://schemas.openxmlformats.org/officeDocument/2006/relationships/hyperlink" Target="https://notebook.google.com/" TargetMode="External" Id="R4f165f5f17634d10" /><Relationship Type="http://schemas.openxmlformats.org/officeDocument/2006/relationships/hyperlink" Target="https://github.com/cagoooo/it-cockpit" TargetMode="External" Id="Rd42bf3deff03424f" /><Relationship Type="http://schemas.openxmlformats.org/officeDocument/2006/relationships/hyperlink" Target="https://cagoooo.github.io/it-cockpit/" TargetMode="External" Id="R0a56fd84950a4047" /><Relationship Type="http://schemas.openxmlformats.org/officeDocument/2006/relationships/image" Target="/ppt/media/image19.png" Id="Rd23f4e2bd7e8463c" /><Relationship Type="http://schemas.openxmlformats.org/officeDocument/2006/relationships/image" Target="/ppt/media/image20.png" Id="R53004ca2db18425c" /><Relationship Type="http://schemas.openxmlformats.org/officeDocument/2006/relationships/image" Target="/ppt/media/image21.png" Id="R8b6debd2d93a400c" /><Relationship Type="http://schemas.openxmlformats.org/officeDocument/2006/relationships/notesSlide" Target="/ppt/notesSlides/notesSlide14.xml" Id="R08d82d08682c4e7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25bc6950845f2" /><Relationship Type="http://schemas.openxmlformats.org/officeDocument/2006/relationships/hyperlink" Target="https://notebook.google.com/" TargetMode="External" Id="R273513411d1740ea" /><Relationship Type="http://schemas.openxmlformats.org/officeDocument/2006/relationships/hyperlink" Target="https://cagoooo.github.io/it-cockpit/" TargetMode="External" Id="R8110cc489f8c4981" /><Relationship Type="http://schemas.openxmlformats.org/officeDocument/2006/relationships/image" Target="/ppt/media/image22.png" Id="R8d23c0307d8e45c6" /><Relationship Type="http://schemas.openxmlformats.org/officeDocument/2006/relationships/image" Target="/ppt/media/image23.png" Id="R5a9c588d08694256" /><Relationship Type="http://schemas.openxmlformats.org/officeDocument/2006/relationships/notesSlide" Target="/ppt/notesSlides/notesSlide15.xml" Id="Rf300997e9dc4488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76c865f6a42e9" /><Relationship Type="http://schemas.openxmlformats.org/officeDocument/2006/relationships/hyperlink" Target="https://notebook.google.com/" TargetMode="External" Id="R290ab3d89a6e4ca3" /><Relationship Type="http://schemas.openxmlformats.org/officeDocument/2006/relationships/image" Target="/ppt/media/image24.png" Id="R2b18075f49cf4996" /><Relationship Type="http://schemas.openxmlformats.org/officeDocument/2006/relationships/notesSlide" Target="/ppt/notesSlides/notesSlide16.xml" Id="R23ade8b4d47847d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274595288b430a" /><Relationship Type="http://schemas.openxmlformats.org/officeDocument/2006/relationships/hyperlink" Target="https://notebook.google.com/" TargetMode="External" Id="R84fa8a3fde134f0d" /><Relationship Type="http://schemas.openxmlformats.org/officeDocument/2006/relationships/image" Target="/ppt/media/image25.png" Id="R0701953651904a9b" /><Relationship Type="http://schemas.openxmlformats.org/officeDocument/2006/relationships/notesSlide" Target="/ppt/notesSlides/notesSlide17.xml" Id="R99fb351e6389450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8408e6cdd47ae" /><Relationship Type="http://schemas.openxmlformats.org/officeDocument/2006/relationships/hyperlink" Target="https://notebook.google.com/" TargetMode="External" Id="Rb843097d924447fe" /><Relationship Type="http://schemas.openxmlformats.org/officeDocument/2006/relationships/image" Target="/ppt/media/image26.png" Id="R3c640c7facee4f1c" /><Relationship Type="http://schemas.openxmlformats.org/officeDocument/2006/relationships/notesSlide" Target="/ppt/notesSlides/notesSlide18.xml" Id="R7e3afaa98a2f442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89704b7ff4bc4" /><Relationship Type="http://schemas.openxmlformats.org/officeDocument/2006/relationships/hyperlink" Target="https://gemini.google.com/gems/create" TargetMode="External" Id="Rdbb57f9b1efb4354" /><Relationship Type="http://schemas.openxmlformats.org/officeDocument/2006/relationships/image" Target="/ppt/media/image27.png" Id="R210028a7e72e4171" /><Relationship Type="http://schemas.openxmlformats.org/officeDocument/2006/relationships/notesSlide" Target="/ppt/notesSlides/notesSlide19.xml" Id="R8afbde28e4da48d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5c5d98dc34bb1" /><Relationship Type="http://schemas.openxmlformats.org/officeDocument/2006/relationships/hyperlink" Target="https://gemini.google.com/gems/create" TargetMode="External" Id="Rfb635cf11c874960" /><Relationship Type="http://schemas.openxmlformats.org/officeDocument/2006/relationships/image" Target="/ppt/media/image28.png" Id="R3c6736eb66244804" /><Relationship Type="http://schemas.openxmlformats.org/officeDocument/2006/relationships/notesSlide" Target="/ppt/notesSlides/notesSlide20.xml" Id="R3b5c84fae72c4ab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13e54c3494daf" /><Relationship Type="http://schemas.openxmlformats.org/officeDocument/2006/relationships/hyperlink" Target="https://gemini.google.com/gems/create" TargetMode="External" Id="Refcb7874907e4c7b" /><Relationship Type="http://schemas.openxmlformats.org/officeDocument/2006/relationships/image" Target="/ppt/media/image29.png" Id="R95d450fa5ef64ad0" /><Relationship Type="http://schemas.openxmlformats.org/officeDocument/2006/relationships/notesSlide" Target="/ppt/notesSlides/notesSlide21.xml" Id="Rf2a45b96bc9a4bf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44b91b76904209" /><Relationship Type="http://schemas.openxmlformats.org/officeDocument/2006/relationships/hyperlink" Target="https://gemini.google.com/gems/create" TargetMode="External" Id="Rc2182a0f35874233" /><Relationship Type="http://schemas.openxmlformats.org/officeDocument/2006/relationships/image" Target="/ppt/media/image30.png" Id="R77a9c657a4624cdd" /><Relationship Type="http://schemas.openxmlformats.org/officeDocument/2006/relationships/notesSlide" Target="/ppt/notesSlides/notesSlide22.xml" Id="R9065fa58f35c45b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fa0e0cd7943ab" /><Relationship Type="http://schemas.openxmlformats.org/officeDocument/2006/relationships/hyperlink" Target="https://gemini.google.com/gems/create" TargetMode="External" Id="Rf344ead71fb24de3" /><Relationship Type="http://schemas.openxmlformats.org/officeDocument/2006/relationships/image" Target="/ppt/media/image31.png" Id="R78227c8ef7ce408b" /><Relationship Type="http://schemas.openxmlformats.org/officeDocument/2006/relationships/notesSlide" Target="/ppt/notesSlides/notesSlide23.xml" Id="R64c2c736c49248a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1a272192e473d" /><Relationship Type="http://schemas.openxmlformats.org/officeDocument/2006/relationships/hyperlink" Target="https://gemini.google.com/gems/create" TargetMode="External" Id="R432afc22c8d849e1" /><Relationship Type="http://schemas.openxmlformats.org/officeDocument/2006/relationships/image" Target="/ppt/media/image32.png" Id="Rfee6b7f66ef74f7d" /><Relationship Type="http://schemas.openxmlformats.org/officeDocument/2006/relationships/notesSlide" Target="/ppt/notesSlides/notesSlide24.xml" Id="R709a261c740b4c0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aa5c5cf66844b7" /><Relationship Type="http://schemas.openxmlformats.org/officeDocument/2006/relationships/hyperlink" Target="https://gemini.google.com/app" TargetMode="External" Id="Rf1ce67d6ee9c46fc" /><Relationship Type="http://schemas.openxmlformats.org/officeDocument/2006/relationships/image" Target="/ppt/media/image33.png" Id="R6d32cccb6a654bb9" /><Relationship Type="http://schemas.openxmlformats.org/officeDocument/2006/relationships/notesSlide" Target="/ppt/notesSlides/notesSlide25.xml" Id="R16cfd1e78000481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809cfacfd7485f" /><Relationship Type="http://schemas.openxmlformats.org/officeDocument/2006/relationships/hyperlink" Target="https://gemini.google.com/app" TargetMode="External" Id="R00dd5f2145f04a95" /><Relationship Type="http://schemas.openxmlformats.org/officeDocument/2006/relationships/image" Target="/ppt/media/image34.png" Id="R247b8597885b4511" /><Relationship Type="http://schemas.openxmlformats.org/officeDocument/2006/relationships/notesSlide" Target="/ppt/notesSlides/notesSlide26.xml" Id="R9cebf837a05c47b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e41c16a9f47e7" /><Relationship Type="http://schemas.openxmlformats.org/officeDocument/2006/relationships/hyperlink" Target="https://gemini.google.com/app" TargetMode="External" Id="R4d8a9ef69dae4ba5" /><Relationship Type="http://schemas.openxmlformats.org/officeDocument/2006/relationships/hyperlink" Target="https://cagoooo.github.io/domain-meeting-go/" TargetMode="External" Id="R50af4f3446644fbe" /><Relationship Type="http://schemas.openxmlformats.org/officeDocument/2006/relationships/image" Target="/ppt/media/image35.png" Id="Rd4fbbaa48eba4e05" /><Relationship Type="http://schemas.openxmlformats.org/officeDocument/2006/relationships/image" Target="/ppt/media/image36.png" Id="Re3843745ab934b38" /><Relationship Type="http://schemas.openxmlformats.org/officeDocument/2006/relationships/notesSlide" Target="/ppt/notesSlides/notesSlide27.xml" Id="Rb8b532482116403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9990dee2e94975" /><Relationship Type="http://schemas.openxmlformats.org/officeDocument/2006/relationships/hyperlink" Target="https://gemini.google.com/app" TargetMode="External" Id="R7b0d5caf9f224ab3" /><Relationship Type="http://schemas.openxmlformats.org/officeDocument/2006/relationships/hyperlink" Target="https://cagoooo.github.io/domain-meeting-go/" TargetMode="External" Id="Rcd79ea20fbbf4483" /><Relationship Type="http://schemas.openxmlformats.org/officeDocument/2006/relationships/hyperlink" Target="https://sites.google.com/mail2.smes.tyc.edu.tw/114teacher/" TargetMode="External" Id="Rc2f4467506294f51" /><Relationship Type="http://schemas.openxmlformats.org/officeDocument/2006/relationships/image" Target="/ppt/media/image37.png" Id="Rc91d05c13fe24263" /><Relationship Type="http://schemas.openxmlformats.org/officeDocument/2006/relationships/image" Target="/ppt/media/image38.png" Id="R1f4a9c8a5c754167" /><Relationship Type="http://schemas.openxmlformats.org/officeDocument/2006/relationships/image" Target="/ppt/media/image39.png" Id="Rc78e3055fd7145af" /><Relationship Type="http://schemas.openxmlformats.org/officeDocument/2006/relationships/notesSlide" Target="/ppt/notesSlides/notesSlide28.xml" Id="R9482f83489ff4e2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dc68ee9bd94370" /><Relationship Type="http://schemas.openxmlformats.org/officeDocument/2006/relationships/hyperlink" Target="https://sites.google.com/new" TargetMode="External" Id="R9df7621a54bd45fa" /><Relationship Type="http://schemas.openxmlformats.org/officeDocument/2006/relationships/hyperlink" Target="https://cagoooo.github.io/domain-meeting-go/" TargetMode="External" Id="Rf527465510724753" /><Relationship Type="http://schemas.openxmlformats.org/officeDocument/2006/relationships/image" Target="/ppt/media/image40.png" Id="R712c90e65ad64f1a" /><Relationship Type="http://schemas.openxmlformats.org/officeDocument/2006/relationships/image" Target="/ppt/media/image41.png" Id="Rc62105442ee545f6" /><Relationship Type="http://schemas.openxmlformats.org/officeDocument/2006/relationships/notesSlide" Target="/ppt/notesSlides/notesSlide29.xml" Id="R0ca93fe071d740b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805cf7d8c4df6" /><Relationship Type="http://schemas.openxmlformats.org/officeDocument/2006/relationships/hyperlink" Target="https://sites.google.com/new" TargetMode="External" Id="R8120e1719a934950" /><Relationship Type="http://schemas.openxmlformats.org/officeDocument/2006/relationships/hyperlink" Target="https://pages.github.com/" TargetMode="External" Id="R3be47c74e5ed4a2c" /><Relationship Type="http://schemas.openxmlformats.org/officeDocument/2006/relationships/hyperlink" Target="https://gg90052.github.io/ezpage/" TargetMode="External" Id="R539ac9bdcd9147f8" /><Relationship Type="http://schemas.openxmlformats.org/officeDocument/2006/relationships/image" Target="/ppt/media/image42.png" Id="R00ba9d216bb84d7e" /><Relationship Type="http://schemas.openxmlformats.org/officeDocument/2006/relationships/image" Target="/ppt/media/image43.png" Id="Recf037a345d946cf" /><Relationship Type="http://schemas.openxmlformats.org/officeDocument/2006/relationships/image" Target="/ppt/media/image44.png" Id="Rb952692031bc4a39" /><Relationship Type="http://schemas.openxmlformats.org/officeDocument/2006/relationships/notesSlide" Target="/ppt/notesSlides/notesSlide30.xml" Id="Rdcd0a6fa10e5408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30326cce5490f" /><Relationship Type="http://schemas.openxmlformats.org/officeDocument/2006/relationships/hyperlink" Target="https://sites.google.com/new" TargetMode="External" Id="Reecac24c87254061" /><Relationship Type="http://schemas.openxmlformats.org/officeDocument/2006/relationships/hyperlink" Target="https://sites.google.com/mail2.smes.tyc.edu.tw/114teacher/" TargetMode="External" Id="R47b33eff317749c4" /><Relationship Type="http://schemas.openxmlformats.org/officeDocument/2006/relationships/image" Target="/ppt/media/image45.png" Id="Rf5eef2d447c645fc" /><Relationship Type="http://schemas.openxmlformats.org/officeDocument/2006/relationships/image" Target="/ppt/media/image46.png" Id="R53e01726df2040e8" /><Relationship Type="http://schemas.openxmlformats.org/officeDocument/2006/relationships/notesSlide" Target="/ppt/notesSlides/notesSlide31.xml" Id="R544cb56f38ef48b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7ce10ea9f4463f" /><Relationship Type="http://schemas.openxmlformats.org/officeDocument/2006/relationships/hyperlink" Target="https://pages.github.com/" TargetMode="External" Id="R52ae855122684fce" /><Relationship Type="http://schemas.openxmlformats.org/officeDocument/2006/relationships/image" Target="/ppt/media/image47.png" Id="R3cda939638264768" /><Relationship Type="http://schemas.openxmlformats.org/officeDocument/2006/relationships/notesSlide" Target="/ppt/notesSlides/notesSlide32.xml" Id="R3bad8f36945a494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768f23dab4228" /><Relationship Type="http://schemas.openxmlformats.org/officeDocument/2006/relationships/hyperlink" Target="https://gg90052.github.io/ezpage/" TargetMode="External" Id="Rb2268e262e014c62" /><Relationship Type="http://schemas.openxmlformats.org/officeDocument/2006/relationships/image" Target="/ppt/media/image48.png" Id="Rfdc64c45f6f9457e" /><Relationship Type="http://schemas.openxmlformats.org/officeDocument/2006/relationships/notesSlide" Target="/ppt/notesSlides/notesSlide33.xml" Id="R233386ae2e954e42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3bcdf4d7de4bd5" /><Relationship Type="http://schemas.openxmlformats.org/officeDocument/2006/relationships/hyperlink" Target="https://notebook.google.com/" TargetMode="External" Id="Rae373fbe658e40ab" /><Relationship Type="http://schemas.openxmlformats.org/officeDocument/2006/relationships/hyperlink" Target="https://cagoooo.github.io/domain-meeting-go/" TargetMode="External" Id="Rca11f512eda146da" /><Relationship Type="http://schemas.openxmlformats.org/officeDocument/2006/relationships/hyperlink" Target="https://sites.google.com/mail2.smes.tyc.edu.tw/114teacher/" TargetMode="External" Id="R0ddaecaa019049fe" /><Relationship Type="http://schemas.openxmlformats.org/officeDocument/2006/relationships/image" Target="/ppt/media/image49.png" Id="Rb6320b6247734ce4" /><Relationship Type="http://schemas.openxmlformats.org/officeDocument/2006/relationships/image" Target="/ppt/media/image50.png" Id="Rd0fe31ebd36241df" /><Relationship Type="http://schemas.openxmlformats.org/officeDocument/2006/relationships/image" Target="/ppt/media/image51.png" Id="R372fe27d057a49dc" /><Relationship Type="http://schemas.openxmlformats.org/officeDocument/2006/relationships/notesSlide" Target="/ppt/notesSlides/notesSlide34.xml" Id="Ra34883f1fa624e2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778d90383e41f4" /><Relationship Type="http://schemas.openxmlformats.org/officeDocument/2006/relationships/hyperlink" Target="../START_HERE_&#30740;&#32722;&#36039;&#28304;&#23566;&#33322;.html" TargetMode="External" Id="Re17f1934b2c942bd" /><Relationship Type="http://schemas.openxmlformats.org/officeDocument/2006/relationships/image" Target="/ppt/media/image52.png" Id="Reacd6ca40adb45f4" /><Relationship Type="http://schemas.openxmlformats.org/officeDocument/2006/relationships/hyperlink" Target="https://notebook.google.com/" TargetMode="External" Id="R6fa2dd451c234a90" /><Relationship Type="http://schemas.openxmlformats.org/officeDocument/2006/relationships/image" Target="/ppt/media/image53.png" Id="Rf9fb6f59c7054c34" /><Relationship Type="http://schemas.openxmlformats.org/officeDocument/2006/relationships/hyperlink" Target="https://gemini.google.com/gems/create" TargetMode="External" Id="R003e4c31d3564062" /><Relationship Type="http://schemas.openxmlformats.org/officeDocument/2006/relationships/image" Target="/ppt/media/image54.png" Id="Ra5b9f6ee1637483d" /><Relationship Type="http://schemas.openxmlformats.org/officeDocument/2006/relationships/hyperlink" Target="https://gemini.google.com/app" TargetMode="External" Id="R85e78914b6cb4147" /><Relationship Type="http://schemas.openxmlformats.org/officeDocument/2006/relationships/image" Target="/ppt/media/image55.png" Id="R6fbf20e36294403b" /><Relationship Type="http://schemas.openxmlformats.org/officeDocument/2006/relationships/hyperlink" Target="https://github.com/cagoooo/it-cockpit" TargetMode="External" Id="R1168113b8a6e49e1" /><Relationship Type="http://schemas.openxmlformats.org/officeDocument/2006/relationships/image" Target="/ppt/media/image56.png" Id="Rff8beb1f1c8f4c40" /><Relationship Type="http://schemas.openxmlformats.org/officeDocument/2006/relationships/hyperlink" Target="https://cagoooo.github.io/it-cockpit/" TargetMode="External" Id="R0c8bab414b5845d5" /><Relationship Type="http://schemas.openxmlformats.org/officeDocument/2006/relationships/image" Target="/ppt/media/image57.png" Id="R86c39b83a18048ea" /><Relationship Type="http://schemas.openxmlformats.org/officeDocument/2006/relationships/hyperlink" Target="https://cagoooo.github.io/domain-meeting-go/" TargetMode="External" Id="R1cf194ad98304e66" /><Relationship Type="http://schemas.openxmlformats.org/officeDocument/2006/relationships/image" Target="/ppt/media/image58.png" Id="R1ad8243ac15343ff" /><Relationship Type="http://schemas.openxmlformats.org/officeDocument/2006/relationships/hyperlink" Target="https://sites.google.com/new" TargetMode="External" Id="R5bd05f4a4fd24be2" /><Relationship Type="http://schemas.openxmlformats.org/officeDocument/2006/relationships/image" Target="/ppt/media/image59.png" Id="R29ccdacf9f2c4920" /><Relationship Type="http://schemas.openxmlformats.org/officeDocument/2006/relationships/hyperlink" Target="https://pages.github.com/" TargetMode="External" Id="R4510717afaba4ed9" /><Relationship Type="http://schemas.openxmlformats.org/officeDocument/2006/relationships/image" Target="/ppt/media/image60.png" Id="R72b6ce0595c84200" /><Relationship Type="http://schemas.openxmlformats.org/officeDocument/2006/relationships/hyperlink" Target="https://gg90052.github.io/ezpage/" TargetMode="External" Id="Rb0004ff3a0f54f7a" /><Relationship Type="http://schemas.openxmlformats.org/officeDocument/2006/relationships/image" Target="/ppt/media/image61.png" Id="Rf56c8920ef474fac" /><Relationship Type="http://schemas.openxmlformats.org/officeDocument/2006/relationships/notesSlide" Target="/ppt/notesSlides/notesSlide35.xml" Id="Rac32dc9cdfba47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0d203b2374ea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A83EEE4E-B0BC-4D1B-97AD-A719F839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62D500CC-0706-4605-851F-893E0372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76A6971-21FA-48F0-89F4-CB9FDDF3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462E17B-10D1-47F1-9C18-7D4769B0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FEDAC4A6-5CB8-4E9A-A253-35B2CFD95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95183BE3-56E2-45F0-A25A-89158E7E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4E9B9225-CFF0-405E-B519-1ABD9DC2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7475446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8">
            <a:extLst xmlns:a="http://schemas.openxmlformats.org/drawingml/2006/main">
              <a:ext uri="{FF2B5EF4-FFF2-40B4-BE49-F238E27FC236}">
                <a16:creationId xmlns:a16="http://schemas.microsoft.com/office/drawing/2014/main" id="{D6120F8B-0FEB-4B77-8C71-40B35072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C68E64-CA85-47A0-91FF-B1C140A8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32" name="shape-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385F1039-0584-4CAE-A035-6158EFD0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6E82BA4-95C8-4E5D-A82F-9A24B218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1">
            <a:extLst xmlns:a="http://schemas.openxmlformats.org/drawingml/2006/main">
              <a:ext uri="{FF2B5EF4-FFF2-40B4-BE49-F238E27FC236}">
                <a16:creationId xmlns:a16="http://schemas.microsoft.com/office/drawing/2014/main" id="{D3DE79F7-39B3-4F63-A9A2-2F6B565A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12">
            <a:extLst xmlns:a="http://schemas.openxmlformats.org/drawingml/2006/main">
              <a:ext uri="{FF2B5EF4-FFF2-40B4-BE49-F238E27FC236}">
                <a16:creationId xmlns:a16="http://schemas.microsoft.com/office/drawing/2014/main" id="{8759A66F-5B5C-4E4B-A3E0-DB7E5D92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28D6CDAE-1141-4B24-8B38-E8D260D1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2D609CA8-C711-47BC-BBB7-6E1D485D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10" name="text-15">
            <a:extLst xmlns:a="http://schemas.openxmlformats.org/drawingml/2006/main">
              <a:ext uri="{FF2B5EF4-FFF2-40B4-BE49-F238E27FC236}">
                <a16:creationId xmlns:a16="http://schemas.microsoft.com/office/drawing/2014/main" id="{557AE061-B5D8-4705-99FF-935E5091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11" name="text-16">
            <a:extLst xmlns:a="http://schemas.openxmlformats.org/drawingml/2006/main">
              <a:ext uri="{FF2B5EF4-FFF2-40B4-BE49-F238E27FC236}">
                <a16:creationId xmlns:a16="http://schemas.microsoft.com/office/drawing/2014/main" id="{698C29FD-32FC-48E0-8EAB-E3B4FB67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">
            <a:extLst xmlns:a="http://schemas.openxmlformats.org/drawingml/2006/main">
              <a:ext uri="{FF2B5EF4-FFF2-40B4-BE49-F238E27FC236}">
                <a16:creationId xmlns:a16="http://schemas.microsoft.com/office/drawing/2014/main" id="{7184AD03-BF94-4606-A334-F75B6900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18">
            <a:extLst xmlns:a="http://schemas.openxmlformats.org/drawingml/2006/main">
              <a:ext uri="{FF2B5EF4-FFF2-40B4-BE49-F238E27FC236}">
                <a16:creationId xmlns:a16="http://schemas.microsoft.com/office/drawing/2014/main" id="{82EAB33D-A8A5-48B7-816E-5D9943FE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9">
            <a:extLst xmlns:a="http://schemas.openxmlformats.org/drawingml/2006/main">
              <a:ext uri="{FF2B5EF4-FFF2-40B4-BE49-F238E27FC236}">
                <a16:creationId xmlns:a16="http://schemas.microsoft.com/office/drawing/2014/main" id="{B72AFC69-C28A-47B9-AC0A-ED50D91D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C3834A7C-8CE1-4EF5-91A6-AE920D84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25B06A03-5C0E-4ABC-92AF-C3E49977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A1D16E5E-EBFA-4734-971C-9DA73E60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3">
            <a:extLst xmlns:a="http://schemas.openxmlformats.org/drawingml/2006/main">
              <a:ext uri="{FF2B5EF4-FFF2-40B4-BE49-F238E27FC236}">
                <a16:creationId xmlns:a16="http://schemas.microsoft.com/office/drawing/2014/main" id="{9D12A51C-2391-425E-9193-0C3B795C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4">
            <a:extLst xmlns:a="http://schemas.openxmlformats.org/drawingml/2006/main">
              <a:ext uri="{FF2B5EF4-FFF2-40B4-BE49-F238E27FC236}">
                <a16:creationId xmlns:a16="http://schemas.microsoft.com/office/drawing/2014/main" id="{0B96D1C6-E6C6-4FBD-8875-0B2FDD42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5">
            <a:extLst xmlns:a="http://schemas.openxmlformats.org/drawingml/2006/main">
              <a:ext uri="{FF2B5EF4-FFF2-40B4-BE49-F238E27FC236}">
                <a16:creationId xmlns:a16="http://schemas.microsoft.com/office/drawing/2014/main" id="{66C2D99C-49F0-40BC-A62E-FF7F6A59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6">
            <a:extLst xmlns:a="http://schemas.openxmlformats.org/drawingml/2006/main">
              <a:ext uri="{FF2B5EF4-FFF2-40B4-BE49-F238E27FC236}">
                <a16:creationId xmlns:a16="http://schemas.microsoft.com/office/drawing/2014/main" id="{B50D00F8-74B4-460F-AE39-D3A94128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22" name="text-27">
            <a:extLst xmlns:a="http://schemas.openxmlformats.org/drawingml/2006/main">
              <a:ext uri="{FF2B5EF4-FFF2-40B4-BE49-F238E27FC236}">
                <a16:creationId xmlns:a16="http://schemas.microsoft.com/office/drawing/2014/main" id="{7A4AE186-E2EE-458C-878D-FB802C99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23" name="text-28">
            <a:extLst xmlns:a="http://schemas.openxmlformats.org/drawingml/2006/main">
              <a:ext uri="{FF2B5EF4-FFF2-40B4-BE49-F238E27FC236}">
                <a16:creationId xmlns:a16="http://schemas.microsoft.com/office/drawing/2014/main" id="{42DDBF8A-F2E7-4980-A40D-07E0831F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9">
            <a:extLst xmlns:a="http://schemas.openxmlformats.org/drawingml/2006/main">
              <a:ext uri="{FF2B5EF4-FFF2-40B4-BE49-F238E27FC236}">
                <a16:creationId xmlns:a16="http://schemas.microsoft.com/office/drawing/2014/main" id="{1628BC99-0E71-4CD2-8026-DBF3BBEE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30">
            <a:extLst xmlns:a="http://schemas.openxmlformats.org/drawingml/2006/main">
              <a:ext uri="{FF2B5EF4-FFF2-40B4-BE49-F238E27FC236}">
                <a16:creationId xmlns:a16="http://schemas.microsoft.com/office/drawing/2014/main" id="{B6C90AF5-38BE-4EB9-8989-29DD65FE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31">
            <a:extLst xmlns:a="http://schemas.openxmlformats.org/drawingml/2006/main">
              <a:ext uri="{FF2B5EF4-FFF2-40B4-BE49-F238E27FC236}">
                <a16:creationId xmlns:a16="http://schemas.microsoft.com/office/drawing/2014/main" id="{8BD9DDD3-4597-4CAD-9A9F-7857727B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32">
            <a:extLst xmlns:a="http://schemas.openxmlformats.org/drawingml/2006/main">
              <a:ext uri="{FF2B5EF4-FFF2-40B4-BE49-F238E27FC236}">
                <a16:creationId xmlns:a16="http://schemas.microsoft.com/office/drawing/2014/main" id="{792B009A-F8AD-4273-BCFC-F7A3E743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28" name="text-33">
            <a:extLst xmlns:a="http://schemas.openxmlformats.org/drawingml/2006/main">
              <a:ext uri="{FF2B5EF4-FFF2-40B4-BE49-F238E27FC236}">
                <a16:creationId xmlns:a16="http://schemas.microsoft.com/office/drawing/2014/main" id="{CE832645-14D6-403D-B97C-26920D99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29" name="text-34">
            <a:extLst xmlns:a="http://schemas.openxmlformats.org/drawingml/2006/main">
              <a:ext uri="{FF2B5EF4-FFF2-40B4-BE49-F238E27FC236}">
                <a16:creationId xmlns:a16="http://schemas.microsoft.com/office/drawing/2014/main" id="{57D771E4-B224-4D96-98B4-3BBBD59E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3666761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35">
            <a:extLst xmlns:a="http://schemas.openxmlformats.org/drawingml/2006/main">
              <a:ext uri="{FF2B5EF4-FFF2-40B4-BE49-F238E27FC236}">
                <a16:creationId xmlns:a16="http://schemas.microsoft.com/office/drawing/2014/main" id="{EF00FC3C-D5BA-4FC4-8F2A-4D987DA2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953902-FFF9-480D-A62F-58754E32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3" name="shape-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">
            <a:extLst xmlns:a="http://schemas.openxmlformats.org/drawingml/2006/main">
              <a:ext uri="{FF2B5EF4-FFF2-40B4-BE49-F238E27FC236}">
                <a16:creationId xmlns:a16="http://schemas.microsoft.com/office/drawing/2014/main" id="{ECF85B90-9A21-4FB1-B5A5-D6C32CA2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7C92F5-DB74-40CA-889F-85DA82BC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36" name="shape-38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shape-39">
            <a:extLst xmlns:a="http://schemas.openxmlformats.org/drawingml/2006/main">
              <a:ext uri="{FF2B5EF4-FFF2-40B4-BE49-F238E27FC236}">
                <a16:creationId xmlns:a16="http://schemas.microsoft.com/office/drawing/2014/main" id="{BAC7AE6B-2141-4400-A85E-B22742A8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0">
            <a:extLst xmlns:a="http://schemas.openxmlformats.org/drawingml/2006/main">
              <a:ext uri="{FF2B5EF4-FFF2-40B4-BE49-F238E27FC236}">
                <a16:creationId xmlns:a16="http://schemas.microsoft.com/office/drawing/2014/main" id="{4576F796-E964-4391-B5A9-6595CE44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00–15</a:t>
            </a:r>
          </a:p>
        </p:txBody>
      </p:sp>
      <p:sp>
        <p:nvSpPr>
          <p:cNvPr id="9" name="text-41">
            <a:extLst xmlns:a="http://schemas.openxmlformats.org/drawingml/2006/main">
              <a:ext uri="{FF2B5EF4-FFF2-40B4-BE49-F238E27FC236}">
                <a16:creationId xmlns:a16="http://schemas.microsoft.com/office/drawing/2014/main" id="{6E42C3EA-7F3E-408A-AA60-B2FC174E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42">
            <a:extLst xmlns:a="http://schemas.openxmlformats.org/drawingml/2006/main">
              <a:ext uri="{FF2B5EF4-FFF2-40B4-BE49-F238E27FC236}">
                <a16:creationId xmlns:a16="http://schemas.microsoft.com/office/drawing/2014/main" id="{8A8CACB6-13A1-440C-99EA-EAAE1B47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43">
            <a:extLst xmlns:a="http://schemas.openxmlformats.org/drawingml/2006/main">
              <a:ext uri="{FF2B5EF4-FFF2-40B4-BE49-F238E27FC236}">
                <a16:creationId xmlns:a16="http://schemas.microsoft.com/office/drawing/2014/main" id="{28FEB01C-5925-4414-8637-44CC3C95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44">
            <a:extLst xmlns:a="http://schemas.openxmlformats.org/drawingml/2006/main">
              <a:ext uri="{FF2B5EF4-FFF2-40B4-BE49-F238E27FC236}">
                <a16:creationId xmlns:a16="http://schemas.microsoft.com/office/drawing/2014/main" id="{04495ED7-0531-42B7-AA26-E03001FD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76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15–55</a:t>
            </a:r>
          </a:p>
        </p:txBody>
      </p:sp>
      <p:sp>
        <p:nvSpPr>
          <p:cNvPr id="13" name="text-45">
            <a:extLst xmlns:a="http://schemas.openxmlformats.org/drawingml/2006/main">
              <a:ext uri="{FF2B5EF4-FFF2-40B4-BE49-F238E27FC236}">
                <a16:creationId xmlns:a16="http://schemas.microsoft.com/office/drawing/2014/main" id="{46DB79EA-E1CC-4F95-9890-10AA6F23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4" name="text-46">
            <a:extLst xmlns:a="http://schemas.openxmlformats.org/drawingml/2006/main">
              <a:ext uri="{FF2B5EF4-FFF2-40B4-BE49-F238E27FC236}">
                <a16:creationId xmlns:a16="http://schemas.microsoft.com/office/drawing/2014/main" id="{5A4BBDFE-08EB-43B2-9701-F260123E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5" name="shape-47">
            <a:extLst xmlns:a="http://schemas.openxmlformats.org/drawingml/2006/main">
              <a:ext uri="{FF2B5EF4-FFF2-40B4-BE49-F238E27FC236}">
                <a16:creationId xmlns:a16="http://schemas.microsoft.com/office/drawing/2014/main" id="{08C2B827-8E2A-4106-95DF-184558DB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347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8">
            <a:extLst xmlns:a="http://schemas.openxmlformats.org/drawingml/2006/main">
              <a:ext uri="{FF2B5EF4-FFF2-40B4-BE49-F238E27FC236}">
                <a16:creationId xmlns:a16="http://schemas.microsoft.com/office/drawing/2014/main" id="{93814F76-1470-4A79-86F1-08CFB0DA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02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55–80</a:t>
            </a:r>
          </a:p>
        </p:txBody>
      </p:sp>
      <p:sp>
        <p:nvSpPr>
          <p:cNvPr id="17" name="text-49">
            <a:extLst xmlns:a="http://schemas.openxmlformats.org/drawingml/2006/main">
              <a:ext uri="{FF2B5EF4-FFF2-40B4-BE49-F238E27FC236}">
                <a16:creationId xmlns:a16="http://schemas.microsoft.com/office/drawing/2014/main" id="{DD94F2E1-CE53-49CF-9B44-2BF484C5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18" name="text-50">
            <a:extLst xmlns:a="http://schemas.openxmlformats.org/drawingml/2006/main">
              <a:ext uri="{FF2B5EF4-FFF2-40B4-BE49-F238E27FC236}">
                <a16:creationId xmlns:a16="http://schemas.microsoft.com/office/drawing/2014/main" id="{CA3520E0-6FCE-4B6C-AD91-03E98538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19" name="shape-51">
            <a:extLst xmlns:a="http://schemas.openxmlformats.org/drawingml/2006/main">
              <a:ext uri="{FF2B5EF4-FFF2-40B4-BE49-F238E27FC236}">
                <a16:creationId xmlns:a16="http://schemas.microsoft.com/office/drawing/2014/main" id="{CEBAED80-DB80-480E-BFD1-0996A873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373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2">
            <a:extLst xmlns:a="http://schemas.openxmlformats.org/drawingml/2006/main">
              <a:ext uri="{FF2B5EF4-FFF2-40B4-BE49-F238E27FC236}">
                <a16:creationId xmlns:a16="http://schemas.microsoft.com/office/drawing/2014/main" id="{77ED10EE-3A66-4D53-B28E-662B85E3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28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80–90</a:t>
            </a:r>
          </a:p>
        </p:txBody>
      </p:sp>
      <p:sp>
        <p:nvSpPr>
          <p:cNvPr id="21" name="text-53">
            <a:extLst xmlns:a="http://schemas.openxmlformats.org/drawingml/2006/main">
              <a:ext uri="{FF2B5EF4-FFF2-40B4-BE49-F238E27FC236}">
                <a16:creationId xmlns:a16="http://schemas.microsoft.com/office/drawing/2014/main" id="{E6B9FF6A-5C16-450B-B885-8339688B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2" name="text-54">
            <a:extLst xmlns:a="http://schemas.openxmlformats.org/drawingml/2006/main">
              <a:ext uri="{FF2B5EF4-FFF2-40B4-BE49-F238E27FC236}">
                <a16:creationId xmlns:a16="http://schemas.microsoft.com/office/drawing/2014/main" id="{93B77302-6AB8-4B06-910F-1B390113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3" name="shape-55">
            <a:extLst xmlns:a="http://schemas.openxmlformats.org/drawingml/2006/main">
              <a:ext uri="{FF2B5EF4-FFF2-40B4-BE49-F238E27FC236}">
                <a16:creationId xmlns:a16="http://schemas.microsoft.com/office/drawing/2014/main" id="{A5175A4D-3968-4DF4-A658-4913AEEE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99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56">
            <a:extLst xmlns:a="http://schemas.openxmlformats.org/drawingml/2006/main">
              <a:ext uri="{FF2B5EF4-FFF2-40B4-BE49-F238E27FC236}">
                <a16:creationId xmlns:a16="http://schemas.microsoft.com/office/drawing/2014/main" id="{D1CC1622-A541-4F10-A34E-FFBCE2EB5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154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90–135</a:t>
            </a:r>
          </a:p>
        </p:txBody>
      </p:sp>
      <p:sp>
        <p:nvSpPr>
          <p:cNvPr id="25" name="text-57">
            <a:extLst xmlns:a="http://schemas.openxmlformats.org/drawingml/2006/main">
              <a:ext uri="{FF2B5EF4-FFF2-40B4-BE49-F238E27FC236}">
                <a16:creationId xmlns:a16="http://schemas.microsoft.com/office/drawing/2014/main" id="{4CF3153A-4D7F-4440-A654-C936475E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6" name="text-58">
            <a:extLst xmlns:a="http://schemas.openxmlformats.org/drawingml/2006/main">
              <a:ext uri="{FF2B5EF4-FFF2-40B4-BE49-F238E27FC236}">
                <a16:creationId xmlns:a16="http://schemas.microsoft.com/office/drawing/2014/main" id="{66BD9C17-E464-4F98-9A84-91F52BE9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27" name="shape-59">
            <a:extLst xmlns:a="http://schemas.openxmlformats.org/drawingml/2006/main">
              <a:ext uri="{FF2B5EF4-FFF2-40B4-BE49-F238E27FC236}">
                <a16:creationId xmlns:a16="http://schemas.microsoft.com/office/drawing/2014/main" id="{03A10258-2AA3-4899-9B1D-2B8F4075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60">
            <a:extLst xmlns:a="http://schemas.openxmlformats.org/drawingml/2006/main">
              <a:ext uri="{FF2B5EF4-FFF2-40B4-BE49-F238E27FC236}">
                <a16:creationId xmlns:a16="http://schemas.microsoft.com/office/drawing/2014/main" id="{0868B1F3-12DD-42AA-8FDC-07595B6D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135–180</a:t>
            </a:r>
          </a:p>
        </p:txBody>
      </p:sp>
      <p:sp>
        <p:nvSpPr>
          <p:cNvPr id="29" name="text-61">
            <a:extLst xmlns:a="http://schemas.openxmlformats.org/drawingml/2006/main">
              <a:ext uri="{FF2B5EF4-FFF2-40B4-BE49-F238E27FC236}">
                <a16:creationId xmlns:a16="http://schemas.microsoft.com/office/drawing/2014/main" id="{61C661E1-78D4-4591-89A0-C9D7A4CA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0" name="text-62">
            <a:extLst xmlns:a="http://schemas.openxmlformats.org/drawingml/2006/main">
              <a:ext uri="{FF2B5EF4-FFF2-40B4-BE49-F238E27FC236}">
                <a16:creationId xmlns:a16="http://schemas.microsoft.com/office/drawing/2014/main" id="{6B68CEEA-6FA9-43D2-9950-DB376BE7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9220974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63">
            <a:extLst xmlns:a="http://schemas.openxmlformats.org/drawingml/2006/main">
              <a:ext uri="{FF2B5EF4-FFF2-40B4-BE49-F238E27FC236}">
                <a16:creationId xmlns:a16="http://schemas.microsoft.com/office/drawing/2014/main" id="{9EDDB5B3-20F7-4F9D-A7DB-DE3B6D0F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3837B95-9907-4A69-827F-C9972EF9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5">
            <a:extLst xmlns:a="http://schemas.openxmlformats.org/drawingml/2006/main">
              <a:ext uri="{FF2B5EF4-FFF2-40B4-BE49-F238E27FC236}">
                <a16:creationId xmlns:a16="http://schemas.microsoft.com/office/drawing/2014/main" id="{AC487BEF-09BF-4076-99E9-CED9D2E9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EAD934D-4CA5-44B6-85E7-96E98C47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66">
            <a:extLst xmlns:a="http://schemas.openxmlformats.org/drawingml/2006/main">
              <a:ext uri="{FF2B5EF4-FFF2-40B4-BE49-F238E27FC236}">
                <a16:creationId xmlns:a16="http://schemas.microsoft.com/office/drawing/2014/main" id="{9CCF1AC8-FD53-470A-A66E-C36884B0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7">
            <a:extLst xmlns:a="http://schemas.openxmlformats.org/drawingml/2006/main">
              <a:ext uri="{FF2B5EF4-FFF2-40B4-BE49-F238E27FC236}">
                <a16:creationId xmlns:a16="http://schemas.microsoft.com/office/drawing/2014/main" id="{577B51E9-C97B-47CF-9B52-70039415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8">
            <a:extLst xmlns:a="http://schemas.openxmlformats.org/drawingml/2006/main">
              <a:ext uri="{FF2B5EF4-FFF2-40B4-BE49-F238E27FC236}">
                <a16:creationId xmlns:a16="http://schemas.microsoft.com/office/drawing/2014/main" id="{951FB164-64FF-432D-8196-7D1CF8BE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69">
            <a:extLst xmlns:a="http://schemas.openxmlformats.org/drawingml/2006/main">
              <a:ext uri="{FF2B5EF4-FFF2-40B4-BE49-F238E27FC236}">
                <a16:creationId xmlns:a16="http://schemas.microsoft.com/office/drawing/2014/main" id="{38AA02A5-68C6-4971-95EE-59AE274A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70">
            <a:extLst xmlns:a="http://schemas.openxmlformats.org/drawingml/2006/main">
              <a:ext uri="{FF2B5EF4-FFF2-40B4-BE49-F238E27FC236}">
                <a16:creationId xmlns:a16="http://schemas.microsoft.com/office/drawing/2014/main" id="{D85038AE-2D6F-4C00-9023-1F32E496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1">
            <a:extLst xmlns:a="http://schemas.openxmlformats.org/drawingml/2006/main">
              <a:ext uri="{FF2B5EF4-FFF2-40B4-BE49-F238E27FC236}">
                <a16:creationId xmlns:a16="http://schemas.microsoft.com/office/drawing/2014/main" id="{FFA63D28-2A5A-4704-B4FA-46ACAC43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2">
            <a:extLst xmlns:a="http://schemas.openxmlformats.org/drawingml/2006/main">
              <a:ext uri="{FF2B5EF4-FFF2-40B4-BE49-F238E27FC236}">
                <a16:creationId xmlns:a16="http://schemas.microsoft.com/office/drawing/2014/main" id="{30962F11-7D48-40CA-A22D-579100DA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73">
            <a:extLst xmlns:a="http://schemas.openxmlformats.org/drawingml/2006/main">
              <a:ext uri="{FF2B5EF4-FFF2-40B4-BE49-F238E27FC236}">
                <a16:creationId xmlns:a16="http://schemas.microsoft.com/office/drawing/2014/main" id="{68DADD75-F263-422A-B28B-FD0D3808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74">
            <a:extLst xmlns:a="http://schemas.openxmlformats.org/drawingml/2006/main">
              <a:ext uri="{FF2B5EF4-FFF2-40B4-BE49-F238E27FC236}">
                <a16:creationId xmlns:a16="http://schemas.microsoft.com/office/drawing/2014/main" id="{64B5C8BB-11F0-436D-B2EC-EA647FF9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5">
            <a:extLst xmlns:a="http://schemas.openxmlformats.org/drawingml/2006/main">
              <a:ext uri="{FF2B5EF4-FFF2-40B4-BE49-F238E27FC236}">
                <a16:creationId xmlns:a16="http://schemas.microsoft.com/office/drawing/2014/main" id="{ED35FAB3-0861-4D68-BBB7-FA29C247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6">
            <a:extLst xmlns:a="http://schemas.openxmlformats.org/drawingml/2006/main">
              <a:ext uri="{FF2B5EF4-FFF2-40B4-BE49-F238E27FC236}">
                <a16:creationId xmlns:a16="http://schemas.microsoft.com/office/drawing/2014/main" id="{16ABFEC7-5131-4ED9-BB72-3D2777FC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77">
            <a:extLst xmlns:a="http://schemas.openxmlformats.org/drawingml/2006/main">
              <a:ext uri="{FF2B5EF4-FFF2-40B4-BE49-F238E27FC236}">
                <a16:creationId xmlns:a16="http://schemas.microsoft.com/office/drawing/2014/main" id="{1F8C800D-948B-4498-8B45-563938E6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78">
            <a:extLst xmlns:a="http://schemas.openxmlformats.org/drawingml/2006/main">
              <a:ext uri="{FF2B5EF4-FFF2-40B4-BE49-F238E27FC236}">
                <a16:creationId xmlns:a16="http://schemas.microsoft.com/office/drawing/2014/main" id="{D025FCC6-7921-4A11-8006-93E843E5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9">
            <a:extLst xmlns:a="http://schemas.openxmlformats.org/drawingml/2006/main">
              <a:ext uri="{FF2B5EF4-FFF2-40B4-BE49-F238E27FC236}">
                <a16:creationId xmlns:a16="http://schemas.microsoft.com/office/drawing/2014/main" id="{9CD0C508-D5EA-4523-ADDE-B8B67BED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0">
            <a:extLst xmlns:a="http://schemas.openxmlformats.org/drawingml/2006/main">
              <a:ext uri="{FF2B5EF4-FFF2-40B4-BE49-F238E27FC236}">
                <a16:creationId xmlns:a16="http://schemas.microsoft.com/office/drawing/2014/main" id="{F445C956-464A-4E84-8873-3AAA2274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81">
            <a:extLst xmlns:a="http://schemas.openxmlformats.org/drawingml/2006/main">
              <a:ext uri="{FF2B5EF4-FFF2-40B4-BE49-F238E27FC236}">
                <a16:creationId xmlns:a16="http://schemas.microsoft.com/office/drawing/2014/main" id="{9EA7F010-A504-41E0-98F7-7F1A7565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11574399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2">
            <a:extLst xmlns:a="http://schemas.openxmlformats.org/drawingml/2006/main">
              <a:ext uri="{FF2B5EF4-FFF2-40B4-BE49-F238E27FC236}">
                <a16:creationId xmlns:a16="http://schemas.microsoft.com/office/drawing/2014/main" id="{F549F944-CCB0-4EFF-94B6-5348A474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7620B74-0828-414D-9279-D8A6430E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4">
            <a:extLst xmlns:a="http://schemas.openxmlformats.org/drawingml/2006/main">
              <a:ext uri="{FF2B5EF4-FFF2-40B4-BE49-F238E27FC236}">
                <a16:creationId xmlns:a16="http://schemas.microsoft.com/office/drawing/2014/main" id="{6D0EEDB5-18B8-4320-AE8C-7D0A5A9B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CCE6207-D91C-48E1-B8B4-A19B1986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5">
            <a:extLst xmlns:a="http://schemas.openxmlformats.org/drawingml/2006/main">
              <a:ext uri="{FF2B5EF4-FFF2-40B4-BE49-F238E27FC236}">
                <a16:creationId xmlns:a16="http://schemas.microsoft.com/office/drawing/2014/main" id="{89078368-9EA9-40E3-A0B7-DDF7DB68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6">
            <a:extLst xmlns:a="http://schemas.openxmlformats.org/drawingml/2006/main">
              <a:ext uri="{FF2B5EF4-FFF2-40B4-BE49-F238E27FC236}">
                <a16:creationId xmlns:a16="http://schemas.microsoft.com/office/drawing/2014/main" id="{A7597AF3-7058-4349-8820-2B2F9B8EA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87">
            <a:extLst xmlns:a="http://schemas.openxmlformats.org/drawingml/2006/main">
              <a:ext uri="{FF2B5EF4-FFF2-40B4-BE49-F238E27FC236}">
                <a16:creationId xmlns:a16="http://schemas.microsoft.com/office/drawing/2014/main" id="{83FE7B2C-C0B3-420A-BEEC-3026E1D8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88">
            <a:extLst xmlns:a="http://schemas.openxmlformats.org/drawingml/2006/main">
              <a:ext uri="{FF2B5EF4-FFF2-40B4-BE49-F238E27FC236}">
                <a16:creationId xmlns:a16="http://schemas.microsoft.com/office/drawing/2014/main" id="{F15340BE-9A43-4853-95DA-87E979BA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89">
            <a:extLst xmlns:a="http://schemas.openxmlformats.org/drawingml/2006/main">
              <a:ext uri="{FF2B5EF4-FFF2-40B4-BE49-F238E27FC236}">
                <a16:creationId xmlns:a16="http://schemas.microsoft.com/office/drawing/2014/main" id="{00768B7A-8E2A-4C71-A84F-65D94FEE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90">
            <a:extLst xmlns:a="http://schemas.openxmlformats.org/drawingml/2006/main">
              <a:ext uri="{FF2B5EF4-FFF2-40B4-BE49-F238E27FC236}">
                <a16:creationId xmlns:a16="http://schemas.microsoft.com/office/drawing/2014/main" id="{6997F72F-EEFB-4157-944B-EF182B4F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91">
            <a:extLst xmlns:a="http://schemas.openxmlformats.org/drawingml/2006/main">
              <a:ext uri="{FF2B5EF4-FFF2-40B4-BE49-F238E27FC236}">
                <a16:creationId xmlns:a16="http://schemas.microsoft.com/office/drawing/2014/main" id="{7845DB4A-F75A-485D-B0D9-39F85C50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92">
            <a:extLst xmlns:a="http://schemas.openxmlformats.org/drawingml/2006/main">
              <a:ext uri="{FF2B5EF4-FFF2-40B4-BE49-F238E27FC236}">
                <a16:creationId xmlns:a16="http://schemas.microsoft.com/office/drawing/2014/main" id="{ACBB3370-EAC0-42CA-8ECA-6F4CF703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93">
            <a:extLst xmlns:a="http://schemas.openxmlformats.org/drawingml/2006/main">
              <a:ext uri="{FF2B5EF4-FFF2-40B4-BE49-F238E27FC236}">
                <a16:creationId xmlns:a16="http://schemas.microsoft.com/office/drawing/2014/main" id="{030540C2-CB95-4DA8-BD81-B54BAA25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94">
            <a:extLst xmlns:a="http://schemas.openxmlformats.org/drawingml/2006/main">
              <a:ext uri="{FF2B5EF4-FFF2-40B4-BE49-F238E27FC236}">
                <a16:creationId xmlns:a16="http://schemas.microsoft.com/office/drawing/2014/main" id="{D5EC807F-2DDC-4C75-AC09-10890495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11187871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95">
            <a:extLst xmlns:a="http://schemas.openxmlformats.org/drawingml/2006/main">
              <a:ext uri="{FF2B5EF4-FFF2-40B4-BE49-F238E27FC236}">
                <a16:creationId xmlns:a16="http://schemas.microsoft.com/office/drawing/2014/main" id="{ADD292AC-C81A-4EB5-B382-8C2AD882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PAIN POINT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F3A2E35-C037-45B0-9DE2-9791EB6C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先從真實教學／研究痛點出發</a:t>
            </a:r>
          </a:p>
        </p:txBody>
      </p:sp>
      <p:cxnSp>
        <p:nvCxnSpPr>
          <p:cNvPr id="24" name="shape-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7">
            <a:extLst xmlns:a="http://schemas.openxmlformats.org/drawingml/2006/main">
              <a:ext uri="{FF2B5EF4-FFF2-40B4-BE49-F238E27FC236}">
                <a16:creationId xmlns:a16="http://schemas.microsoft.com/office/drawing/2014/main" id="{798E4034-0E1D-422D-BFD4-AAFDE9AC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7B97A75-7977-4594-9CFA-EC9CEFC5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98">
            <a:extLst xmlns:a="http://schemas.openxmlformats.org/drawingml/2006/main">
              <a:ext uri="{FF2B5EF4-FFF2-40B4-BE49-F238E27FC236}">
                <a16:creationId xmlns:a16="http://schemas.microsoft.com/office/drawing/2014/main" id="{42DAAEE2-C923-4E20-9059-68727354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99">
            <a:extLst xmlns:a="http://schemas.openxmlformats.org/drawingml/2006/main">
              <a:ext uri="{FF2B5EF4-FFF2-40B4-BE49-F238E27FC236}">
                <a16:creationId xmlns:a16="http://schemas.microsoft.com/office/drawing/2014/main" id="{DD474144-CE0B-447B-8893-465D2248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100">
            <a:extLst xmlns:a="http://schemas.openxmlformats.org/drawingml/2006/main">
              <a:ext uri="{FF2B5EF4-FFF2-40B4-BE49-F238E27FC236}">
                <a16:creationId xmlns:a16="http://schemas.microsoft.com/office/drawing/2014/main" id="{1BF66ECE-124E-40AB-BE0F-A7B258A2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內容理解痛點</a:t>
            </a:r>
          </a:p>
        </p:txBody>
      </p:sp>
      <p:sp>
        <p:nvSpPr>
          <p:cNvPr id="9" name="text-101">
            <a:extLst xmlns:a="http://schemas.openxmlformats.org/drawingml/2006/main">
              <a:ext uri="{FF2B5EF4-FFF2-40B4-BE49-F238E27FC236}">
                <a16:creationId xmlns:a16="http://schemas.microsoft.com/office/drawing/2014/main" id="{BE5B9111-849B-448E-A07F-60ABEDB6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102">
            <a:extLst xmlns:a="http://schemas.openxmlformats.org/drawingml/2006/main">
              <a:ext uri="{FF2B5EF4-FFF2-40B4-BE49-F238E27FC236}">
                <a16:creationId xmlns:a16="http://schemas.microsoft.com/office/drawing/2014/main" id="{80AAB72C-C0D3-40B7-BF13-B77D9276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03">
            <a:extLst xmlns:a="http://schemas.openxmlformats.org/drawingml/2006/main">
              <a:ext uri="{FF2B5EF4-FFF2-40B4-BE49-F238E27FC236}">
                <a16:creationId xmlns:a16="http://schemas.microsoft.com/office/drawing/2014/main" id="{D3FEDB83-1118-4291-8264-11868001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104">
            <a:extLst xmlns:a="http://schemas.openxmlformats.org/drawingml/2006/main">
              <a:ext uri="{FF2B5EF4-FFF2-40B4-BE49-F238E27FC236}">
                <a16:creationId xmlns:a16="http://schemas.microsoft.com/office/drawing/2014/main" id="{6F802CE5-E7D4-4768-98C1-E06992AC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資料分析痛點</a:t>
            </a:r>
          </a:p>
        </p:txBody>
      </p:sp>
      <p:sp>
        <p:nvSpPr>
          <p:cNvPr id="13" name="text-105">
            <a:extLst xmlns:a="http://schemas.openxmlformats.org/drawingml/2006/main">
              <a:ext uri="{FF2B5EF4-FFF2-40B4-BE49-F238E27FC236}">
                <a16:creationId xmlns:a16="http://schemas.microsoft.com/office/drawing/2014/main" id="{E089DFBE-FC30-4AC1-9FB5-B28D521E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106">
            <a:extLst xmlns:a="http://schemas.openxmlformats.org/drawingml/2006/main">
              <a:ext uri="{FF2B5EF4-FFF2-40B4-BE49-F238E27FC236}">
                <a16:creationId xmlns:a16="http://schemas.microsoft.com/office/drawing/2014/main" id="{BB1A09C1-1CC0-4BBD-B24A-2AB52021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07">
            <a:extLst xmlns:a="http://schemas.openxmlformats.org/drawingml/2006/main">
              <a:ext uri="{FF2B5EF4-FFF2-40B4-BE49-F238E27FC236}">
                <a16:creationId xmlns:a16="http://schemas.microsoft.com/office/drawing/2014/main" id="{AE315141-4346-4EA5-BA68-9FB2EC38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108">
            <a:extLst xmlns:a="http://schemas.openxmlformats.org/drawingml/2006/main">
              <a:ext uri="{FF2B5EF4-FFF2-40B4-BE49-F238E27FC236}">
                <a16:creationId xmlns:a16="http://schemas.microsoft.com/office/drawing/2014/main" id="{B4806993-5D48-47B5-9731-AF38960E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互動設計痛點</a:t>
            </a:r>
          </a:p>
        </p:txBody>
      </p:sp>
      <p:sp>
        <p:nvSpPr>
          <p:cNvPr id="17" name="text-109">
            <a:extLst xmlns:a="http://schemas.openxmlformats.org/drawingml/2006/main">
              <a:ext uri="{FF2B5EF4-FFF2-40B4-BE49-F238E27FC236}">
                <a16:creationId xmlns:a16="http://schemas.microsoft.com/office/drawing/2014/main" id="{A9A08B11-EACF-4775-AF47-45A4746B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110">
            <a:extLst xmlns:a="http://schemas.openxmlformats.org/drawingml/2006/main">
              <a:ext uri="{FF2B5EF4-FFF2-40B4-BE49-F238E27FC236}">
                <a16:creationId xmlns:a16="http://schemas.microsoft.com/office/drawing/2014/main" id="{D0ADEB3D-F001-4CC0-9DE4-ABA1BD06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11">
            <a:extLst xmlns:a="http://schemas.openxmlformats.org/drawingml/2006/main">
              <a:ext uri="{FF2B5EF4-FFF2-40B4-BE49-F238E27FC236}">
                <a16:creationId xmlns:a16="http://schemas.microsoft.com/office/drawing/2014/main" id="{D4184416-44DD-4D3F-B8A6-B26EAAF4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112">
            <a:extLst xmlns:a="http://schemas.openxmlformats.org/drawingml/2006/main">
              <a:ext uri="{FF2B5EF4-FFF2-40B4-BE49-F238E27FC236}">
                <a16:creationId xmlns:a16="http://schemas.microsoft.com/office/drawing/2014/main" id="{1C198611-EF80-4729-8683-39E54A3A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研究累積痛點</a:t>
            </a:r>
          </a:p>
        </p:txBody>
      </p:sp>
      <p:sp>
        <p:nvSpPr>
          <p:cNvPr id="21" name="text-113">
            <a:extLst xmlns:a="http://schemas.openxmlformats.org/drawingml/2006/main">
              <a:ext uri="{FF2B5EF4-FFF2-40B4-BE49-F238E27FC236}">
                <a16:creationId xmlns:a16="http://schemas.microsoft.com/office/drawing/2014/main" id="{B8ECFC16-0877-4255-B20E-76D0A0B6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想把文獻、資料、方法與成果整理成可持續更新的工作區。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14377568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14">
            <a:extLst xmlns:a="http://schemas.openxmlformats.org/drawingml/2006/main">
              <a:ext uri="{FF2B5EF4-FFF2-40B4-BE49-F238E27FC236}">
                <a16:creationId xmlns:a16="http://schemas.microsoft.com/office/drawing/2014/main" id="{4EE87B2A-0B18-4351-A4B5-6F7BD70E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922AAE-3416-430C-A8AF-2A0B6392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1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16">
            <a:extLst xmlns:a="http://schemas.openxmlformats.org/drawingml/2006/main">
              <a:ext uri="{FF2B5EF4-FFF2-40B4-BE49-F238E27FC236}">
                <a16:creationId xmlns:a16="http://schemas.microsoft.com/office/drawing/2014/main" id="{EC873DB5-7433-4274-9C21-CBBB469D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22334B9-122F-415E-AB18-35C217DF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7492bd9354bfd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17">
            <a:extLst xmlns:a="http://schemas.openxmlformats.org/drawingml/2006/main">
              <a:ext uri="{FF2B5EF4-FFF2-40B4-BE49-F238E27FC236}">
                <a16:creationId xmlns:a16="http://schemas.microsoft.com/office/drawing/2014/main" id="{1F31AF1C-4075-4B99-B892-E356F562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118">
            <a:extLst xmlns:a="http://schemas.openxmlformats.org/drawingml/2006/main">
              <a:ext uri="{FF2B5EF4-FFF2-40B4-BE49-F238E27FC236}">
                <a16:creationId xmlns:a16="http://schemas.microsoft.com/office/drawing/2014/main" id="{26001F46-7F61-4FC9-B663-2B985419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647">
            <a:extLst xmlns:a="http://schemas.openxmlformats.org/drawingml/2006/main">
              <a:ext uri="{FF2B5EF4-FFF2-40B4-BE49-F238E27FC236}">
                <a16:creationId xmlns:a16="http://schemas.microsoft.com/office/drawing/2014/main" id="{E2B1568B-156D-4D2E-9D50-FC1F1CF6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febd62c739d4f2c"/>
              </a:rPr>
              <a:t>開啟教育科技創新專區 ↗</a:t>
            </a:r>
          </a:p>
        </p:txBody>
      </p:sp>
      <p:sp>
        <p:nvSpPr>
          <p:cNvPr id="10" name="shape-672">
            <a:extLst xmlns:a="http://schemas.openxmlformats.org/drawingml/2006/main">
              <a:ext uri="{FF2B5EF4-FFF2-40B4-BE49-F238E27FC236}">
                <a16:creationId xmlns:a16="http://schemas.microsoft.com/office/drawing/2014/main" id="{FB7B720A-C0CE-4F6F-BE35-981D4180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00ae3eba4146d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73">
            <a:extLst xmlns:a="http://schemas.openxmlformats.org/drawingml/2006/main">
              <a:ext uri="{FF2B5EF4-FFF2-40B4-BE49-F238E27FC236}">
                <a16:creationId xmlns:a16="http://schemas.microsoft.com/office/drawing/2014/main" id="{93F61303-A71F-4192-B820-9C9521D8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1100047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19">
            <a:extLst xmlns:a="http://schemas.openxmlformats.org/drawingml/2006/main">
              <a:ext uri="{FF2B5EF4-FFF2-40B4-BE49-F238E27FC236}">
                <a16:creationId xmlns:a16="http://schemas.microsoft.com/office/drawing/2014/main" id="{30265B8E-641F-4752-8516-9BDE4313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7789C80-39B4-4E92-8AAE-C839296A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1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21">
            <a:extLst xmlns:a="http://schemas.openxmlformats.org/drawingml/2006/main">
              <a:ext uri="{FF2B5EF4-FFF2-40B4-BE49-F238E27FC236}">
                <a16:creationId xmlns:a16="http://schemas.microsoft.com/office/drawing/2014/main" id="{755DD166-1E19-4000-81FC-7CD397F2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C40510-BAF4-4241-8D76-F559570A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122">
            <a:extLst xmlns:a="http://schemas.openxmlformats.org/drawingml/2006/main">
              <a:ext uri="{FF2B5EF4-FFF2-40B4-BE49-F238E27FC236}">
                <a16:creationId xmlns:a16="http://schemas.microsoft.com/office/drawing/2014/main" id="{7CA084EF-75B7-43B5-9BC0-CAA5B4D1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123">
            <a:extLst xmlns:a="http://schemas.openxmlformats.org/drawingml/2006/main">
              <a:ext uri="{FF2B5EF4-FFF2-40B4-BE49-F238E27FC236}">
                <a16:creationId xmlns:a16="http://schemas.microsoft.com/office/drawing/2014/main" id="{590EC8F0-4A9E-430D-9566-3AC77BCC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24">
            <a:extLst xmlns:a="http://schemas.openxmlformats.org/drawingml/2006/main">
              <a:ext uri="{FF2B5EF4-FFF2-40B4-BE49-F238E27FC236}">
                <a16:creationId xmlns:a16="http://schemas.microsoft.com/office/drawing/2014/main" id="{A63B34F3-3B23-477C-A4FD-55FD439E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125">
            <a:extLst xmlns:a="http://schemas.openxmlformats.org/drawingml/2006/main">
              <a:ext uri="{FF2B5EF4-FFF2-40B4-BE49-F238E27FC236}">
                <a16:creationId xmlns:a16="http://schemas.microsoft.com/office/drawing/2014/main" id="{379CB03C-A5C1-42F5-8DDB-ACF634D1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126">
            <a:extLst xmlns:a="http://schemas.openxmlformats.org/drawingml/2006/main">
              <a:ext uri="{FF2B5EF4-FFF2-40B4-BE49-F238E27FC236}">
                <a16:creationId xmlns:a16="http://schemas.microsoft.com/office/drawing/2014/main" id="{1F9BE56E-D2F4-45CB-92AE-64BA03DEA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127">
            <a:extLst xmlns:a="http://schemas.openxmlformats.org/drawingml/2006/main">
              <a:ext uri="{FF2B5EF4-FFF2-40B4-BE49-F238E27FC236}">
                <a16:creationId xmlns:a16="http://schemas.microsoft.com/office/drawing/2014/main" id="{E1EAEC06-39BC-4C59-B73B-33E6E08B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ae58c05aedc4b4a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b1ede5a6e54a34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28">
            <a:extLst xmlns:a="http://schemas.openxmlformats.org/drawingml/2006/main">
              <a:ext uri="{FF2B5EF4-FFF2-40B4-BE49-F238E27FC236}">
                <a16:creationId xmlns:a16="http://schemas.microsoft.com/office/drawing/2014/main" id="{4E751442-4A7C-4924-9340-1D556235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fec2d31f6494aae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a5c9f4ce9142d0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29">
            <a:extLst xmlns:a="http://schemas.openxmlformats.org/drawingml/2006/main">
              <a:ext uri="{FF2B5EF4-FFF2-40B4-BE49-F238E27FC236}">
                <a16:creationId xmlns:a16="http://schemas.microsoft.com/office/drawing/2014/main" id="{32305896-CF90-4972-B881-DEAB7E97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30">
            <a:extLst xmlns:a="http://schemas.openxmlformats.org/drawingml/2006/main">
              <a:ext uri="{FF2B5EF4-FFF2-40B4-BE49-F238E27FC236}">
                <a16:creationId xmlns:a16="http://schemas.microsoft.com/office/drawing/2014/main" id="{C97AA238-96A7-416E-A5A9-1DA5DECD9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131">
            <a:extLst xmlns:a="http://schemas.openxmlformats.org/drawingml/2006/main">
              <a:ext uri="{FF2B5EF4-FFF2-40B4-BE49-F238E27FC236}">
                <a16:creationId xmlns:a16="http://schemas.microsoft.com/office/drawing/2014/main" id="{2D2E7797-4B94-4102-9B61-9D42BD9D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132">
            <a:extLst xmlns:a="http://schemas.openxmlformats.org/drawingml/2006/main">
              <a:ext uri="{FF2B5EF4-FFF2-40B4-BE49-F238E27FC236}">
                <a16:creationId xmlns:a16="http://schemas.microsoft.com/office/drawing/2014/main" id="{C5D18D2B-39D2-4C39-BB93-35D4B718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133">
            <a:extLst xmlns:a="http://schemas.openxmlformats.org/drawingml/2006/main">
              <a:ext uri="{FF2B5EF4-FFF2-40B4-BE49-F238E27FC236}">
                <a16:creationId xmlns:a16="http://schemas.microsoft.com/office/drawing/2014/main" id="{C1D21D12-F304-47AC-A49B-85B87398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c1cd8247f7d463b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e2fd8461de45f3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34">
            <a:extLst xmlns:a="http://schemas.openxmlformats.org/drawingml/2006/main">
              <a:ext uri="{FF2B5EF4-FFF2-40B4-BE49-F238E27FC236}">
                <a16:creationId xmlns:a16="http://schemas.microsoft.com/office/drawing/2014/main" id="{91BFE837-E6B3-4E22-8A85-9658190D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708b6afa0704aeb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59a15f5074fad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35">
            <a:extLst xmlns:a="http://schemas.openxmlformats.org/drawingml/2006/main">
              <a:ext uri="{FF2B5EF4-FFF2-40B4-BE49-F238E27FC236}">
                <a16:creationId xmlns:a16="http://schemas.microsoft.com/office/drawing/2014/main" id="{1BD08181-91D8-46E0-B9AC-CD6BEEB5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36">
            <a:extLst xmlns:a="http://schemas.openxmlformats.org/drawingml/2006/main">
              <a:ext uri="{FF2B5EF4-FFF2-40B4-BE49-F238E27FC236}">
                <a16:creationId xmlns:a16="http://schemas.microsoft.com/office/drawing/2014/main" id="{A6254F50-5CE1-4FE4-BCDB-AA271BE5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137">
            <a:extLst xmlns:a="http://schemas.openxmlformats.org/drawingml/2006/main">
              <a:ext uri="{FF2B5EF4-FFF2-40B4-BE49-F238E27FC236}">
                <a16:creationId xmlns:a16="http://schemas.microsoft.com/office/drawing/2014/main" id="{2432C79C-33C3-4BAF-BC4D-0E92C22E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138">
            <a:extLst xmlns:a="http://schemas.openxmlformats.org/drawingml/2006/main">
              <a:ext uri="{FF2B5EF4-FFF2-40B4-BE49-F238E27FC236}">
                <a16:creationId xmlns:a16="http://schemas.microsoft.com/office/drawing/2014/main" id="{A069C7A1-93D4-47C0-A8F5-A7BF01BF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139">
            <a:extLst xmlns:a="http://schemas.openxmlformats.org/drawingml/2006/main">
              <a:ext uri="{FF2B5EF4-FFF2-40B4-BE49-F238E27FC236}">
                <a16:creationId xmlns:a16="http://schemas.microsoft.com/office/drawing/2014/main" id="{8210546F-466B-4711-93BF-BAF7AA37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e7335926e394a82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27f847ef304695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40">
            <a:extLst xmlns:a="http://schemas.openxmlformats.org/drawingml/2006/main">
              <a:ext uri="{FF2B5EF4-FFF2-40B4-BE49-F238E27FC236}">
                <a16:creationId xmlns:a16="http://schemas.microsoft.com/office/drawing/2014/main" id="{0484BEC1-37FB-40A0-BEBB-EB12757F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b7f7e956ba9456e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efe46945a44389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0666298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41">
            <a:extLst xmlns:a="http://schemas.openxmlformats.org/drawingml/2006/main">
              <a:ext uri="{FF2B5EF4-FFF2-40B4-BE49-F238E27FC236}">
                <a16:creationId xmlns:a16="http://schemas.microsoft.com/office/drawing/2014/main" id="{92999159-555B-4A62-8113-19019C82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DFC6F0-1AB4-434F-A5ED-0B75C692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1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BF10D1AD-D2BB-4FAC-AB17-A2D9AD71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DA26DE4-8653-4915-8ED8-A2BBB1AD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44">
            <a:extLst xmlns:a="http://schemas.openxmlformats.org/drawingml/2006/main">
              <a:ext uri="{FF2B5EF4-FFF2-40B4-BE49-F238E27FC236}">
                <a16:creationId xmlns:a16="http://schemas.microsoft.com/office/drawing/2014/main" id="{ACED3375-6EC6-40F5-9AF1-0E927737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145">
            <a:extLst xmlns:a="http://schemas.openxmlformats.org/drawingml/2006/main">
              <a:ext uri="{FF2B5EF4-FFF2-40B4-BE49-F238E27FC236}">
                <a16:creationId xmlns:a16="http://schemas.microsoft.com/office/drawing/2014/main" id="{6226081F-C0AA-47C4-8B02-250D5419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46">
            <a:extLst xmlns:a="http://schemas.openxmlformats.org/drawingml/2006/main">
              <a:ext uri="{FF2B5EF4-FFF2-40B4-BE49-F238E27FC236}">
                <a16:creationId xmlns:a16="http://schemas.microsoft.com/office/drawing/2014/main" id="{D7BAE99A-68D1-42E4-8D35-F794228F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147">
            <a:extLst xmlns:a="http://schemas.openxmlformats.org/drawingml/2006/main">
              <a:ext uri="{FF2B5EF4-FFF2-40B4-BE49-F238E27FC236}">
                <a16:creationId xmlns:a16="http://schemas.microsoft.com/office/drawing/2014/main" id="{D28695F1-1B83-4DD5-8933-BF02887C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148">
            <a:extLst xmlns:a="http://schemas.openxmlformats.org/drawingml/2006/main">
              <a:ext uri="{FF2B5EF4-FFF2-40B4-BE49-F238E27FC236}">
                <a16:creationId xmlns:a16="http://schemas.microsoft.com/office/drawing/2014/main" id="{46599A01-FB21-449A-88E7-ABF28169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149">
            <a:extLst xmlns:a="http://schemas.openxmlformats.org/drawingml/2006/main">
              <a:ext uri="{FF2B5EF4-FFF2-40B4-BE49-F238E27FC236}">
                <a16:creationId xmlns:a16="http://schemas.microsoft.com/office/drawing/2014/main" id="{64A0CE87-4470-4014-9DA1-A2AE4822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2add6f3ee974e2a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86bd4f2d58433e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50">
            <a:extLst xmlns:a="http://schemas.openxmlformats.org/drawingml/2006/main">
              <a:ext uri="{FF2B5EF4-FFF2-40B4-BE49-F238E27FC236}">
                <a16:creationId xmlns:a16="http://schemas.microsoft.com/office/drawing/2014/main" id="{A20973D6-2907-4295-A986-3CCE6C62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510529efcd7476d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eb4f1e421140a1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51">
            <a:extLst xmlns:a="http://schemas.openxmlformats.org/drawingml/2006/main">
              <a:ext uri="{FF2B5EF4-FFF2-40B4-BE49-F238E27FC236}">
                <a16:creationId xmlns:a16="http://schemas.microsoft.com/office/drawing/2014/main" id="{C5B107BD-71B7-44B2-90C0-147DABCA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52">
            <a:extLst xmlns:a="http://schemas.openxmlformats.org/drawingml/2006/main">
              <a:ext uri="{FF2B5EF4-FFF2-40B4-BE49-F238E27FC236}">
                <a16:creationId xmlns:a16="http://schemas.microsoft.com/office/drawing/2014/main" id="{56720F88-8F34-4DDF-9BB9-72145968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153">
            <a:extLst xmlns:a="http://schemas.openxmlformats.org/drawingml/2006/main">
              <a:ext uri="{FF2B5EF4-FFF2-40B4-BE49-F238E27FC236}">
                <a16:creationId xmlns:a16="http://schemas.microsoft.com/office/drawing/2014/main" id="{67243208-37EA-4685-AF06-7AB44E43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154">
            <a:extLst xmlns:a="http://schemas.openxmlformats.org/drawingml/2006/main">
              <a:ext uri="{FF2B5EF4-FFF2-40B4-BE49-F238E27FC236}">
                <a16:creationId xmlns:a16="http://schemas.microsoft.com/office/drawing/2014/main" id="{C17E4FC6-E047-4C46-9E99-B19DBF5D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155">
            <a:extLst xmlns:a="http://schemas.openxmlformats.org/drawingml/2006/main">
              <a:ext uri="{FF2B5EF4-FFF2-40B4-BE49-F238E27FC236}">
                <a16:creationId xmlns:a16="http://schemas.microsoft.com/office/drawing/2014/main" id="{23204B30-D966-4642-81E4-F6D0B4AC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718e491ba044044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67f31517e74fa5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56">
            <a:extLst xmlns:a="http://schemas.openxmlformats.org/drawingml/2006/main">
              <a:ext uri="{FF2B5EF4-FFF2-40B4-BE49-F238E27FC236}">
                <a16:creationId xmlns:a16="http://schemas.microsoft.com/office/drawing/2014/main" id="{A6F60502-71B3-4CAC-8A19-64B4F196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9c09cd927c443b1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0c35b2482a45d1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57">
            <a:extLst xmlns:a="http://schemas.openxmlformats.org/drawingml/2006/main">
              <a:ext uri="{FF2B5EF4-FFF2-40B4-BE49-F238E27FC236}">
                <a16:creationId xmlns:a16="http://schemas.microsoft.com/office/drawing/2014/main" id="{5D12D709-2BC9-44D2-96FB-FF4A9E96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58">
            <a:extLst xmlns:a="http://schemas.openxmlformats.org/drawingml/2006/main">
              <a:ext uri="{FF2B5EF4-FFF2-40B4-BE49-F238E27FC236}">
                <a16:creationId xmlns:a16="http://schemas.microsoft.com/office/drawing/2014/main" id="{31E82C79-F8DF-484F-812E-F0CE839EC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159">
            <a:extLst xmlns:a="http://schemas.openxmlformats.org/drawingml/2006/main">
              <a:ext uri="{FF2B5EF4-FFF2-40B4-BE49-F238E27FC236}">
                <a16:creationId xmlns:a16="http://schemas.microsoft.com/office/drawing/2014/main" id="{BD8BC901-FC21-4880-B56D-9367F82D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160">
            <a:extLst xmlns:a="http://schemas.openxmlformats.org/drawingml/2006/main">
              <a:ext uri="{FF2B5EF4-FFF2-40B4-BE49-F238E27FC236}">
                <a16:creationId xmlns:a16="http://schemas.microsoft.com/office/drawing/2014/main" id="{F5DAE609-2489-4F10-A120-074F103F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161">
            <a:extLst xmlns:a="http://schemas.openxmlformats.org/drawingml/2006/main">
              <a:ext uri="{FF2B5EF4-FFF2-40B4-BE49-F238E27FC236}">
                <a16:creationId xmlns:a16="http://schemas.microsoft.com/office/drawing/2014/main" id="{D315EB3F-8C23-4BC4-8C7E-3E1CAA37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baac43069d94441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be9526109c4603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62">
            <a:extLst xmlns:a="http://schemas.openxmlformats.org/drawingml/2006/main">
              <a:ext uri="{FF2B5EF4-FFF2-40B4-BE49-F238E27FC236}">
                <a16:creationId xmlns:a16="http://schemas.microsoft.com/office/drawing/2014/main" id="{FB16664C-6FB8-4B9C-86F8-20AF7FAA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891e51f0664236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472c56e5e4336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4436345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63">
            <a:extLst xmlns:a="http://schemas.openxmlformats.org/drawingml/2006/main">
              <a:ext uri="{FF2B5EF4-FFF2-40B4-BE49-F238E27FC236}">
                <a16:creationId xmlns:a16="http://schemas.microsoft.com/office/drawing/2014/main" id="{719808FA-5358-4A2A-8D36-9D36B99C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4407A2F-4058-4917-A6B9-D93295E0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38" name="shape-1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65">
            <a:extLst xmlns:a="http://schemas.openxmlformats.org/drawingml/2006/main">
              <a:ext uri="{FF2B5EF4-FFF2-40B4-BE49-F238E27FC236}">
                <a16:creationId xmlns:a16="http://schemas.microsoft.com/office/drawing/2014/main" id="{B2101060-6BEB-4026-AFA4-D3CBD402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2B7C2DE-F72C-4532-B184-889A695D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66">
            <a:extLst xmlns:a="http://schemas.openxmlformats.org/drawingml/2006/main">
              <a:ext uri="{FF2B5EF4-FFF2-40B4-BE49-F238E27FC236}">
                <a16:creationId xmlns:a16="http://schemas.microsoft.com/office/drawing/2014/main" id="{5EF9A7A2-D779-4B82-92A4-9BC39EA5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167">
            <a:extLst xmlns:a="http://schemas.openxmlformats.org/drawingml/2006/main">
              <a:ext uri="{FF2B5EF4-FFF2-40B4-BE49-F238E27FC236}">
                <a16:creationId xmlns:a16="http://schemas.microsoft.com/office/drawing/2014/main" id="{CC9A7C80-FD2D-46F8-B4A4-F5047D2A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8">
            <a:extLst xmlns:a="http://schemas.openxmlformats.org/drawingml/2006/main">
              <a:ext uri="{FF2B5EF4-FFF2-40B4-BE49-F238E27FC236}">
                <a16:creationId xmlns:a16="http://schemas.microsoft.com/office/drawing/2014/main" id="{8FB754EA-1EE0-42EC-918F-DD70610A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9">
            <a:extLst xmlns:a="http://schemas.openxmlformats.org/drawingml/2006/main">
              <a:ext uri="{FF2B5EF4-FFF2-40B4-BE49-F238E27FC236}">
                <a16:creationId xmlns:a16="http://schemas.microsoft.com/office/drawing/2014/main" id="{81CC2ECF-DB86-4150-9433-E6E0858F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10" name="text-170">
            <a:extLst xmlns:a="http://schemas.openxmlformats.org/drawingml/2006/main">
              <a:ext uri="{FF2B5EF4-FFF2-40B4-BE49-F238E27FC236}">
                <a16:creationId xmlns:a16="http://schemas.microsoft.com/office/drawing/2014/main" id="{A94287DB-692E-4A70-A782-8AADCA90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11" name="text-171">
            <a:extLst xmlns:a="http://schemas.openxmlformats.org/drawingml/2006/main">
              <a:ext uri="{FF2B5EF4-FFF2-40B4-BE49-F238E27FC236}">
                <a16:creationId xmlns:a16="http://schemas.microsoft.com/office/drawing/2014/main" id="{EC419BDC-226E-4EA1-BA7F-37C3A721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2">
            <a:extLst xmlns:a="http://schemas.openxmlformats.org/drawingml/2006/main">
              <a:ext uri="{FF2B5EF4-FFF2-40B4-BE49-F238E27FC236}">
                <a16:creationId xmlns:a16="http://schemas.microsoft.com/office/drawing/2014/main" id="{64F47C46-ABB2-4A30-9B30-DBFF3896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173">
            <a:extLst xmlns:a="http://schemas.openxmlformats.org/drawingml/2006/main">
              <a:ext uri="{FF2B5EF4-FFF2-40B4-BE49-F238E27FC236}">
                <a16:creationId xmlns:a16="http://schemas.microsoft.com/office/drawing/2014/main" id="{34E11930-B8AD-4BE5-A41C-905A835C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74">
            <a:extLst xmlns:a="http://schemas.openxmlformats.org/drawingml/2006/main">
              <a:ext uri="{FF2B5EF4-FFF2-40B4-BE49-F238E27FC236}">
                <a16:creationId xmlns:a16="http://schemas.microsoft.com/office/drawing/2014/main" id="{38814D26-BA20-4640-BFFB-D008C8FF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75">
            <a:extLst xmlns:a="http://schemas.openxmlformats.org/drawingml/2006/main">
              <a:ext uri="{FF2B5EF4-FFF2-40B4-BE49-F238E27FC236}">
                <a16:creationId xmlns:a16="http://schemas.microsoft.com/office/drawing/2014/main" id="{6A131315-B3F1-4596-A5FC-6C60EDD2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6" name="text-176">
            <a:extLst xmlns:a="http://schemas.openxmlformats.org/drawingml/2006/main">
              <a:ext uri="{FF2B5EF4-FFF2-40B4-BE49-F238E27FC236}">
                <a16:creationId xmlns:a16="http://schemas.microsoft.com/office/drawing/2014/main" id="{01C614CE-DA9C-44B3-9EC3-16A2D95B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7" name="text-177">
            <a:extLst xmlns:a="http://schemas.openxmlformats.org/drawingml/2006/main">
              <a:ext uri="{FF2B5EF4-FFF2-40B4-BE49-F238E27FC236}">
                <a16:creationId xmlns:a16="http://schemas.microsoft.com/office/drawing/2014/main" id="{5B06ECD0-3FDC-40FE-873E-BA1A1DC18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78">
            <a:extLst xmlns:a="http://schemas.openxmlformats.org/drawingml/2006/main">
              <a:ext uri="{FF2B5EF4-FFF2-40B4-BE49-F238E27FC236}">
                <a16:creationId xmlns:a16="http://schemas.microsoft.com/office/drawing/2014/main" id="{734A74FA-FE27-417D-8562-5347F09F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179">
            <a:extLst xmlns:a="http://schemas.openxmlformats.org/drawingml/2006/main">
              <a:ext uri="{FF2B5EF4-FFF2-40B4-BE49-F238E27FC236}">
                <a16:creationId xmlns:a16="http://schemas.microsoft.com/office/drawing/2014/main" id="{E1FE5428-5D1E-4ED8-9A88-C680D6D4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80">
            <a:extLst xmlns:a="http://schemas.openxmlformats.org/drawingml/2006/main">
              <a:ext uri="{FF2B5EF4-FFF2-40B4-BE49-F238E27FC236}">
                <a16:creationId xmlns:a16="http://schemas.microsoft.com/office/drawing/2014/main" id="{8D84B0D9-7440-457D-A524-AA626DC6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81">
            <a:extLst xmlns:a="http://schemas.openxmlformats.org/drawingml/2006/main">
              <a:ext uri="{FF2B5EF4-FFF2-40B4-BE49-F238E27FC236}">
                <a16:creationId xmlns:a16="http://schemas.microsoft.com/office/drawing/2014/main" id="{F3267D8A-8CE9-46DB-9ECF-30F1502A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182">
            <a:extLst xmlns:a="http://schemas.openxmlformats.org/drawingml/2006/main">
              <a:ext uri="{FF2B5EF4-FFF2-40B4-BE49-F238E27FC236}">
                <a16:creationId xmlns:a16="http://schemas.microsoft.com/office/drawing/2014/main" id="{F36CD5F8-6AA8-4E07-BC11-4F2AB620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23" name="text-183">
            <a:extLst xmlns:a="http://schemas.openxmlformats.org/drawingml/2006/main">
              <a:ext uri="{FF2B5EF4-FFF2-40B4-BE49-F238E27FC236}">
                <a16:creationId xmlns:a16="http://schemas.microsoft.com/office/drawing/2014/main" id="{EF0C0560-FCCC-4156-92EB-6FCA0A9A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84">
            <a:extLst xmlns:a="http://schemas.openxmlformats.org/drawingml/2006/main">
              <a:ext uri="{FF2B5EF4-FFF2-40B4-BE49-F238E27FC236}">
                <a16:creationId xmlns:a16="http://schemas.microsoft.com/office/drawing/2014/main" id="{733E20AB-894D-4B4C-97CE-C57C7183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185">
            <a:extLst xmlns:a="http://schemas.openxmlformats.org/drawingml/2006/main">
              <a:ext uri="{FF2B5EF4-FFF2-40B4-BE49-F238E27FC236}">
                <a16:creationId xmlns:a16="http://schemas.microsoft.com/office/drawing/2014/main" id="{D94879BB-A50C-41FF-B93B-5B4131E8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86">
            <a:extLst xmlns:a="http://schemas.openxmlformats.org/drawingml/2006/main">
              <a:ext uri="{FF2B5EF4-FFF2-40B4-BE49-F238E27FC236}">
                <a16:creationId xmlns:a16="http://schemas.microsoft.com/office/drawing/2014/main" id="{6F2ED982-4A65-4FF7-8DFC-67D7EFC8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87">
            <a:extLst xmlns:a="http://schemas.openxmlformats.org/drawingml/2006/main">
              <a:ext uri="{FF2B5EF4-FFF2-40B4-BE49-F238E27FC236}">
                <a16:creationId xmlns:a16="http://schemas.microsoft.com/office/drawing/2014/main" id="{39BE0A6C-871C-4682-A706-79B2948C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8" name="text-188">
            <a:extLst xmlns:a="http://schemas.openxmlformats.org/drawingml/2006/main">
              <a:ext uri="{FF2B5EF4-FFF2-40B4-BE49-F238E27FC236}">
                <a16:creationId xmlns:a16="http://schemas.microsoft.com/office/drawing/2014/main" id="{040BC1CE-30AB-481C-BB07-52A8E26C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9" name="text-189">
            <a:extLst xmlns:a="http://schemas.openxmlformats.org/drawingml/2006/main">
              <a:ext uri="{FF2B5EF4-FFF2-40B4-BE49-F238E27FC236}">
                <a16:creationId xmlns:a16="http://schemas.microsoft.com/office/drawing/2014/main" id="{E18BD208-421D-4938-99AE-5E961FFA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90">
            <a:extLst xmlns:a="http://schemas.openxmlformats.org/drawingml/2006/main">
              <a:ext uri="{FF2B5EF4-FFF2-40B4-BE49-F238E27FC236}">
                <a16:creationId xmlns:a16="http://schemas.microsoft.com/office/drawing/2014/main" id="{C12605DB-E2A4-4096-9EBA-191ED8FA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shape-191">
            <a:extLst xmlns:a="http://schemas.openxmlformats.org/drawingml/2006/main">
              <a:ext uri="{FF2B5EF4-FFF2-40B4-BE49-F238E27FC236}">
                <a16:creationId xmlns:a16="http://schemas.microsoft.com/office/drawing/2014/main" id="{55D4E6D5-6606-4B87-B0E9-8822A166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92">
            <a:extLst xmlns:a="http://schemas.openxmlformats.org/drawingml/2006/main">
              <a:ext uri="{FF2B5EF4-FFF2-40B4-BE49-F238E27FC236}">
                <a16:creationId xmlns:a16="http://schemas.microsoft.com/office/drawing/2014/main" id="{7A99DAC2-139D-41CF-9567-C23E7AE1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93">
            <a:extLst xmlns:a="http://schemas.openxmlformats.org/drawingml/2006/main">
              <a:ext uri="{FF2B5EF4-FFF2-40B4-BE49-F238E27FC236}">
                <a16:creationId xmlns:a16="http://schemas.microsoft.com/office/drawing/2014/main" id="{74C3CBDA-7575-43CB-88A1-F9B1FD35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34" name="text-194">
            <a:extLst xmlns:a="http://schemas.openxmlformats.org/drawingml/2006/main">
              <a:ext uri="{FF2B5EF4-FFF2-40B4-BE49-F238E27FC236}">
                <a16:creationId xmlns:a16="http://schemas.microsoft.com/office/drawing/2014/main" id="{B48649A3-A08A-480F-83F3-B01480812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35" name="text-195">
            <a:extLst xmlns:a="http://schemas.openxmlformats.org/drawingml/2006/main">
              <a:ext uri="{FF2B5EF4-FFF2-40B4-BE49-F238E27FC236}">
                <a16:creationId xmlns:a16="http://schemas.microsoft.com/office/drawing/2014/main" id="{75B5FD7D-BECA-4854-9EF0-E322BF71B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5197227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96">
            <a:extLst xmlns:a="http://schemas.openxmlformats.org/drawingml/2006/main">
              <a:ext uri="{FF2B5EF4-FFF2-40B4-BE49-F238E27FC236}">
                <a16:creationId xmlns:a16="http://schemas.microsoft.com/office/drawing/2014/main" id="{0ECB9676-6433-45A5-BFE2-FDC19ADE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97">
            <a:extLst xmlns:a="http://schemas.openxmlformats.org/drawingml/2006/main">
              <a:ext uri="{FF2B5EF4-FFF2-40B4-BE49-F238E27FC236}">
                <a16:creationId xmlns:a16="http://schemas.microsoft.com/office/drawing/2014/main" id="{24A10FB9-EF13-409A-9994-8AACD323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198">
            <a:extLst xmlns:a="http://schemas.openxmlformats.org/drawingml/2006/main">
              <a:ext uri="{FF2B5EF4-FFF2-40B4-BE49-F238E27FC236}">
                <a16:creationId xmlns:a16="http://schemas.microsoft.com/office/drawing/2014/main" id="{5CC94DB6-217F-4E26-9A96-3465916B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199">
            <a:extLst xmlns:a="http://schemas.openxmlformats.org/drawingml/2006/main">
              <a:ext uri="{FF2B5EF4-FFF2-40B4-BE49-F238E27FC236}">
                <a16:creationId xmlns:a16="http://schemas.microsoft.com/office/drawing/2014/main" id="{C01EF668-DB85-4880-BB0D-8F1BFCDC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200">
            <a:extLst xmlns:a="http://schemas.openxmlformats.org/drawingml/2006/main">
              <a:ext uri="{FF2B5EF4-FFF2-40B4-BE49-F238E27FC236}">
                <a16:creationId xmlns:a16="http://schemas.microsoft.com/office/drawing/2014/main" id="{2431FE03-E24E-4809-B8B5-DF3B7ED3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2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202">
            <a:extLst xmlns:a="http://schemas.openxmlformats.org/drawingml/2006/main">
              <a:ext uri="{FF2B5EF4-FFF2-40B4-BE49-F238E27FC236}">
                <a16:creationId xmlns:a16="http://schemas.microsoft.com/office/drawing/2014/main" id="{1CB089D9-1E36-4422-B50F-7B6BE968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0F25B2E-AF42-4AD2-A0F1-830170B4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9" name="text-648">
            <a:extLst xmlns:a="http://schemas.openxmlformats.org/drawingml/2006/main">
              <a:ext uri="{FF2B5EF4-FFF2-40B4-BE49-F238E27FC236}">
                <a16:creationId xmlns:a16="http://schemas.microsoft.com/office/drawing/2014/main" id="{6A99AF5B-8B55-466F-8277-F3FCBC81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a4cdf8098a448e2"/>
              </a:rPr>
              <a:t>開啟 Gemini Notebook ↗</a:t>
            </a:r>
          </a:p>
        </p:txBody>
      </p:sp>
      <p:sp>
        <p:nvSpPr>
          <p:cNvPr id="10" name="shape-674">
            <a:extLst xmlns:a="http://schemas.openxmlformats.org/drawingml/2006/main">
              <a:ext uri="{FF2B5EF4-FFF2-40B4-BE49-F238E27FC236}">
                <a16:creationId xmlns:a16="http://schemas.microsoft.com/office/drawing/2014/main" id="{9CB2628A-E221-4D89-9402-41FF7385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6c858e1f84ef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75">
            <a:extLst xmlns:a="http://schemas.openxmlformats.org/drawingml/2006/main">
              <a:ext uri="{FF2B5EF4-FFF2-40B4-BE49-F238E27FC236}">
                <a16:creationId xmlns:a16="http://schemas.microsoft.com/office/drawing/2014/main" id="{D2F92E5D-83A4-48D0-A057-7AE5EA1F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6698256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03">
            <a:extLst xmlns:a="http://schemas.openxmlformats.org/drawingml/2006/main">
              <a:ext uri="{FF2B5EF4-FFF2-40B4-BE49-F238E27FC236}">
                <a16:creationId xmlns:a16="http://schemas.microsoft.com/office/drawing/2014/main" id="{759D5406-F082-457A-8299-750EAFD0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BF829A-A9A6-4697-83B7-F814EF0E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2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05">
            <a:extLst xmlns:a="http://schemas.openxmlformats.org/drawingml/2006/main">
              <a:ext uri="{FF2B5EF4-FFF2-40B4-BE49-F238E27FC236}">
                <a16:creationId xmlns:a16="http://schemas.microsoft.com/office/drawing/2014/main" id="{4D3C2251-2B2C-417D-9D3B-2D8D97DE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B1A1022-FF48-457B-AEA4-41A0B0B2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206">
            <a:extLst xmlns:a="http://schemas.openxmlformats.org/drawingml/2006/main">
              <a:ext uri="{FF2B5EF4-FFF2-40B4-BE49-F238E27FC236}">
                <a16:creationId xmlns:a16="http://schemas.microsoft.com/office/drawing/2014/main" id="{7B7A410E-F4DE-4AA8-A356-C2F7AEF5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07">
            <a:extLst xmlns:a="http://schemas.openxmlformats.org/drawingml/2006/main">
              <a:ext uri="{FF2B5EF4-FFF2-40B4-BE49-F238E27FC236}">
                <a16:creationId xmlns:a16="http://schemas.microsoft.com/office/drawing/2014/main" id="{62A4EB21-E339-4989-85AC-25168569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08">
            <a:extLst xmlns:a="http://schemas.openxmlformats.org/drawingml/2006/main">
              <a:ext uri="{FF2B5EF4-FFF2-40B4-BE49-F238E27FC236}">
                <a16:creationId xmlns:a16="http://schemas.microsoft.com/office/drawing/2014/main" id="{FCD4677F-FFB0-4A1E-91C7-2A2A4FC3F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209">
            <a:extLst xmlns:a="http://schemas.openxmlformats.org/drawingml/2006/main">
              <a:ext uri="{FF2B5EF4-FFF2-40B4-BE49-F238E27FC236}">
                <a16:creationId xmlns:a16="http://schemas.microsoft.com/office/drawing/2014/main" id="{7F11070D-D398-4DE4-A7A9-096C2DBA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210">
            <a:extLst xmlns:a="http://schemas.openxmlformats.org/drawingml/2006/main">
              <a:ext uri="{FF2B5EF4-FFF2-40B4-BE49-F238E27FC236}">
                <a16:creationId xmlns:a16="http://schemas.microsoft.com/office/drawing/2014/main" id="{E7D03ACF-4FA4-4045-84D9-722C85C7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211">
            <a:extLst xmlns:a="http://schemas.openxmlformats.org/drawingml/2006/main">
              <a:ext uri="{FF2B5EF4-FFF2-40B4-BE49-F238E27FC236}">
                <a16:creationId xmlns:a16="http://schemas.microsoft.com/office/drawing/2014/main" id="{1C0C2CDB-8C29-4745-B129-680C5021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212">
            <a:extLst xmlns:a="http://schemas.openxmlformats.org/drawingml/2006/main">
              <a:ext uri="{FF2B5EF4-FFF2-40B4-BE49-F238E27FC236}">
                <a16:creationId xmlns:a16="http://schemas.microsoft.com/office/drawing/2014/main" id="{51E82396-4664-495C-B8A3-FAFBFA2C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213">
            <a:extLst xmlns:a="http://schemas.openxmlformats.org/drawingml/2006/main">
              <a:ext uri="{FF2B5EF4-FFF2-40B4-BE49-F238E27FC236}">
                <a16:creationId xmlns:a16="http://schemas.microsoft.com/office/drawing/2014/main" id="{CBB5669C-67DC-4FB8-BE77-A847E614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214">
            <a:extLst xmlns:a="http://schemas.openxmlformats.org/drawingml/2006/main">
              <a:ext uri="{FF2B5EF4-FFF2-40B4-BE49-F238E27FC236}">
                <a16:creationId xmlns:a16="http://schemas.microsoft.com/office/drawing/2014/main" id="{FD10278D-4444-4DDF-A2DB-E6EC8D6B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215">
            <a:extLst xmlns:a="http://schemas.openxmlformats.org/drawingml/2006/main">
              <a:ext uri="{FF2B5EF4-FFF2-40B4-BE49-F238E27FC236}">
                <a16:creationId xmlns:a16="http://schemas.microsoft.com/office/drawing/2014/main" id="{3BEF902E-419F-4BD1-89D4-2F8DEA9F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649">
            <a:extLst xmlns:a="http://schemas.openxmlformats.org/drawingml/2006/main">
              <a:ext uri="{FF2B5EF4-FFF2-40B4-BE49-F238E27FC236}">
                <a16:creationId xmlns:a16="http://schemas.microsoft.com/office/drawing/2014/main" id="{76C77233-E893-4354-9D1C-2A76C8CA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0f9a5b18a4a4fdf"/>
              </a:rPr>
              <a:t>開啟 Gemini Notebook ↗</a:t>
            </a:r>
          </a:p>
        </p:txBody>
      </p:sp>
      <p:sp>
        <p:nvSpPr>
          <p:cNvPr id="19" name="shape-676">
            <a:extLst xmlns:a="http://schemas.openxmlformats.org/drawingml/2006/main">
              <a:ext uri="{FF2B5EF4-FFF2-40B4-BE49-F238E27FC236}">
                <a16:creationId xmlns:a16="http://schemas.microsoft.com/office/drawing/2014/main" id="{88A0C1A2-F5C4-4731-BC59-C15DCB31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76f7eadb7044a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77">
            <a:extLst xmlns:a="http://schemas.openxmlformats.org/drawingml/2006/main">
              <a:ext uri="{FF2B5EF4-FFF2-40B4-BE49-F238E27FC236}">
                <a16:creationId xmlns:a16="http://schemas.microsoft.com/office/drawing/2014/main" id="{A78792D4-0A42-4E99-B12F-84C5274C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5678542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16">
            <a:extLst xmlns:a="http://schemas.openxmlformats.org/drawingml/2006/main">
              <a:ext uri="{FF2B5EF4-FFF2-40B4-BE49-F238E27FC236}">
                <a16:creationId xmlns:a16="http://schemas.microsoft.com/office/drawing/2014/main" id="{F6602CFC-5441-45D8-BEB2-35845B21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3F6862-0208-41D1-9D96-66D0B7A7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21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18">
            <a:extLst xmlns:a="http://schemas.openxmlformats.org/drawingml/2006/main">
              <a:ext uri="{FF2B5EF4-FFF2-40B4-BE49-F238E27FC236}">
                <a16:creationId xmlns:a16="http://schemas.microsoft.com/office/drawing/2014/main" id="{1668AD2B-EFE1-4875-8E1E-BC559C71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7D0E5E8-A815-44C1-8B56-04CC08F47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19">
            <a:extLst xmlns:a="http://schemas.openxmlformats.org/drawingml/2006/main">
              <a:ext uri="{FF2B5EF4-FFF2-40B4-BE49-F238E27FC236}">
                <a16:creationId xmlns:a16="http://schemas.microsoft.com/office/drawing/2014/main" id="{2F5E63C2-B0F2-444C-A13E-B7088A5D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20">
            <a:extLst xmlns:a="http://schemas.openxmlformats.org/drawingml/2006/main">
              <a:ext uri="{FF2B5EF4-FFF2-40B4-BE49-F238E27FC236}">
                <a16:creationId xmlns:a16="http://schemas.microsoft.com/office/drawing/2014/main" id="{CC46F6B4-56F8-4639-947E-7A4A480A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221">
            <a:extLst xmlns:a="http://schemas.openxmlformats.org/drawingml/2006/main">
              <a:ext uri="{FF2B5EF4-FFF2-40B4-BE49-F238E27FC236}">
                <a16:creationId xmlns:a16="http://schemas.microsoft.com/office/drawing/2014/main" id="{1722831E-9D72-40D8-A88B-9093A95E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222">
            <a:extLst xmlns:a="http://schemas.openxmlformats.org/drawingml/2006/main">
              <a:ext uri="{FF2B5EF4-FFF2-40B4-BE49-F238E27FC236}">
                <a16:creationId xmlns:a16="http://schemas.microsoft.com/office/drawing/2014/main" id="{01E07EFA-2C9B-407E-9B3A-7F8A2AFA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223">
            <a:extLst xmlns:a="http://schemas.openxmlformats.org/drawingml/2006/main">
              <a:ext uri="{FF2B5EF4-FFF2-40B4-BE49-F238E27FC236}">
                <a16:creationId xmlns:a16="http://schemas.microsoft.com/office/drawing/2014/main" id="{79A4107A-A954-4F23-96EE-763BB69C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24">
            <a:extLst xmlns:a="http://schemas.openxmlformats.org/drawingml/2006/main">
              <a:ext uri="{FF2B5EF4-FFF2-40B4-BE49-F238E27FC236}">
                <a16:creationId xmlns:a16="http://schemas.microsoft.com/office/drawing/2014/main" id="{E7FDC53F-5E25-4409-9704-BC4E51C3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25">
            <a:extLst xmlns:a="http://schemas.openxmlformats.org/drawingml/2006/main">
              <a:ext uri="{FF2B5EF4-FFF2-40B4-BE49-F238E27FC236}">
                <a16:creationId xmlns:a16="http://schemas.microsoft.com/office/drawing/2014/main" id="{F05DA84B-9AEA-4163-AE22-859A7524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226">
            <a:extLst xmlns:a="http://schemas.openxmlformats.org/drawingml/2006/main">
              <a:ext uri="{FF2B5EF4-FFF2-40B4-BE49-F238E27FC236}">
                <a16:creationId xmlns:a16="http://schemas.microsoft.com/office/drawing/2014/main" id="{106DD173-166E-4964-96A1-B9D9DACD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227">
            <a:extLst xmlns:a="http://schemas.openxmlformats.org/drawingml/2006/main">
              <a:ext uri="{FF2B5EF4-FFF2-40B4-BE49-F238E27FC236}">
                <a16:creationId xmlns:a16="http://schemas.microsoft.com/office/drawing/2014/main" id="{69F902ED-AC1E-4C76-8360-CF12A28B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28">
            <a:extLst xmlns:a="http://schemas.openxmlformats.org/drawingml/2006/main">
              <a:ext uri="{FF2B5EF4-FFF2-40B4-BE49-F238E27FC236}">
                <a16:creationId xmlns:a16="http://schemas.microsoft.com/office/drawing/2014/main" id="{761BD20F-B4F7-48FD-9C75-5EFBA554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229">
            <a:extLst xmlns:a="http://schemas.openxmlformats.org/drawingml/2006/main">
              <a:ext uri="{FF2B5EF4-FFF2-40B4-BE49-F238E27FC236}">
                <a16:creationId xmlns:a16="http://schemas.microsoft.com/office/drawing/2014/main" id="{E391B447-D070-4308-85AF-DE8FCE522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230">
            <a:extLst xmlns:a="http://schemas.openxmlformats.org/drawingml/2006/main">
              <a:ext uri="{FF2B5EF4-FFF2-40B4-BE49-F238E27FC236}">
                <a16:creationId xmlns:a16="http://schemas.microsoft.com/office/drawing/2014/main" id="{6C195D82-8912-4565-BC14-1EEC17AC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650">
            <a:extLst xmlns:a="http://schemas.openxmlformats.org/drawingml/2006/main">
              <a:ext uri="{FF2B5EF4-FFF2-40B4-BE49-F238E27FC236}">
                <a16:creationId xmlns:a16="http://schemas.microsoft.com/office/drawing/2014/main" id="{C894A569-BE91-458D-AF25-8D4B79C1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c92d43d674a406e"/>
              </a:rPr>
              <a:t>開啟 Gemini Notebook ↗</a:t>
            </a:r>
          </a:p>
        </p:txBody>
      </p:sp>
      <p:sp>
        <p:nvSpPr>
          <p:cNvPr id="19" name="shape-678">
            <a:extLst xmlns:a="http://schemas.openxmlformats.org/drawingml/2006/main">
              <a:ext uri="{FF2B5EF4-FFF2-40B4-BE49-F238E27FC236}">
                <a16:creationId xmlns:a16="http://schemas.microsoft.com/office/drawing/2014/main" id="{801D4666-E831-4152-BD07-3E5D80C8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a340a7b1a44c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79">
            <a:extLst xmlns:a="http://schemas.openxmlformats.org/drawingml/2006/main">
              <a:ext uri="{FF2B5EF4-FFF2-40B4-BE49-F238E27FC236}">
                <a16:creationId xmlns:a16="http://schemas.microsoft.com/office/drawing/2014/main" id="{3DF8BA52-7298-402E-B058-AABFB3B0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9502852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231">
            <a:extLst xmlns:a="http://schemas.openxmlformats.org/drawingml/2006/main">
              <a:ext uri="{FF2B5EF4-FFF2-40B4-BE49-F238E27FC236}">
                <a16:creationId xmlns:a16="http://schemas.microsoft.com/office/drawing/2014/main" id="{7D03E795-A7FD-4B2F-BB0B-E754B3C2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GITHUB × GEMINI NOTEBOOK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A0DD76-A475-4311-AAD3-0FC48D7F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示範：教學駕駛艙 × Gemini Notebook</a:t>
            </a:r>
          </a:p>
        </p:txBody>
      </p:sp>
      <p:cxnSp>
        <p:nvCxnSpPr>
          <p:cNvPr id="40" name="shape-2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33">
            <a:extLst xmlns:a="http://schemas.openxmlformats.org/drawingml/2006/main">
              <a:ext uri="{FF2B5EF4-FFF2-40B4-BE49-F238E27FC236}">
                <a16:creationId xmlns:a16="http://schemas.microsoft.com/office/drawing/2014/main" id="{93D7B2A2-9D47-44EC-99FA-76C9B374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4FBCA29-8AB5-4CD0-A33C-8E06AB8B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234">
            <a:extLst xmlns:a="http://schemas.openxmlformats.org/drawingml/2006/main">
              <a:ext uri="{FF2B5EF4-FFF2-40B4-BE49-F238E27FC236}">
                <a16:creationId xmlns:a16="http://schemas.microsoft.com/office/drawing/2014/main" id="{7D628B32-3773-4CCC-A89A-B26C987A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235">
            <a:extLst xmlns:a="http://schemas.openxmlformats.org/drawingml/2006/main">
              <a:ext uri="{FF2B5EF4-FFF2-40B4-BE49-F238E27FC236}">
                <a16:creationId xmlns:a16="http://schemas.microsoft.com/office/drawing/2014/main" id="{DA96ED0B-00E6-49C9-BCC6-23D9B456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36">
            <a:extLst xmlns:a="http://schemas.openxmlformats.org/drawingml/2006/main">
              <a:ext uri="{FF2B5EF4-FFF2-40B4-BE49-F238E27FC236}">
                <a16:creationId xmlns:a16="http://schemas.microsoft.com/office/drawing/2014/main" id="{4FB3D836-CD36-4B71-801D-640760525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37">
            <a:extLst xmlns:a="http://schemas.openxmlformats.org/drawingml/2006/main">
              <a:ext uri="{FF2B5EF4-FFF2-40B4-BE49-F238E27FC236}">
                <a16:creationId xmlns:a16="http://schemas.microsoft.com/office/drawing/2014/main" id="{40005DE9-0BFC-4F3D-AE4E-1EF411B3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開啟資源</a:t>
            </a:r>
          </a:p>
        </p:txBody>
      </p:sp>
      <p:sp>
        <p:nvSpPr>
          <p:cNvPr id="10" name="text-238">
            <a:extLst xmlns:a="http://schemas.openxmlformats.org/drawingml/2006/main">
              <a:ext uri="{FF2B5EF4-FFF2-40B4-BE49-F238E27FC236}">
                <a16:creationId xmlns:a16="http://schemas.microsoft.com/office/drawing/2014/main" id="{9B5A419F-49A9-45D0-8C2F-3AD3751D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 it-cockpit 的 README、目錄與單元頁</a:t>
            </a:r>
          </a:p>
        </p:txBody>
      </p:sp>
      <p:sp>
        <p:nvSpPr>
          <p:cNvPr id="11" name="text-239">
            <a:extLst xmlns:a="http://schemas.openxmlformats.org/drawingml/2006/main">
              <a:ext uri="{FF2B5EF4-FFF2-40B4-BE49-F238E27FC236}">
                <a16:creationId xmlns:a16="http://schemas.microsoft.com/office/drawing/2014/main" id="{66210AE9-1EA2-4D73-A856-4F8DDBAF4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40">
            <a:extLst xmlns:a="http://schemas.openxmlformats.org/drawingml/2006/main">
              <a:ext uri="{FF2B5EF4-FFF2-40B4-BE49-F238E27FC236}">
                <a16:creationId xmlns:a16="http://schemas.microsoft.com/office/drawing/2014/main" id="{B2925006-E836-4E96-AE98-EC34AB40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241">
            <a:extLst xmlns:a="http://schemas.openxmlformats.org/drawingml/2006/main">
              <a:ext uri="{FF2B5EF4-FFF2-40B4-BE49-F238E27FC236}">
                <a16:creationId xmlns:a16="http://schemas.microsoft.com/office/drawing/2014/main" id="{21029261-77DB-43D8-9398-1FAC690B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42">
            <a:extLst xmlns:a="http://schemas.openxmlformats.org/drawingml/2006/main">
              <a:ext uri="{FF2B5EF4-FFF2-40B4-BE49-F238E27FC236}">
                <a16:creationId xmlns:a16="http://schemas.microsoft.com/office/drawing/2014/main" id="{DA2364B8-F1CB-44BF-851D-71236E61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43">
            <a:extLst xmlns:a="http://schemas.openxmlformats.org/drawingml/2006/main">
              <a:ext uri="{FF2B5EF4-FFF2-40B4-BE49-F238E27FC236}">
                <a16:creationId xmlns:a16="http://schemas.microsoft.com/office/drawing/2014/main" id="{A034588F-990C-4854-9F5E-CFCD26EA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挑選來源</a:t>
            </a:r>
          </a:p>
        </p:txBody>
      </p:sp>
      <p:sp>
        <p:nvSpPr>
          <p:cNvPr id="16" name="text-244">
            <a:extLst xmlns:a="http://schemas.openxmlformats.org/drawingml/2006/main">
              <a:ext uri="{FF2B5EF4-FFF2-40B4-BE49-F238E27FC236}">
                <a16:creationId xmlns:a16="http://schemas.microsoft.com/office/drawing/2014/main" id="{CE700917-28B4-4FB5-8705-457F84F2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選教材、課程說明、影片或互動頁，組成小型來源包</a:t>
            </a:r>
          </a:p>
        </p:txBody>
      </p:sp>
      <p:sp>
        <p:nvSpPr>
          <p:cNvPr id="17" name="text-245">
            <a:extLst xmlns:a="http://schemas.openxmlformats.org/drawingml/2006/main">
              <a:ext uri="{FF2B5EF4-FFF2-40B4-BE49-F238E27FC236}">
                <a16:creationId xmlns:a16="http://schemas.microsoft.com/office/drawing/2014/main" id="{08DA85F5-9BC1-429F-B0AA-D03B8F8F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46">
            <a:extLst xmlns:a="http://schemas.openxmlformats.org/drawingml/2006/main">
              <a:ext uri="{FF2B5EF4-FFF2-40B4-BE49-F238E27FC236}">
                <a16:creationId xmlns:a16="http://schemas.microsoft.com/office/drawing/2014/main" id="{855841FC-33B5-410B-8974-E73E5925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47">
            <a:extLst xmlns:a="http://schemas.openxmlformats.org/drawingml/2006/main">
              <a:ext uri="{FF2B5EF4-FFF2-40B4-BE49-F238E27FC236}">
                <a16:creationId xmlns:a16="http://schemas.microsoft.com/office/drawing/2014/main" id="{A080B273-74DA-445A-BAAE-BF4E930B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48">
            <a:extLst xmlns:a="http://schemas.openxmlformats.org/drawingml/2006/main">
              <a:ext uri="{FF2B5EF4-FFF2-40B4-BE49-F238E27FC236}">
                <a16:creationId xmlns:a16="http://schemas.microsoft.com/office/drawing/2014/main" id="{85097378-F49B-4696-AEB0-E51AF04E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49">
            <a:extLst xmlns:a="http://schemas.openxmlformats.org/drawingml/2006/main">
              <a:ext uri="{FF2B5EF4-FFF2-40B4-BE49-F238E27FC236}">
                <a16:creationId xmlns:a16="http://schemas.microsoft.com/office/drawing/2014/main" id="{E8117842-BAA5-4757-A776-71292B2C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提問查證</a:t>
            </a:r>
          </a:p>
        </p:txBody>
      </p:sp>
      <p:sp>
        <p:nvSpPr>
          <p:cNvPr id="22" name="text-250">
            <a:extLst xmlns:a="http://schemas.openxmlformats.org/drawingml/2006/main">
              <a:ext uri="{FF2B5EF4-FFF2-40B4-BE49-F238E27FC236}">
                <a16:creationId xmlns:a16="http://schemas.microsoft.com/office/drawing/2014/main" id="{AC372D2E-56D1-4231-9B71-5BB6CB14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請列引用、找差異，也測一題來源中沒有答案的問題</a:t>
            </a:r>
          </a:p>
        </p:txBody>
      </p:sp>
      <p:sp>
        <p:nvSpPr>
          <p:cNvPr id="23" name="text-251">
            <a:extLst xmlns:a="http://schemas.openxmlformats.org/drawingml/2006/main">
              <a:ext uri="{FF2B5EF4-FFF2-40B4-BE49-F238E27FC236}">
                <a16:creationId xmlns:a16="http://schemas.microsoft.com/office/drawing/2014/main" id="{579A3657-5F7D-48E1-98D7-CCF31C82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52">
            <a:extLst xmlns:a="http://schemas.openxmlformats.org/drawingml/2006/main">
              <a:ext uri="{FF2B5EF4-FFF2-40B4-BE49-F238E27FC236}">
                <a16:creationId xmlns:a16="http://schemas.microsoft.com/office/drawing/2014/main" id="{634BEA85-0930-40D6-A184-7D952BBF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253">
            <a:extLst xmlns:a="http://schemas.openxmlformats.org/drawingml/2006/main">
              <a:ext uri="{FF2B5EF4-FFF2-40B4-BE49-F238E27FC236}">
                <a16:creationId xmlns:a16="http://schemas.microsoft.com/office/drawing/2014/main" id="{9FD80C5B-77C5-413D-B233-847D51CA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54">
            <a:extLst xmlns:a="http://schemas.openxmlformats.org/drawingml/2006/main">
              <a:ext uri="{FF2B5EF4-FFF2-40B4-BE49-F238E27FC236}">
                <a16:creationId xmlns:a16="http://schemas.microsoft.com/office/drawing/2014/main" id="{98AF9166-6710-4A92-B409-C09860A6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55">
            <a:extLst xmlns:a="http://schemas.openxmlformats.org/drawingml/2006/main">
              <a:ext uri="{FF2B5EF4-FFF2-40B4-BE49-F238E27FC236}">
                <a16:creationId xmlns:a16="http://schemas.microsoft.com/office/drawing/2014/main" id="{6B6B8DA6-53E2-493F-A791-72035F15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轉成教學</a:t>
            </a:r>
          </a:p>
        </p:txBody>
      </p:sp>
      <p:sp>
        <p:nvSpPr>
          <p:cNvPr id="28" name="text-256">
            <a:extLst xmlns:a="http://schemas.openxmlformats.org/drawingml/2006/main">
              <a:ext uri="{FF2B5EF4-FFF2-40B4-BE49-F238E27FC236}">
                <a16:creationId xmlns:a16="http://schemas.microsoft.com/office/drawing/2014/main" id="{BC30AD01-2DBB-4D1A-9AE2-9E29CA28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把整理結果轉成導讀、學習單、活動或共備摘要</a:t>
            </a:r>
          </a:p>
        </p:txBody>
      </p:sp>
      <p:sp>
        <p:nvSpPr>
          <p:cNvPr id="29" name="text-257">
            <a:extLst xmlns:a="http://schemas.openxmlformats.org/drawingml/2006/main">
              <a:ext uri="{FF2B5EF4-FFF2-40B4-BE49-F238E27FC236}">
                <a16:creationId xmlns:a16="http://schemas.microsoft.com/office/drawing/2014/main" id="{3ABC7DB2-F592-4509-816F-9916894C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54">
            <a:extLst xmlns:a="http://schemas.openxmlformats.org/drawingml/2006/main">
              <a:ext uri="{FF2B5EF4-FFF2-40B4-BE49-F238E27FC236}">
                <a16:creationId xmlns:a16="http://schemas.microsoft.com/office/drawing/2014/main" id="{99E7BDB8-F351-49B5-8CA2-DB611EBD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f165f5f17634d10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42bf3deff03424f"/>
              </a:rPr>
              <a:t>Cockpit GitHub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a56fd84950a4047"/>
              </a:rPr>
              <a:t>Cockpit ↗</a:t>
            </a:r>
          </a:p>
        </p:txBody>
      </p:sp>
      <p:sp>
        <p:nvSpPr>
          <p:cNvPr id="31" name="shape-686">
            <a:extLst xmlns:a="http://schemas.openxmlformats.org/drawingml/2006/main">
              <a:ext uri="{FF2B5EF4-FFF2-40B4-BE49-F238E27FC236}">
                <a16:creationId xmlns:a16="http://schemas.microsoft.com/office/drawing/2014/main" id="{C97A2AE2-E197-4A78-89F6-AB454D78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f4e2bd7e8463c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687">
            <a:extLst xmlns:a="http://schemas.openxmlformats.org/drawingml/2006/main">
              <a:ext uri="{FF2B5EF4-FFF2-40B4-BE49-F238E27FC236}">
                <a16:creationId xmlns:a16="http://schemas.microsoft.com/office/drawing/2014/main" id="{1383B0BA-1E32-441A-A802-7491953C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004ca2db18425c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688">
            <a:extLst xmlns:a="http://schemas.openxmlformats.org/drawingml/2006/main">
              <a:ext uri="{FF2B5EF4-FFF2-40B4-BE49-F238E27FC236}">
                <a16:creationId xmlns:a16="http://schemas.microsoft.com/office/drawing/2014/main" id="{C7EF2322-45A8-4F64-9D7D-B8A1D15C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Cockpit GitH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6debd2d93a400c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689">
            <a:extLst xmlns:a="http://schemas.openxmlformats.org/drawingml/2006/main">
              <a:ext uri="{FF2B5EF4-FFF2-40B4-BE49-F238E27FC236}">
                <a16:creationId xmlns:a16="http://schemas.microsoft.com/office/drawing/2014/main" id="{12D00938-1E6E-4B89-8BC4-1115A5A6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36647717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58">
            <a:extLst xmlns:a="http://schemas.openxmlformats.org/drawingml/2006/main">
              <a:ext uri="{FF2B5EF4-FFF2-40B4-BE49-F238E27FC236}">
                <a16:creationId xmlns:a16="http://schemas.microsoft.com/office/drawing/2014/main" id="{47FDCA83-41A8-4231-B96A-D80EF4AB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DE6A557-5E5D-439F-9D7A-07677C18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實作一｜教學駕駛艙 × Gemini Notebook</a:t>
            </a:r>
          </a:p>
        </p:txBody>
      </p:sp>
      <p:cxnSp>
        <p:nvCxnSpPr>
          <p:cNvPr id="27" name="shape-2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0">
            <a:extLst xmlns:a="http://schemas.openxmlformats.org/drawingml/2006/main">
              <a:ext uri="{FF2B5EF4-FFF2-40B4-BE49-F238E27FC236}">
                <a16:creationId xmlns:a16="http://schemas.microsoft.com/office/drawing/2014/main" id="{8A4B4F5E-8C17-47F7-99DB-F121A688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7DF82AA-6D30-4967-A4BE-58F99B78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text-261">
            <a:extLst xmlns:a="http://schemas.openxmlformats.org/drawingml/2006/main">
              <a:ext uri="{FF2B5EF4-FFF2-40B4-BE49-F238E27FC236}">
                <a16:creationId xmlns:a16="http://schemas.microsoft.com/office/drawing/2014/main" id="{5CD692F5-A600-4F4D-ACD3-FAAF6B4F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262">
            <a:extLst xmlns:a="http://schemas.openxmlformats.org/drawingml/2006/main">
              <a:ext uri="{FF2B5EF4-FFF2-40B4-BE49-F238E27FC236}">
                <a16:creationId xmlns:a16="http://schemas.microsoft.com/office/drawing/2014/main" id="{38049845-A673-43A2-9C3C-B8BFB1FC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263">
            <a:extLst xmlns:a="http://schemas.openxmlformats.org/drawingml/2006/main">
              <a:ext uri="{FF2B5EF4-FFF2-40B4-BE49-F238E27FC236}">
                <a16:creationId xmlns:a16="http://schemas.microsoft.com/office/drawing/2014/main" id="{A8102822-C434-49FA-B1CC-1415F2E0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64">
            <a:extLst xmlns:a="http://schemas.openxmlformats.org/drawingml/2006/main">
              <a:ext uri="{FF2B5EF4-FFF2-40B4-BE49-F238E27FC236}">
                <a16:creationId xmlns:a16="http://schemas.microsoft.com/office/drawing/2014/main" id="{3D4A9BE4-4E7B-4466-AF16-0DD9C1F3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it-cockpit repo 或公開駕駛艙，選定一個單元</a:t>
            </a:r>
          </a:p>
        </p:txBody>
      </p:sp>
      <p:sp>
        <p:nvSpPr>
          <p:cNvPr id="10" name="text-265">
            <a:extLst xmlns:a="http://schemas.openxmlformats.org/drawingml/2006/main">
              <a:ext uri="{FF2B5EF4-FFF2-40B4-BE49-F238E27FC236}">
                <a16:creationId xmlns:a16="http://schemas.microsoft.com/office/drawing/2014/main" id="{1F10D594-1DF1-4FE9-932C-1C5E0474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66">
            <a:extLst xmlns:a="http://schemas.openxmlformats.org/drawingml/2006/main">
              <a:ext uri="{FF2B5EF4-FFF2-40B4-BE49-F238E27FC236}">
                <a16:creationId xmlns:a16="http://schemas.microsoft.com/office/drawing/2014/main" id="{6EB8B603-5C79-4E88-B1A5-019415FF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 2–3 份可公開、互相補充的來源</a:t>
            </a:r>
          </a:p>
        </p:txBody>
      </p:sp>
      <p:sp>
        <p:nvSpPr>
          <p:cNvPr id="12" name="text-267">
            <a:extLst xmlns:a="http://schemas.openxmlformats.org/drawingml/2006/main">
              <a:ext uri="{FF2B5EF4-FFF2-40B4-BE49-F238E27FC236}">
                <a16:creationId xmlns:a16="http://schemas.microsoft.com/office/drawing/2014/main" id="{B266AC1D-EADD-4B73-9043-1C895F22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268">
            <a:extLst xmlns:a="http://schemas.openxmlformats.org/drawingml/2006/main">
              <a:ext uri="{FF2B5EF4-FFF2-40B4-BE49-F238E27FC236}">
                <a16:creationId xmlns:a16="http://schemas.microsoft.com/office/drawing/2014/main" id="{427D8071-CAA6-4184-B5AF-D7E178B91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個轉化題</a:t>
            </a:r>
          </a:p>
        </p:txBody>
      </p:sp>
      <p:sp>
        <p:nvSpPr>
          <p:cNvPr id="14" name="text-269">
            <a:extLst xmlns:a="http://schemas.openxmlformats.org/drawingml/2006/main">
              <a:ext uri="{FF2B5EF4-FFF2-40B4-BE49-F238E27FC236}">
                <a16:creationId xmlns:a16="http://schemas.microsoft.com/office/drawing/2014/main" id="{E5D59D64-9E94-44BE-814F-4D45E6FA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70">
            <a:extLst xmlns:a="http://schemas.openxmlformats.org/drawingml/2006/main">
              <a:ext uri="{FF2B5EF4-FFF2-40B4-BE49-F238E27FC236}">
                <a16:creationId xmlns:a16="http://schemas.microsoft.com/office/drawing/2014/main" id="{02EA22A5-B648-49CE-A243-75EF8093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點開引用，保存一個可用輸出與一個待修正處</a:t>
            </a:r>
          </a:p>
        </p:txBody>
      </p:sp>
      <p:sp>
        <p:nvSpPr>
          <p:cNvPr id="16" name="shape-271">
            <a:extLst xmlns:a="http://schemas.openxmlformats.org/drawingml/2006/main">
              <a:ext uri="{FF2B5EF4-FFF2-40B4-BE49-F238E27FC236}">
                <a16:creationId xmlns:a16="http://schemas.microsoft.com/office/drawing/2014/main" id="{03B68E79-7604-42F5-933C-029A89A7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272">
            <a:extLst xmlns:a="http://schemas.openxmlformats.org/drawingml/2006/main">
              <a:ext uri="{FF2B5EF4-FFF2-40B4-BE49-F238E27FC236}">
                <a16:creationId xmlns:a16="http://schemas.microsoft.com/office/drawing/2014/main" id="{608550B6-D38B-460E-BA6A-812D0635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73">
            <a:extLst xmlns:a="http://schemas.openxmlformats.org/drawingml/2006/main">
              <a:ext uri="{FF2B5EF4-FFF2-40B4-BE49-F238E27FC236}">
                <a16:creationId xmlns:a16="http://schemas.microsoft.com/office/drawing/2014/main" id="{7F8091FF-1D00-4A74-84B2-F565FC76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來源來自 GitHub／公開教材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個引用可追查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完成一個能進入課堂的輸出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記錄一個需人工修正的地方</a:t>
            </a:r>
          </a:p>
        </p:txBody>
      </p:sp>
      <p:sp>
        <p:nvSpPr>
          <p:cNvPr id="19" name="text-655">
            <a:extLst xmlns:a="http://schemas.openxmlformats.org/drawingml/2006/main">
              <a:ext uri="{FF2B5EF4-FFF2-40B4-BE49-F238E27FC236}">
                <a16:creationId xmlns:a16="http://schemas.microsoft.com/office/drawing/2014/main" id="{068F798E-1857-4DF4-ADD4-2B6E842F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73513411d1740ea"/>
              </a:rPr>
              <a:t>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110cc489f8c4981"/>
              </a:rPr>
              <a:t>Cockpit ↗</a:t>
            </a:r>
          </a:p>
        </p:txBody>
      </p:sp>
      <p:sp>
        <p:nvSpPr>
          <p:cNvPr id="20" name="shape-690">
            <a:extLst xmlns:a="http://schemas.openxmlformats.org/drawingml/2006/main">
              <a:ext uri="{FF2B5EF4-FFF2-40B4-BE49-F238E27FC236}">
                <a16:creationId xmlns:a16="http://schemas.microsoft.com/office/drawing/2014/main" id="{8AF29EFA-9A5E-4AE5-9786-0985C52E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3c0307d8e45c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691">
            <a:extLst xmlns:a="http://schemas.openxmlformats.org/drawingml/2006/main">
              <a:ext uri="{FF2B5EF4-FFF2-40B4-BE49-F238E27FC236}">
                <a16:creationId xmlns:a16="http://schemas.microsoft.com/office/drawing/2014/main" id="{060AE040-72EC-42FB-A1F3-0209D431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9c588d0869425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692">
            <a:extLst xmlns:a="http://schemas.openxmlformats.org/drawingml/2006/main">
              <a:ext uri="{FF2B5EF4-FFF2-40B4-BE49-F238E27FC236}">
                <a16:creationId xmlns:a16="http://schemas.microsoft.com/office/drawing/2014/main" id="{78163D8F-020E-4EE2-913D-B288D26D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117139719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74">
            <a:extLst xmlns:a="http://schemas.openxmlformats.org/drawingml/2006/main">
              <a:ext uri="{FF2B5EF4-FFF2-40B4-BE49-F238E27FC236}">
                <a16:creationId xmlns:a16="http://schemas.microsoft.com/office/drawing/2014/main" id="{A756AABA-E853-4C0E-9290-2320CCC1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EB63DF-F7C7-47A1-9718-C7AA67E9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27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76">
            <a:extLst xmlns:a="http://schemas.openxmlformats.org/drawingml/2006/main">
              <a:ext uri="{FF2B5EF4-FFF2-40B4-BE49-F238E27FC236}">
                <a16:creationId xmlns:a16="http://schemas.microsoft.com/office/drawing/2014/main" id="{2BFCFE1F-6F93-4ADB-B8BB-FB7F5F10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9F2F11F-584B-4C57-8A70-CC6F5BB9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277">
            <a:extLst xmlns:a="http://schemas.openxmlformats.org/drawingml/2006/main">
              <a:ext uri="{FF2B5EF4-FFF2-40B4-BE49-F238E27FC236}">
                <a16:creationId xmlns:a16="http://schemas.microsoft.com/office/drawing/2014/main" id="{A4327B00-063F-4EE8-8306-9A0BB50E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78">
            <a:extLst xmlns:a="http://schemas.openxmlformats.org/drawingml/2006/main">
              <a:ext uri="{FF2B5EF4-FFF2-40B4-BE49-F238E27FC236}">
                <a16:creationId xmlns:a16="http://schemas.microsoft.com/office/drawing/2014/main" id="{D60460CC-D788-4FBB-ACBD-BEBF574B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279">
            <a:extLst xmlns:a="http://schemas.openxmlformats.org/drawingml/2006/main">
              <a:ext uri="{FF2B5EF4-FFF2-40B4-BE49-F238E27FC236}">
                <a16:creationId xmlns:a16="http://schemas.microsoft.com/office/drawing/2014/main" id="{70844AA6-DC4D-4D2D-807B-69BBAC30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280">
            <a:extLst xmlns:a="http://schemas.openxmlformats.org/drawingml/2006/main">
              <a:ext uri="{FF2B5EF4-FFF2-40B4-BE49-F238E27FC236}">
                <a16:creationId xmlns:a16="http://schemas.microsoft.com/office/drawing/2014/main" id="{B6E9D171-9630-468F-BD5A-0F40CF77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281">
            <a:extLst xmlns:a="http://schemas.openxmlformats.org/drawingml/2006/main">
              <a:ext uri="{FF2B5EF4-FFF2-40B4-BE49-F238E27FC236}">
                <a16:creationId xmlns:a16="http://schemas.microsoft.com/office/drawing/2014/main" id="{B88045CA-8BAC-4782-9E7B-A535B7C2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82">
            <a:extLst xmlns:a="http://schemas.openxmlformats.org/drawingml/2006/main">
              <a:ext uri="{FF2B5EF4-FFF2-40B4-BE49-F238E27FC236}">
                <a16:creationId xmlns:a16="http://schemas.microsoft.com/office/drawing/2014/main" id="{4CA204D9-9737-45F8-B1B7-0A5EFF65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83">
            <a:extLst xmlns:a="http://schemas.openxmlformats.org/drawingml/2006/main">
              <a:ext uri="{FF2B5EF4-FFF2-40B4-BE49-F238E27FC236}">
                <a16:creationId xmlns:a16="http://schemas.microsoft.com/office/drawing/2014/main" id="{1B4BD873-0B7D-4C1A-8F3C-A398E280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284">
            <a:extLst xmlns:a="http://schemas.openxmlformats.org/drawingml/2006/main">
              <a:ext uri="{FF2B5EF4-FFF2-40B4-BE49-F238E27FC236}">
                <a16:creationId xmlns:a16="http://schemas.microsoft.com/office/drawing/2014/main" id="{95887B00-4576-45A8-BE60-F0E54A4A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285">
            <a:extLst xmlns:a="http://schemas.openxmlformats.org/drawingml/2006/main">
              <a:ext uri="{FF2B5EF4-FFF2-40B4-BE49-F238E27FC236}">
                <a16:creationId xmlns:a16="http://schemas.microsoft.com/office/drawing/2014/main" id="{0DF5365C-C8B1-453E-906C-792FFC31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86">
            <a:extLst xmlns:a="http://schemas.openxmlformats.org/drawingml/2006/main">
              <a:ext uri="{FF2B5EF4-FFF2-40B4-BE49-F238E27FC236}">
                <a16:creationId xmlns:a16="http://schemas.microsoft.com/office/drawing/2014/main" id="{4E0756ED-51A1-490F-9B12-F16B5793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287">
            <a:extLst xmlns:a="http://schemas.openxmlformats.org/drawingml/2006/main">
              <a:ext uri="{FF2B5EF4-FFF2-40B4-BE49-F238E27FC236}">
                <a16:creationId xmlns:a16="http://schemas.microsoft.com/office/drawing/2014/main" id="{DE920626-768E-41E5-A980-279FC3A3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288">
            <a:extLst xmlns:a="http://schemas.openxmlformats.org/drawingml/2006/main">
              <a:ext uri="{FF2B5EF4-FFF2-40B4-BE49-F238E27FC236}">
                <a16:creationId xmlns:a16="http://schemas.microsoft.com/office/drawing/2014/main" id="{2093EBDA-4852-4FCA-AD01-EB1E5896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651">
            <a:extLst xmlns:a="http://schemas.openxmlformats.org/drawingml/2006/main">
              <a:ext uri="{FF2B5EF4-FFF2-40B4-BE49-F238E27FC236}">
                <a16:creationId xmlns:a16="http://schemas.microsoft.com/office/drawing/2014/main" id="{CE50D1CE-5BCD-432C-8D9C-B0B42DBF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0ab3d89a6e4ca3"/>
              </a:rPr>
              <a:t>開啟 Gemini Notebook ↗</a:t>
            </a:r>
          </a:p>
        </p:txBody>
      </p:sp>
      <p:sp>
        <p:nvSpPr>
          <p:cNvPr id="19" name="shape-680">
            <a:extLst xmlns:a="http://schemas.openxmlformats.org/drawingml/2006/main">
              <a:ext uri="{FF2B5EF4-FFF2-40B4-BE49-F238E27FC236}">
                <a16:creationId xmlns:a16="http://schemas.microsoft.com/office/drawing/2014/main" id="{90439067-F342-40DC-A5D3-BC7AFF29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18075f49cf499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81">
            <a:extLst xmlns:a="http://schemas.openxmlformats.org/drawingml/2006/main">
              <a:ext uri="{FF2B5EF4-FFF2-40B4-BE49-F238E27FC236}">
                <a16:creationId xmlns:a16="http://schemas.microsoft.com/office/drawing/2014/main" id="{B88FB320-BA56-4548-B8BD-D79CA5C8F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3134821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289">
            <a:extLst xmlns:a="http://schemas.openxmlformats.org/drawingml/2006/main">
              <a:ext uri="{FF2B5EF4-FFF2-40B4-BE49-F238E27FC236}">
                <a16:creationId xmlns:a16="http://schemas.microsoft.com/office/drawing/2014/main" id="{2EEC1BB8-A981-4832-A718-5EDAC1B8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COCKPIT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1C3F0C2-8B64-4CBC-A52C-D24784E6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教學駕駛艙如何接住 Gemini Notebook 的產出</a:t>
            </a:r>
          </a:p>
        </p:txBody>
      </p:sp>
      <p:cxnSp>
        <p:nvCxnSpPr>
          <p:cNvPr id="28" name="shape-29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1">
            <a:extLst xmlns:a="http://schemas.openxmlformats.org/drawingml/2006/main">
              <a:ext uri="{FF2B5EF4-FFF2-40B4-BE49-F238E27FC236}">
                <a16:creationId xmlns:a16="http://schemas.microsoft.com/office/drawing/2014/main" id="{BDB6034D-66D6-402E-940E-606DB785F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33A1684-5687-481D-B940-36D808F8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292">
            <a:extLst xmlns:a="http://schemas.openxmlformats.org/drawingml/2006/main">
              <a:ext uri="{FF2B5EF4-FFF2-40B4-BE49-F238E27FC236}">
                <a16:creationId xmlns:a16="http://schemas.microsoft.com/office/drawing/2014/main" id="{7C576BFA-F9E3-4507-BAF5-C9F33270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93">
            <a:extLst xmlns:a="http://schemas.openxmlformats.org/drawingml/2006/main">
              <a:ext uri="{FF2B5EF4-FFF2-40B4-BE49-F238E27FC236}">
                <a16:creationId xmlns:a16="http://schemas.microsoft.com/office/drawing/2014/main" id="{A800D0F1-A1F4-42AE-8E17-B0CEAB85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94">
            <a:extLst xmlns:a="http://schemas.openxmlformats.org/drawingml/2006/main">
              <a:ext uri="{FF2B5EF4-FFF2-40B4-BE49-F238E27FC236}">
                <a16:creationId xmlns:a16="http://schemas.microsoft.com/office/drawing/2014/main" id="{563B1A29-E08F-4F27-8400-2904E2A1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課程導讀</a:t>
            </a:r>
          </a:p>
        </p:txBody>
      </p:sp>
      <p:sp>
        <p:nvSpPr>
          <p:cNvPr id="9" name="text-295">
            <a:extLst xmlns:a="http://schemas.openxmlformats.org/drawingml/2006/main">
              <a:ext uri="{FF2B5EF4-FFF2-40B4-BE49-F238E27FC236}">
                <a16:creationId xmlns:a16="http://schemas.microsoft.com/office/drawing/2014/main" id="{85A926E7-CB2B-4876-86EB-55CDF67A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README 與單元頁整理學習目標、先備知識與學習路徑。</a:t>
            </a:r>
          </a:p>
        </p:txBody>
      </p:sp>
      <p:sp>
        <p:nvSpPr>
          <p:cNvPr id="10" name="shape-296">
            <a:extLst xmlns:a="http://schemas.openxmlformats.org/drawingml/2006/main">
              <a:ext uri="{FF2B5EF4-FFF2-40B4-BE49-F238E27FC236}">
                <a16:creationId xmlns:a16="http://schemas.microsoft.com/office/drawing/2014/main" id="{FDB4B915-9F36-4514-93BA-5BB48A21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97">
            <a:extLst xmlns:a="http://schemas.openxmlformats.org/drawingml/2006/main">
              <a:ext uri="{FF2B5EF4-FFF2-40B4-BE49-F238E27FC236}">
                <a16:creationId xmlns:a16="http://schemas.microsoft.com/office/drawing/2014/main" id="{276BFEEF-1C4C-4575-A971-55A849B6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98">
            <a:extLst xmlns:a="http://schemas.openxmlformats.org/drawingml/2006/main">
              <a:ext uri="{FF2B5EF4-FFF2-40B4-BE49-F238E27FC236}">
                <a16:creationId xmlns:a16="http://schemas.microsoft.com/office/drawing/2014/main" id="{AD776EFD-A278-4657-A8E2-871C4C7B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影片／圖表</a:t>
            </a:r>
          </a:p>
        </p:txBody>
      </p:sp>
      <p:sp>
        <p:nvSpPr>
          <p:cNvPr id="13" name="text-299">
            <a:extLst xmlns:a="http://schemas.openxmlformats.org/drawingml/2006/main">
              <a:ext uri="{FF2B5EF4-FFF2-40B4-BE49-F238E27FC236}">
                <a16:creationId xmlns:a16="http://schemas.microsoft.com/office/drawing/2014/main" id="{F1598EE9-3558-4CC9-A242-DF3A3E4D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Notebook 生成的內容轉成課前導讀、課中提問或視覺化摘要。</a:t>
            </a:r>
          </a:p>
        </p:txBody>
      </p:sp>
      <p:sp>
        <p:nvSpPr>
          <p:cNvPr id="14" name="shape-300">
            <a:extLst xmlns:a="http://schemas.openxmlformats.org/drawingml/2006/main">
              <a:ext uri="{FF2B5EF4-FFF2-40B4-BE49-F238E27FC236}">
                <a16:creationId xmlns:a16="http://schemas.microsoft.com/office/drawing/2014/main" id="{7FED3516-8099-47CD-8919-D19DA582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01">
            <a:extLst xmlns:a="http://schemas.openxmlformats.org/drawingml/2006/main">
              <a:ext uri="{FF2B5EF4-FFF2-40B4-BE49-F238E27FC236}">
                <a16:creationId xmlns:a16="http://schemas.microsoft.com/office/drawing/2014/main" id="{D901B5D0-4C3F-478E-BE51-165F09A0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02">
            <a:extLst xmlns:a="http://schemas.openxmlformats.org/drawingml/2006/main">
              <a:ext uri="{FF2B5EF4-FFF2-40B4-BE49-F238E27FC236}">
                <a16:creationId xmlns:a16="http://schemas.microsoft.com/office/drawing/2014/main" id="{06ED4CFD-9AD8-4928-8A32-FA6220FF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關卡</a:t>
            </a:r>
          </a:p>
        </p:txBody>
      </p:sp>
      <p:sp>
        <p:nvSpPr>
          <p:cNvPr id="17" name="text-303">
            <a:extLst xmlns:a="http://schemas.openxmlformats.org/drawingml/2006/main">
              <a:ext uri="{FF2B5EF4-FFF2-40B4-BE49-F238E27FC236}">
                <a16:creationId xmlns:a16="http://schemas.microsoft.com/office/drawing/2014/main" id="{8D6D88F2-7CFA-4C8B-A413-97048EE7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將來源中的概念轉成互動任務腳本，再交給 Canvas 做原型。</a:t>
            </a:r>
          </a:p>
        </p:txBody>
      </p:sp>
      <p:sp>
        <p:nvSpPr>
          <p:cNvPr id="18" name="shape-304">
            <a:extLst xmlns:a="http://schemas.openxmlformats.org/drawingml/2006/main">
              <a:ext uri="{FF2B5EF4-FFF2-40B4-BE49-F238E27FC236}">
                <a16:creationId xmlns:a16="http://schemas.microsoft.com/office/drawing/2014/main" id="{4A94EEBC-A6C2-47FF-B7F5-1D6330E9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05">
            <a:extLst xmlns:a="http://schemas.openxmlformats.org/drawingml/2006/main">
              <a:ext uri="{FF2B5EF4-FFF2-40B4-BE49-F238E27FC236}">
                <a16:creationId xmlns:a16="http://schemas.microsoft.com/office/drawing/2014/main" id="{32E317EF-01AF-4221-A4EF-3254F738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06">
            <a:extLst xmlns:a="http://schemas.openxmlformats.org/drawingml/2006/main">
              <a:ext uri="{FF2B5EF4-FFF2-40B4-BE49-F238E27FC236}">
                <a16:creationId xmlns:a16="http://schemas.microsoft.com/office/drawing/2014/main" id="{A8E55CEC-1B40-4717-BD70-B645C83F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教師共備</a:t>
            </a:r>
          </a:p>
        </p:txBody>
      </p:sp>
      <p:sp>
        <p:nvSpPr>
          <p:cNvPr id="21" name="text-307">
            <a:extLst xmlns:a="http://schemas.openxmlformats.org/drawingml/2006/main">
              <a:ext uri="{FF2B5EF4-FFF2-40B4-BE49-F238E27FC236}">
                <a16:creationId xmlns:a16="http://schemas.microsoft.com/office/drawing/2014/main" id="{CF4DB475-0D9C-4E31-98E2-06D5051C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輸出可共編的備課摘要、活動流程與證據，回到駕駛艙持續更新。</a:t>
            </a:r>
          </a:p>
        </p:txBody>
      </p:sp>
      <p:sp>
        <p:nvSpPr>
          <p:cNvPr id="22" name="text-652">
            <a:extLst xmlns:a="http://schemas.openxmlformats.org/drawingml/2006/main">
              <a:ext uri="{FF2B5EF4-FFF2-40B4-BE49-F238E27FC236}">
                <a16:creationId xmlns:a16="http://schemas.microsoft.com/office/drawing/2014/main" id="{D7EE670D-80D0-4ABF-801D-6FAAB0CD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fa8a3fde134f0d"/>
              </a:rPr>
              <a:t>開啟 Gemini Notebook ↗</a:t>
            </a:r>
          </a:p>
        </p:txBody>
      </p:sp>
      <p:sp>
        <p:nvSpPr>
          <p:cNvPr id="23" name="shape-682">
            <a:extLst xmlns:a="http://schemas.openxmlformats.org/drawingml/2006/main">
              <a:ext uri="{FF2B5EF4-FFF2-40B4-BE49-F238E27FC236}">
                <a16:creationId xmlns:a16="http://schemas.microsoft.com/office/drawing/2014/main" id="{6BFEF213-9509-4EE7-BF8F-2879EAE3B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01953651904a9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83">
            <a:extLst xmlns:a="http://schemas.openxmlformats.org/drawingml/2006/main">
              <a:ext uri="{FF2B5EF4-FFF2-40B4-BE49-F238E27FC236}">
                <a16:creationId xmlns:a16="http://schemas.microsoft.com/office/drawing/2014/main" id="{9DC99AC2-B8FB-4C52-A4F9-3B2B8172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12869020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08">
            <a:extLst xmlns:a="http://schemas.openxmlformats.org/drawingml/2006/main">
              <a:ext uri="{FF2B5EF4-FFF2-40B4-BE49-F238E27FC236}">
                <a16:creationId xmlns:a16="http://schemas.microsoft.com/office/drawing/2014/main" id="{11754BC9-E237-4C36-A875-B383B411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B0E927-AB59-4052-8742-9A1BE669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3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0">
            <a:extLst xmlns:a="http://schemas.openxmlformats.org/drawingml/2006/main">
              <a:ext uri="{FF2B5EF4-FFF2-40B4-BE49-F238E27FC236}">
                <a16:creationId xmlns:a16="http://schemas.microsoft.com/office/drawing/2014/main" id="{AD9E3C29-A454-4A99-89CB-802086E5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745B70B-2368-4DB5-B257-6CA110B2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311">
            <a:extLst xmlns:a="http://schemas.openxmlformats.org/drawingml/2006/main">
              <a:ext uri="{FF2B5EF4-FFF2-40B4-BE49-F238E27FC236}">
                <a16:creationId xmlns:a16="http://schemas.microsoft.com/office/drawing/2014/main" id="{EF297898-AE62-4901-8F43-46C28322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12">
            <a:extLst xmlns:a="http://schemas.openxmlformats.org/drawingml/2006/main">
              <a:ext uri="{FF2B5EF4-FFF2-40B4-BE49-F238E27FC236}">
                <a16:creationId xmlns:a16="http://schemas.microsoft.com/office/drawing/2014/main" id="{1B2585EB-38D2-4F61-9A42-674E7C0E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13">
            <a:extLst xmlns:a="http://schemas.openxmlformats.org/drawingml/2006/main">
              <a:ext uri="{FF2B5EF4-FFF2-40B4-BE49-F238E27FC236}">
                <a16:creationId xmlns:a16="http://schemas.microsoft.com/office/drawing/2014/main" id="{6A27F7BC-0FFE-4D51-9601-90B9446B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314">
            <a:extLst xmlns:a="http://schemas.openxmlformats.org/drawingml/2006/main">
              <a:ext uri="{FF2B5EF4-FFF2-40B4-BE49-F238E27FC236}">
                <a16:creationId xmlns:a16="http://schemas.microsoft.com/office/drawing/2014/main" id="{3D05B484-65B0-427C-A345-9F47F9AD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315">
            <a:extLst xmlns:a="http://schemas.openxmlformats.org/drawingml/2006/main">
              <a:ext uri="{FF2B5EF4-FFF2-40B4-BE49-F238E27FC236}">
                <a16:creationId xmlns:a16="http://schemas.microsoft.com/office/drawing/2014/main" id="{D2D41972-6579-4220-A6F4-C833515D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16">
            <a:extLst xmlns:a="http://schemas.openxmlformats.org/drawingml/2006/main">
              <a:ext uri="{FF2B5EF4-FFF2-40B4-BE49-F238E27FC236}">
                <a16:creationId xmlns:a16="http://schemas.microsoft.com/office/drawing/2014/main" id="{1BE50318-D5E1-4977-BC18-E82FC7BC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17">
            <a:extLst xmlns:a="http://schemas.openxmlformats.org/drawingml/2006/main">
              <a:ext uri="{FF2B5EF4-FFF2-40B4-BE49-F238E27FC236}">
                <a16:creationId xmlns:a16="http://schemas.microsoft.com/office/drawing/2014/main" id="{559281DF-ADE0-42A4-A5BD-E8FF352D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318">
            <a:extLst xmlns:a="http://schemas.openxmlformats.org/drawingml/2006/main">
              <a:ext uri="{FF2B5EF4-FFF2-40B4-BE49-F238E27FC236}">
                <a16:creationId xmlns:a16="http://schemas.microsoft.com/office/drawing/2014/main" id="{A60BCCA2-DE47-4014-80AA-246ED043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319">
            <a:extLst xmlns:a="http://schemas.openxmlformats.org/drawingml/2006/main">
              <a:ext uri="{FF2B5EF4-FFF2-40B4-BE49-F238E27FC236}">
                <a16:creationId xmlns:a16="http://schemas.microsoft.com/office/drawing/2014/main" id="{199EF107-A824-428E-8B2A-34ABD5B36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20">
            <a:extLst xmlns:a="http://schemas.openxmlformats.org/drawingml/2006/main">
              <a:ext uri="{FF2B5EF4-FFF2-40B4-BE49-F238E27FC236}">
                <a16:creationId xmlns:a16="http://schemas.microsoft.com/office/drawing/2014/main" id="{CA317452-1966-4FFD-B61B-809B0B4B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21">
            <a:extLst xmlns:a="http://schemas.openxmlformats.org/drawingml/2006/main">
              <a:ext uri="{FF2B5EF4-FFF2-40B4-BE49-F238E27FC236}">
                <a16:creationId xmlns:a16="http://schemas.microsoft.com/office/drawing/2014/main" id="{19E10F76-C6E0-4691-B8A0-E9263196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322">
            <a:extLst xmlns:a="http://schemas.openxmlformats.org/drawingml/2006/main">
              <a:ext uri="{FF2B5EF4-FFF2-40B4-BE49-F238E27FC236}">
                <a16:creationId xmlns:a16="http://schemas.microsoft.com/office/drawing/2014/main" id="{680BE077-DC07-47D3-A747-95D07CEE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323">
            <a:extLst xmlns:a="http://schemas.openxmlformats.org/drawingml/2006/main">
              <a:ext uri="{FF2B5EF4-FFF2-40B4-BE49-F238E27FC236}">
                <a16:creationId xmlns:a16="http://schemas.microsoft.com/office/drawing/2014/main" id="{00B0FB38-63D6-49E5-88BA-A3FC7BEA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24">
            <a:extLst xmlns:a="http://schemas.openxmlformats.org/drawingml/2006/main">
              <a:ext uri="{FF2B5EF4-FFF2-40B4-BE49-F238E27FC236}">
                <a16:creationId xmlns:a16="http://schemas.microsoft.com/office/drawing/2014/main" id="{B982F721-D711-465C-81B2-B77F176F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25">
            <a:extLst xmlns:a="http://schemas.openxmlformats.org/drawingml/2006/main">
              <a:ext uri="{FF2B5EF4-FFF2-40B4-BE49-F238E27FC236}">
                <a16:creationId xmlns:a16="http://schemas.microsoft.com/office/drawing/2014/main" id="{5F227F39-901E-4E0D-9C16-E5A7A01F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326">
            <a:extLst xmlns:a="http://schemas.openxmlformats.org/drawingml/2006/main">
              <a:ext uri="{FF2B5EF4-FFF2-40B4-BE49-F238E27FC236}">
                <a16:creationId xmlns:a16="http://schemas.microsoft.com/office/drawing/2014/main" id="{89A6F2FD-4379-4851-ACC6-8EF96E91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653">
            <a:extLst xmlns:a="http://schemas.openxmlformats.org/drawingml/2006/main">
              <a:ext uri="{FF2B5EF4-FFF2-40B4-BE49-F238E27FC236}">
                <a16:creationId xmlns:a16="http://schemas.microsoft.com/office/drawing/2014/main" id="{E869F653-D99E-403D-AD16-3D238464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843097d924447fe"/>
              </a:rPr>
              <a:t>開啟 Gemini Notebook ↗</a:t>
            </a:r>
          </a:p>
        </p:txBody>
      </p:sp>
      <p:sp>
        <p:nvSpPr>
          <p:cNvPr id="23" name="shape-684">
            <a:extLst xmlns:a="http://schemas.openxmlformats.org/drawingml/2006/main">
              <a:ext uri="{FF2B5EF4-FFF2-40B4-BE49-F238E27FC236}">
                <a16:creationId xmlns:a16="http://schemas.microsoft.com/office/drawing/2014/main" id="{153C486B-8ABA-4493-807D-EC54A254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40c7facee4f1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85">
            <a:extLst xmlns:a="http://schemas.openxmlformats.org/drawingml/2006/main">
              <a:ext uri="{FF2B5EF4-FFF2-40B4-BE49-F238E27FC236}">
                <a16:creationId xmlns:a16="http://schemas.microsoft.com/office/drawing/2014/main" id="{C1BFBEA0-2B17-4B47-88B4-AAE921AE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14593035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327">
            <a:extLst xmlns:a="http://schemas.openxmlformats.org/drawingml/2006/main">
              <a:ext uri="{FF2B5EF4-FFF2-40B4-BE49-F238E27FC236}">
                <a16:creationId xmlns:a16="http://schemas.microsoft.com/office/drawing/2014/main" id="{0DF804A0-082C-4753-9F2B-FBB737505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328">
            <a:extLst xmlns:a="http://schemas.openxmlformats.org/drawingml/2006/main">
              <a:ext uri="{FF2B5EF4-FFF2-40B4-BE49-F238E27FC236}">
                <a16:creationId xmlns:a16="http://schemas.microsoft.com/office/drawing/2014/main" id="{2419DA7A-A69D-4A2E-85C8-015A2936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329">
            <a:extLst xmlns:a="http://schemas.openxmlformats.org/drawingml/2006/main">
              <a:ext uri="{FF2B5EF4-FFF2-40B4-BE49-F238E27FC236}">
                <a16:creationId xmlns:a16="http://schemas.microsoft.com/office/drawing/2014/main" id="{DCE32506-CE8E-41AC-9588-F09FCFD3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330">
            <a:extLst xmlns:a="http://schemas.openxmlformats.org/drawingml/2006/main">
              <a:ext uri="{FF2B5EF4-FFF2-40B4-BE49-F238E27FC236}">
                <a16:creationId xmlns:a16="http://schemas.microsoft.com/office/drawing/2014/main" id="{46C8A320-A14B-4D89-AE13-13F8D81E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331">
            <a:extLst xmlns:a="http://schemas.openxmlformats.org/drawingml/2006/main">
              <a:ext uri="{FF2B5EF4-FFF2-40B4-BE49-F238E27FC236}">
                <a16:creationId xmlns:a16="http://schemas.microsoft.com/office/drawing/2014/main" id="{51F552BE-C11C-4E84-87AC-62E02E75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3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333">
            <a:extLst xmlns:a="http://schemas.openxmlformats.org/drawingml/2006/main">
              <a:ext uri="{FF2B5EF4-FFF2-40B4-BE49-F238E27FC236}">
                <a16:creationId xmlns:a16="http://schemas.microsoft.com/office/drawing/2014/main" id="{A6F74F3C-6745-451D-834C-E0441778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E53956-30E5-4CD6-99F8-3FDFD80E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9" name="text-656">
            <a:extLst xmlns:a="http://schemas.openxmlformats.org/drawingml/2006/main">
              <a:ext uri="{FF2B5EF4-FFF2-40B4-BE49-F238E27FC236}">
                <a16:creationId xmlns:a16="http://schemas.microsoft.com/office/drawing/2014/main" id="{16ADBEE4-2138-4AAA-B8AB-64FFBC50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bb57f9b1efb4354"/>
              </a:rPr>
              <a:t>建立／查看 Gem ↗</a:t>
            </a:r>
          </a:p>
        </p:txBody>
      </p:sp>
      <p:sp>
        <p:nvSpPr>
          <p:cNvPr id="10" name="shape-693">
            <a:extLst xmlns:a="http://schemas.openxmlformats.org/drawingml/2006/main">
              <a:ext uri="{FF2B5EF4-FFF2-40B4-BE49-F238E27FC236}">
                <a16:creationId xmlns:a16="http://schemas.microsoft.com/office/drawing/2014/main" id="{E9274DA4-664C-4D6B-978E-3A8A8D50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0028a7e72e417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94">
            <a:extLst xmlns:a="http://schemas.openxmlformats.org/drawingml/2006/main">
              <a:ext uri="{FF2B5EF4-FFF2-40B4-BE49-F238E27FC236}">
                <a16:creationId xmlns:a16="http://schemas.microsoft.com/office/drawing/2014/main" id="{DD32F2CF-02FE-48A9-B317-EAC925A77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31288189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334">
            <a:extLst xmlns:a="http://schemas.openxmlformats.org/drawingml/2006/main">
              <a:ext uri="{FF2B5EF4-FFF2-40B4-BE49-F238E27FC236}">
                <a16:creationId xmlns:a16="http://schemas.microsoft.com/office/drawing/2014/main" id="{38D4CD5E-84F8-44B3-8780-44DB35DC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247AD2-854E-4FC1-B9E7-F11D9AC4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3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36">
            <a:extLst xmlns:a="http://schemas.openxmlformats.org/drawingml/2006/main">
              <a:ext uri="{FF2B5EF4-FFF2-40B4-BE49-F238E27FC236}">
                <a16:creationId xmlns:a16="http://schemas.microsoft.com/office/drawing/2014/main" id="{8F274517-93D2-4CB2-B47D-BE93E279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3F84DD-3C65-43BB-937E-3CA4859B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37">
            <a:extLst xmlns:a="http://schemas.openxmlformats.org/drawingml/2006/main">
              <a:ext uri="{FF2B5EF4-FFF2-40B4-BE49-F238E27FC236}">
                <a16:creationId xmlns:a16="http://schemas.microsoft.com/office/drawing/2014/main" id="{2104DC4D-AD03-4120-86DE-E1E50BA3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38">
            <a:extLst xmlns:a="http://schemas.openxmlformats.org/drawingml/2006/main">
              <a:ext uri="{FF2B5EF4-FFF2-40B4-BE49-F238E27FC236}">
                <a16:creationId xmlns:a16="http://schemas.microsoft.com/office/drawing/2014/main" id="{14C439A4-DFCD-4D60-A587-FED56978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39">
            <a:extLst xmlns:a="http://schemas.openxmlformats.org/drawingml/2006/main">
              <a:ext uri="{FF2B5EF4-FFF2-40B4-BE49-F238E27FC236}">
                <a16:creationId xmlns:a16="http://schemas.microsoft.com/office/drawing/2014/main" id="{0F1C53EB-4577-4459-AD87-2361656A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340">
            <a:extLst xmlns:a="http://schemas.openxmlformats.org/drawingml/2006/main">
              <a:ext uri="{FF2B5EF4-FFF2-40B4-BE49-F238E27FC236}">
                <a16:creationId xmlns:a16="http://schemas.microsoft.com/office/drawing/2014/main" id="{1F1D8A10-7C89-473A-B3B8-937BA5CD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341">
            <a:extLst xmlns:a="http://schemas.openxmlformats.org/drawingml/2006/main">
              <a:ext uri="{FF2B5EF4-FFF2-40B4-BE49-F238E27FC236}">
                <a16:creationId xmlns:a16="http://schemas.microsoft.com/office/drawing/2014/main" id="{F7647682-5B33-4185-A6E4-1207A520A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342">
            <a:extLst xmlns:a="http://schemas.openxmlformats.org/drawingml/2006/main">
              <a:ext uri="{FF2B5EF4-FFF2-40B4-BE49-F238E27FC236}">
                <a16:creationId xmlns:a16="http://schemas.microsoft.com/office/drawing/2014/main" id="{090D10EB-24EA-42DF-B4FB-6B9AABF2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657">
            <a:extLst xmlns:a="http://schemas.openxmlformats.org/drawingml/2006/main">
              <a:ext uri="{FF2B5EF4-FFF2-40B4-BE49-F238E27FC236}">
                <a16:creationId xmlns:a16="http://schemas.microsoft.com/office/drawing/2014/main" id="{03731F18-386B-49DE-9425-09CB2A1F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b635cf11c874960"/>
              </a:rPr>
              <a:t>建立／查看 Gem ↗</a:t>
            </a:r>
          </a:p>
        </p:txBody>
      </p:sp>
      <p:sp>
        <p:nvSpPr>
          <p:cNvPr id="13" name="shape-695">
            <a:extLst xmlns:a="http://schemas.openxmlformats.org/drawingml/2006/main">
              <a:ext uri="{FF2B5EF4-FFF2-40B4-BE49-F238E27FC236}">
                <a16:creationId xmlns:a16="http://schemas.microsoft.com/office/drawing/2014/main" id="{99AAD5CA-322A-4C42-AE06-76910E1A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736eb6624480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696">
            <a:extLst xmlns:a="http://schemas.openxmlformats.org/drawingml/2006/main">
              <a:ext uri="{FF2B5EF4-FFF2-40B4-BE49-F238E27FC236}">
                <a16:creationId xmlns:a16="http://schemas.microsoft.com/office/drawing/2014/main" id="{B4A83168-89E5-4077-ACF4-A38E70C4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7986578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43">
            <a:extLst xmlns:a="http://schemas.openxmlformats.org/drawingml/2006/main">
              <a:ext uri="{FF2B5EF4-FFF2-40B4-BE49-F238E27FC236}">
                <a16:creationId xmlns:a16="http://schemas.microsoft.com/office/drawing/2014/main" id="{CEE37E5E-0364-429B-96AA-9224B4B2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EXISTING GEM → REUSABLE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816E963-E8CB-4496-91D7-BFC0C9D1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示範：從帳號既有 Gem 反向拆解</a:t>
            </a:r>
          </a:p>
        </p:txBody>
      </p:sp>
      <p:cxnSp>
        <p:nvCxnSpPr>
          <p:cNvPr id="28" name="shape-3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45">
            <a:extLst xmlns:a="http://schemas.openxmlformats.org/drawingml/2006/main">
              <a:ext uri="{FF2B5EF4-FFF2-40B4-BE49-F238E27FC236}">
                <a16:creationId xmlns:a16="http://schemas.microsoft.com/office/drawing/2014/main" id="{FBCCFF76-CC62-4A82-B2B3-9BD4FCF8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FB0AB2A-E0AC-4F02-9D8C-D4635523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46">
            <a:extLst xmlns:a="http://schemas.openxmlformats.org/drawingml/2006/main">
              <a:ext uri="{FF2B5EF4-FFF2-40B4-BE49-F238E27FC236}">
                <a16:creationId xmlns:a16="http://schemas.microsoft.com/office/drawing/2014/main" id="{A5705696-45EC-492C-9051-56AF347A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47">
            <a:extLst xmlns:a="http://schemas.openxmlformats.org/drawingml/2006/main">
              <a:ext uri="{FF2B5EF4-FFF2-40B4-BE49-F238E27FC236}">
                <a16:creationId xmlns:a16="http://schemas.microsoft.com/office/drawing/2014/main" id="{E1AC78E8-825E-40C0-B9C4-01E427C8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348">
            <a:extLst xmlns:a="http://schemas.openxmlformats.org/drawingml/2006/main">
              <a:ext uri="{FF2B5EF4-FFF2-40B4-BE49-F238E27FC236}">
                <a16:creationId xmlns:a16="http://schemas.microsoft.com/office/drawing/2014/main" id="{97E203BA-9640-43F8-B51E-C5530442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找到一個既有 Gem</a:t>
            </a:r>
          </a:p>
        </p:txBody>
      </p:sp>
      <p:sp>
        <p:nvSpPr>
          <p:cNvPr id="9" name="text-349">
            <a:extLst xmlns:a="http://schemas.openxmlformats.org/drawingml/2006/main">
              <a:ext uri="{FF2B5EF4-FFF2-40B4-BE49-F238E27FC236}">
                <a16:creationId xmlns:a16="http://schemas.microsoft.com/office/drawing/2014/main" id="{46D1E4AB-2870-48AC-AF1A-E1EE13AA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先看名稱、用途與最常用的一次輸出；不把私人內容直接放進公開簡報。</a:t>
            </a:r>
          </a:p>
        </p:txBody>
      </p:sp>
      <p:sp>
        <p:nvSpPr>
          <p:cNvPr id="10" name="shape-350">
            <a:extLst xmlns:a="http://schemas.openxmlformats.org/drawingml/2006/main">
              <a:ext uri="{FF2B5EF4-FFF2-40B4-BE49-F238E27FC236}">
                <a16:creationId xmlns:a16="http://schemas.microsoft.com/office/drawing/2014/main" id="{8D44EFA0-722A-4D2B-BD0C-26CDF4F4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51">
            <a:extLst xmlns:a="http://schemas.openxmlformats.org/drawingml/2006/main">
              <a:ext uri="{FF2B5EF4-FFF2-40B4-BE49-F238E27FC236}">
                <a16:creationId xmlns:a16="http://schemas.microsoft.com/office/drawing/2014/main" id="{60E6A6B4-9740-4324-8B5D-1AF96F3A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352">
            <a:extLst xmlns:a="http://schemas.openxmlformats.org/drawingml/2006/main">
              <a:ext uri="{FF2B5EF4-FFF2-40B4-BE49-F238E27FC236}">
                <a16:creationId xmlns:a16="http://schemas.microsoft.com/office/drawing/2014/main" id="{B3111C84-F688-46A8-98DA-EC7BE9A1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拆出四格</a:t>
            </a:r>
          </a:p>
        </p:txBody>
      </p:sp>
      <p:sp>
        <p:nvSpPr>
          <p:cNvPr id="13" name="text-353">
            <a:extLst xmlns:a="http://schemas.openxmlformats.org/drawingml/2006/main">
              <a:ext uri="{FF2B5EF4-FFF2-40B4-BE49-F238E27FC236}">
                <a16:creationId xmlns:a16="http://schemas.microsoft.com/office/drawing/2014/main" id="{6E111DFF-2B41-4436-A449-28F87289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從既有指令辨認角色、任務、背景與格式，找出穩定與失敗的地方。</a:t>
            </a:r>
          </a:p>
        </p:txBody>
      </p:sp>
      <p:sp>
        <p:nvSpPr>
          <p:cNvPr id="14" name="shape-354">
            <a:extLst xmlns:a="http://schemas.openxmlformats.org/drawingml/2006/main">
              <a:ext uri="{FF2B5EF4-FFF2-40B4-BE49-F238E27FC236}">
                <a16:creationId xmlns:a16="http://schemas.microsoft.com/office/drawing/2014/main" id="{CDF0CB87-AD8F-4478-8181-B88B9BB5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55">
            <a:extLst xmlns:a="http://schemas.openxmlformats.org/drawingml/2006/main">
              <a:ext uri="{FF2B5EF4-FFF2-40B4-BE49-F238E27FC236}">
                <a16:creationId xmlns:a16="http://schemas.microsoft.com/office/drawing/2014/main" id="{43F3556B-3BE5-4801-B94F-708957A0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356">
            <a:extLst xmlns:a="http://schemas.openxmlformats.org/drawingml/2006/main">
              <a:ext uri="{FF2B5EF4-FFF2-40B4-BE49-F238E27FC236}">
                <a16:creationId xmlns:a16="http://schemas.microsoft.com/office/drawing/2014/main" id="{E1F3B663-1405-4311-A9D9-6AA855751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改成研習版本</a:t>
            </a:r>
          </a:p>
        </p:txBody>
      </p:sp>
      <p:sp>
        <p:nvSpPr>
          <p:cNvPr id="17" name="text-357">
            <a:extLst xmlns:a="http://schemas.openxmlformats.org/drawingml/2006/main">
              <a:ext uri="{FF2B5EF4-FFF2-40B4-BE49-F238E27FC236}">
                <a16:creationId xmlns:a16="http://schemas.microsoft.com/office/drawing/2014/main" id="{DA031767-59AC-44A7-9324-A7D9F123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保留有效步驟，再加入大學教師／研究社群的情境與安全邊界。</a:t>
            </a:r>
          </a:p>
        </p:txBody>
      </p:sp>
      <p:sp>
        <p:nvSpPr>
          <p:cNvPr id="18" name="shape-358">
            <a:extLst xmlns:a="http://schemas.openxmlformats.org/drawingml/2006/main">
              <a:ext uri="{FF2B5EF4-FFF2-40B4-BE49-F238E27FC236}">
                <a16:creationId xmlns:a16="http://schemas.microsoft.com/office/drawing/2014/main" id="{C7383C12-921A-46D1-8FC0-0739561B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59">
            <a:extLst xmlns:a="http://schemas.openxmlformats.org/drawingml/2006/main">
              <a:ext uri="{FF2B5EF4-FFF2-40B4-BE49-F238E27FC236}">
                <a16:creationId xmlns:a16="http://schemas.microsoft.com/office/drawing/2014/main" id="{5E7DB839-60BD-482A-B79E-BA054F21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360">
            <a:extLst xmlns:a="http://schemas.openxmlformats.org/drawingml/2006/main">
              <a:ext uri="{FF2B5EF4-FFF2-40B4-BE49-F238E27FC236}">
                <a16:creationId xmlns:a16="http://schemas.microsoft.com/office/drawing/2014/main" id="{4C2A9224-696B-42B6-8942-F10FE98E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壓力測試</a:t>
            </a:r>
          </a:p>
        </p:txBody>
      </p:sp>
      <p:sp>
        <p:nvSpPr>
          <p:cNvPr id="21" name="text-361">
            <a:extLst xmlns:a="http://schemas.openxmlformats.org/drawingml/2006/main">
              <a:ext uri="{FF2B5EF4-FFF2-40B4-BE49-F238E27FC236}">
                <a16:creationId xmlns:a16="http://schemas.microsoft.com/office/drawing/2014/main" id="{F71B9EAE-577B-4F09-980E-F7E1E0BB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用正常案例、資料不足與越界要求各測一次，留下可比較的證據。</a:t>
            </a:r>
          </a:p>
        </p:txBody>
      </p:sp>
      <p:sp>
        <p:nvSpPr>
          <p:cNvPr id="22" name="text-658">
            <a:extLst xmlns:a="http://schemas.openxmlformats.org/drawingml/2006/main">
              <a:ext uri="{FF2B5EF4-FFF2-40B4-BE49-F238E27FC236}">
                <a16:creationId xmlns:a16="http://schemas.microsoft.com/office/drawing/2014/main" id="{CC1D6B1E-A2A2-431B-8E22-12CDE9F8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fcb7874907e4c7b"/>
              </a:rPr>
              <a:t>建立／查看 Gem ↗</a:t>
            </a:r>
          </a:p>
        </p:txBody>
      </p:sp>
      <p:sp>
        <p:nvSpPr>
          <p:cNvPr id="23" name="shape-697">
            <a:extLst xmlns:a="http://schemas.openxmlformats.org/drawingml/2006/main">
              <a:ext uri="{FF2B5EF4-FFF2-40B4-BE49-F238E27FC236}">
                <a16:creationId xmlns:a16="http://schemas.microsoft.com/office/drawing/2014/main" id="{FCE742B7-A8B2-4551-B8B0-5187C25E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d450fa5ef64ad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98">
            <a:extLst xmlns:a="http://schemas.openxmlformats.org/drawingml/2006/main">
              <a:ext uri="{FF2B5EF4-FFF2-40B4-BE49-F238E27FC236}">
                <a16:creationId xmlns:a16="http://schemas.microsoft.com/office/drawing/2014/main" id="{9FD75691-C5EB-43A3-84E0-5C0E262C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23258952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362">
            <a:extLst xmlns:a="http://schemas.openxmlformats.org/drawingml/2006/main">
              <a:ext uri="{FF2B5EF4-FFF2-40B4-BE49-F238E27FC236}">
                <a16:creationId xmlns:a16="http://schemas.microsoft.com/office/drawing/2014/main" id="{5C99108B-053D-4A70-AA43-D27C40E2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A99779-B4F3-4441-B7E6-E8A5F30C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範例｜把既有 Gem 改造成「教學與研究設計教練」</a:t>
            </a:r>
          </a:p>
        </p:txBody>
      </p:sp>
      <p:cxnSp>
        <p:nvCxnSpPr>
          <p:cNvPr id="19" name="shape-3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4">
            <a:extLst xmlns:a="http://schemas.openxmlformats.org/drawingml/2006/main">
              <a:ext uri="{FF2B5EF4-FFF2-40B4-BE49-F238E27FC236}">
                <a16:creationId xmlns:a16="http://schemas.microsoft.com/office/drawing/2014/main" id="{967E49F1-13EC-4374-9AF2-C1A4678A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9A89628-A040-4C12-BEC3-CFAD16D6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365">
            <a:extLst xmlns:a="http://schemas.openxmlformats.org/drawingml/2006/main">
              <a:ext uri="{FF2B5EF4-FFF2-40B4-BE49-F238E27FC236}">
                <a16:creationId xmlns:a16="http://schemas.microsoft.com/office/drawing/2014/main" id="{69867161-E7B5-42A9-BBF0-1432ABAF6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請先讀取既有 Gem 的有效輸出習慣，再依以下規格工作。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角色與任務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先問課程／研究目標、對象、資料與困難。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保留有效步驟，提出 3 個可實作方案。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不替教師或研究者做最終決定。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以上傳資料與 Gemini Notebook 引用為優先；資料不足要明確指出。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輸出：摘要 → 可複製工作表 → 風險／人工確認。</a:t>
            </a:r>
          </a:p>
        </p:txBody>
      </p:sp>
      <p:sp>
        <p:nvSpPr>
          <p:cNvPr id="7" name="text-366">
            <a:extLst xmlns:a="http://schemas.openxmlformats.org/drawingml/2006/main">
              <a:ext uri="{FF2B5EF4-FFF2-40B4-BE49-F238E27FC236}">
                <a16:creationId xmlns:a16="http://schemas.microsoft.com/office/drawing/2014/main" id="{15BFA795-531A-4971-B044-DDDB0FF5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先辨識既有資產</a:t>
            </a:r>
          </a:p>
        </p:txBody>
      </p:sp>
      <p:sp>
        <p:nvSpPr>
          <p:cNvPr id="8" name="text-367">
            <a:extLst xmlns:a="http://schemas.openxmlformats.org/drawingml/2006/main">
              <a:ext uri="{FF2B5EF4-FFF2-40B4-BE49-F238E27FC236}">
                <a16:creationId xmlns:a16="http://schemas.microsoft.com/office/drawing/2014/main" id="{DB1AC01B-E521-4433-BF2A-60F4B315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先找出原本已經穩定的步驟，只改一個變因。</a:t>
            </a:r>
          </a:p>
        </p:txBody>
      </p:sp>
      <p:sp>
        <p:nvSpPr>
          <p:cNvPr id="9" name="text-368">
            <a:extLst xmlns:a="http://schemas.openxmlformats.org/drawingml/2006/main">
              <a:ext uri="{FF2B5EF4-FFF2-40B4-BE49-F238E27FC236}">
                <a16:creationId xmlns:a16="http://schemas.microsoft.com/office/drawing/2014/main" id="{D99D5975-1F4B-40D9-A652-D9EB2C6D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369">
            <a:extLst xmlns:a="http://schemas.openxmlformats.org/drawingml/2006/main">
              <a:ext uri="{FF2B5EF4-FFF2-40B4-BE49-F238E27FC236}">
                <a16:creationId xmlns:a16="http://schemas.microsoft.com/office/drawing/2014/main" id="{C6CF62C8-236D-4120-99A2-61BF995E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370">
            <a:extLst xmlns:a="http://schemas.openxmlformats.org/drawingml/2006/main">
              <a:ext uri="{FF2B5EF4-FFF2-40B4-BE49-F238E27FC236}">
                <a16:creationId xmlns:a16="http://schemas.microsoft.com/office/drawing/2014/main" id="{FEE42DE2-6640-44BF-8F47-2E20C798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用反例驗收</a:t>
            </a:r>
          </a:p>
        </p:txBody>
      </p:sp>
      <p:sp>
        <p:nvSpPr>
          <p:cNvPr id="12" name="text-371">
            <a:extLst xmlns:a="http://schemas.openxmlformats.org/drawingml/2006/main">
              <a:ext uri="{FF2B5EF4-FFF2-40B4-BE49-F238E27FC236}">
                <a16:creationId xmlns:a16="http://schemas.microsoft.com/office/drawing/2014/main" id="{8C5FAD68-275F-4D92-A12C-4FC738D4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資料不足或要求越界時，也要能追問、拒絕或標記未確認。</a:t>
            </a:r>
          </a:p>
        </p:txBody>
      </p:sp>
      <p:sp>
        <p:nvSpPr>
          <p:cNvPr id="13" name="text-659">
            <a:extLst xmlns:a="http://schemas.openxmlformats.org/drawingml/2006/main">
              <a:ext uri="{FF2B5EF4-FFF2-40B4-BE49-F238E27FC236}">
                <a16:creationId xmlns:a16="http://schemas.microsoft.com/office/drawing/2014/main" id="{8B0E3AFB-8473-48B3-8F99-E77C6B99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2182a0f35874233"/>
              </a:rPr>
              <a:t>建立／查看 Gem ↗</a:t>
            </a:r>
          </a:p>
        </p:txBody>
      </p:sp>
      <p:sp>
        <p:nvSpPr>
          <p:cNvPr id="14" name="shape-699">
            <a:extLst xmlns:a="http://schemas.openxmlformats.org/drawingml/2006/main">
              <a:ext uri="{FF2B5EF4-FFF2-40B4-BE49-F238E27FC236}">
                <a16:creationId xmlns:a16="http://schemas.microsoft.com/office/drawing/2014/main" id="{1AF891D3-DC3B-4161-A8B4-E467FDDB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a9c657a4624cd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700">
            <a:extLst xmlns:a="http://schemas.openxmlformats.org/drawingml/2006/main">
              <a:ext uri="{FF2B5EF4-FFF2-40B4-BE49-F238E27FC236}">
                <a16:creationId xmlns:a16="http://schemas.microsoft.com/office/drawing/2014/main" id="{A4C77193-DFDC-49DB-9CF8-95145DAA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72178229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372">
            <a:extLst xmlns:a="http://schemas.openxmlformats.org/drawingml/2006/main">
              <a:ext uri="{FF2B5EF4-FFF2-40B4-BE49-F238E27FC236}">
                <a16:creationId xmlns:a16="http://schemas.microsoft.com/office/drawing/2014/main" id="{DBF0CE25-D9B4-45CA-B9AA-5AF6B3BE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A98A6B-376F-4E9C-A1D5-012B448F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實作二｜從既有 Gem 做一次改造與壓力測試</a:t>
            </a:r>
          </a:p>
        </p:txBody>
      </p:sp>
      <p:cxnSp>
        <p:nvCxnSpPr>
          <p:cNvPr id="25" name="shape-3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4">
            <a:extLst xmlns:a="http://schemas.openxmlformats.org/drawingml/2006/main">
              <a:ext uri="{FF2B5EF4-FFF2-40B4-BE49-F238E27FC236}">
                <a16:creationId xmlns:a16="http://schemas.microsoft.com/office/drawing/2014/main" id="{F199A2CE-B576-4DCA-A157-94540803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AFDE89B-2C47-4850-A037-EFC05E7A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text-375">
            <a:extLst xmlns:a="http://schemas.openxmlformats.org/drawingml/2006/main">
              <a:ext uri="{FF2B5EF4-FFF2-40B4-BE49-F238E27FC236}">
                <a16:creationId xmlns:a16="http://schemas.microsoft.com/office/drawing/2014/main" id="{CBA2C9B6-3BB2-40C8-BDB9-B3D6FC2D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76">
            <a:extLst xmlns:a="http://schemas.openxmlformats.org/drawingml/2006/main">
              <a:ext uri="{FF2B5EF4-FFF2-40B4-BE49-F238E27FC236}">
                <a16:creationId xmlns:a16="http://schemas.microsoft.com/office/drawing/2014/main" id="{3B74B4E8-ED46-4178-A2F7-12E737E1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77">
            <a:extLst xmlns:a="http://schemas.openxmlformats.org/drawingml/2006/main">
              <a:ext uri="{FF2B5EF4-FFF2-40B4-BE49-F238E27FC236}">
                <a16:creationId xmlns:a16="http://schemas.microsoft.com/office/drawing/2014/main" id="{BBDB9AC1-54A8-4439-B0BD-C4F8E0F9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78">
            <a:extLst xmlns:a="http://schemas.openxmlformats.org/drawingml/2006/main">
              <a:ext uri="{FF2B5EF4-FFF2-40B4-BE49-F238E27FC236}">
                <a16:creationId xmlns:a16="http://schemas.microsoft.com/office/drawing/2014/main" id="{C3D482AE-F455-4902-A466-CD26C1DB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在自己的帳號中選一個既有 Gem，記下它原本的用途</a:t>
            </a:r>
          </a:p>
        </p:txBody>
      </p:sp>
      <p:sp>
        <p:nvSpPr>
          <p:cNvPr id="10" name="text-379">
            <a:extLst xmlns:a="http://schemas.openxmlformats.org/drawingml/2006/main">
              <a:ext uri="{FF2B5EF4-FFF2-40B4-BE49-F238E27FC236}">
                <a16:creationId xmlns:a16="http://schemas.microsoft.com/office/drawing/2014/main" id="{B68CC31B-4DBF-482C-A1A7-72A7BD9D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80">
            <a:extLst xmlns:a="http://schemas.openxmlformats.org/drawingml/2006/main">
              <a:ext uri="{FF2B5EF4-FFF2-40B4-BE49-F238E27FC236}">
                <a16:creationId xmlns:a16="http://schemas.microsoft.com/office/drawing/2014/main" id="{00875D9F-D063-4A6A-B5B3-3F2D2679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拆出角色、任務、背景與格式，只改一個變因</a:t>
            </a:r>
          </a:p>
        </p:txBody>
      </p:sp>
      <p:sp>
        <p:nvSpPr>
          <p:cNvPr id="12" name="text-381">
            <a:extLst xmlns:a="http://schemas.openxmlformats.org/drawingml/2006/main">
              <a:ext uri="{FF2B5EF4-FFF2-40B4-BE49-F238E27FC236}">
                <a16:creationId xmlns:a16="http://schemas.microsoft.com/office/drawing/2014/main" id="{5EA00EA6-A623-4490-8BD6-7AC81B46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82">
            <a:extLst xmlns:a="http://schemas.openxmlformats.org/drawingml/2006/main">
              <a:ext uri="{FF2B5EF4-FFF2-40B4-BE49-F238E27FC236}">
                <a16:creationId xmlns:a16="http://schemas.microsoft.com/office/drawing/2014/main" id="{4F77EAAD-A5D7-4B66-A86C-012B2A20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用正常案例測一次，再用資料不足／越界案例測一次</a:t>
            </a:r>
          </a:p>
        </p:txBody>
      </p:sp>
      <p:sp>
        <p:nvSpPr>
          <p:cNvPr id="14" name="text-383">
            <a:extLst xmlns:a="http://schemas.openxmlformats.org/drawingml/2006/main">
              <a:ext uri="{FF2B5EF4-FFF2-40B4-BE49-F238E27FC236}">
                <a16:creationId xmlns:a16="http://schemas.microsoft.com/office/drawing/2014/main" id="{7C6B8781-B0D5-49D4-8BF5-0E3167C6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84">
            <a:extLst xmlns:a="http://schemas.openxmlformats.org/drawingml/2006/main">
              <a:ext uri="{FF2B5EF4-FFF2-40B4-BE49-F238E27FC236}">
                <a16:creationId xmlns:a16="http://schemas.microsoft.com/office/drawing/2014/main" id="{D78E5178-8360-436A-81B6-8FEF32A9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比較前後輸出，留下可重複使用的版本與限制</a:t>
            </a:r>
          </a:p>
        </p:txBody>
      </p:sp>
      <p:sp>
        <p:nvSpPr>
          <p:cNvPr id="16" name="shape-385">
            <a:extLst xmlns:a="http://schemas.openxmlformats.org/drawingml/2006/main">
              <a:ext uri="{FF2B5EF4-FFF2-40B4-BE49-F238E27FC236}">
                <a16:creationId xmlns:a16="http://schemas.microsoft.com/office/drawing/2014/main" id="{26CB285A-6538-4896-BB9C-EA7293CB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386">
            <a:extLst xmlns:a="http://schemas.openxmlformats.org/drawingml/2006/main">
              <a:ext uri="{FF2B5EF4-FFF2-40B4-BE49-F238E27FC236}">
                <a16:creationId xmlns:a16="http://schemas.microsoft.com/office/drawing/2014/main" id="{6F16349E-64ED-4569-99B9-28764263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387">
            <a:extLst xmlns:a="http://schemas.openxmlformats.org/drawingml/2006/main">
              <a:ext uri="{FF2B5EF4-FFF2-40B4-BE49-F238E27FC236}">
                <a16:creationId xmlns:a16="http://schemas.microsoft.com/office/drawing/2014/main" id="{B3B361AB-202B-4B88-A2E0-96D465C2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用途與改動有記錄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輸出格式更穩定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遇資料不足會追問或標記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沒有捏造引用或課程事實</a:t>
            </a:r>
          </a:p>
        </p:txBody>
      </p:sp>
      <p:sp>
        <p:nvSpPr>
          <p:cNvPr id="19" name="text-660">
            <a:extLst xmlns:a="http://schemas.openxmlformats.org/drawingml/2006/main">
              <a:ext uri="{FF2B5EF4-FFF2-40B4-BE49-F238E27FC236}">
                <a16:creationId xmlns:a16="http://schemas.microsoft.com/office/drawing/2014/main" id="{29C4F772-18D5-401B-9981-D9CE7CCF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344ead71fb24de3"/>
              </a:rPr>
              <a:t>建立／查看 Gem ↗</a:t>
            </a:r>
          </a:p>
        </p:txBody>
      </p:sp>
      <p:sp>
        <p:nvSpPr>
          <p:cNvPr id="20" name="shape-701">
            <a:extLst xmlns:a="http://schemas.openxmlformats.org/drawingml/2006/main">
              <a:ext uri="{FF2B5EF4-FFF2-40B4-BE49-F238E27FC236}">
                <a16:creationId xmlns:a16="http://schemas.microsoft.com/office/drawing/2014/main" id="{10386A70-DE6D-452A-8592-3799FA3C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227c8ef7ce408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702">
            <a:extLst xmlns:a="http://schemas.openxmlformats.org/drawingml/2006/main">
              <a:ext uri="{FF2B5EF4-FFF2-40B4-BE49-F238E27FC236}">
                <a16:creationId xmlns:a16="http://schemas.microsoft.com/office/drawing/2014/main" id="{6D63C77A-6231-4607-A022-AEC262A6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26435515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88">
            <a:extLst xmlns:a="http://schemas.openxmlformats.org/drawingml/2006/main">
              <a:ext uri="{FF2B5EF4-FFF2-40B4-BE49-F238E27FC236}">
                <a16:creationId xmlns:a16="http://schemas.microsoft.com/office/drawing/2014/main" id="{8676447D-7B14-4555-BE9F-B5FD317B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8FBF89-7B73-43E8-B4EA-3A66B20B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3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90">
            <a:extLst xmlns:a="http://schemas.openxmlformats.org/drawingml/2006/main">
              <a:ext uri="{FF2B5EF4-FFF2-40B4-BE49-F238E27FC236}">
                <a16:creationId xmlns:a16="http://schemas.microsoft.com/office/drawing/2014/main" id="{66880F13-E417-4F18-8E22-575E7370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75630F7-E104-4C58-82AC-70613473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391">
            <a:extLst xmlns:a="http://schemas.openxmlformats.org/drawingml/2006/main">
              <a:ext uri="{FF2B5EF4-FFF2-40B4-BE49-F238E27FC236}">
                <a16:creationId xmlns:a16="http://schemas.microsoft.com/office/drawing/2014/main" id="{D709671C-0C0D-40A2-AEAD-7E55FD00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92">
            <a:extLst xmlns:a="http://schemas.openxmlformats.org/drawingml/2006/main">
              <a:ext uri="{FF2B5EF4-FFF2-40B4-BE49-F238E27FC236}">
                <a16:creationId xmlns:a16="http://schemas.microsoft.com/office/drawing/2014/main" id="{13F926C3-55FB-4E8E-9FD2-FEBD9128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93">
            <a:extLst xmlns:a="http://schemas.openxmlformats.org/drawingml/2006/main">
              <a:ext uri="{FF2B5EF4-FFF2-40B4-BE49-F238E27FC236}">
                <a16:creationId xmlns:a16="http://schemas.microsoft.com/office/drawing/2014/main" id="{A333F133-9BCE-4651-9DEB-8353A5FE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394">
            <a:extLst xmlns:a="http://schemas.openxmlformats.org/drawingml/2006/main">
              <a:ext uri="{FF2B5EF4-FFF2-40B4-BE49-F238E27FC236}">
                <a16:creationId xmlns:a16="http://schemas.microsoft.com/office/drawing/2014/main" id="{040304F0-F37C-43E0-B138-E151957D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395">
            <a:extLst xmlns:a="http://schemas.openxmlformats.org/drawingml/2006/main">
              <a:ext uri="{FF2B5EF4-FFF2-40B4-BE49-F238E27FC236}">
                <a16:creationId xmlns:a16="http://schemas.microsoft.com/office/drawing/2014/main" id="{2F266113-F193-4E7B-AF4F-EAC0F2A70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96">
            <a:extLst xmlns:a="http://schemas.openxmlformats.org/drawingml/2006/main">
              <a:ext uri="{FF2B5EF4-FFF2-40B4-BE49-F238E27FC236}">
                <a16:creationId xmlns:a16="http://schemas.microsoft.com/office/drawing/2014/main" id="{F6C676FF-DBC2-4B55-9FB5-4CE67F55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97">
            <a:extLst xmlns:a="http://schemas.openxmlformats.org/drawingml/2006/main">
              <a:ext uri="{FF2B5EF4-FFF2-40B4-BE49-F238E27FC236}">
                <a16:creationId xmlns:a16="http://schemas.microsoft.com/office/drawing/2014/main" id="{64E11D3D-F92A-410E-9EB8-4E439076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398">
            <a:extLst xmlns:a="http://schemas.openxmlformats.org/drawingml/2006/main">
              <a:ext uri="{FF2B5EF4-FFF2-40B4-BE49-F238E27FC236}">
                <a16:creationId xmlns:a16="http://schemas.microsoft.com/office/drawing/2014/main" id="{02118A32-DF74-4528-ADC7-F8DC2961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399">
            <a:extLst xmlns:a="http://schemas.openxmlformats.org/drawingml/2006/main">
              <a:ext uri="{FF2B5EF4-FFF2-40B4-BE49-F238E27FC236}">
                <a16:creationId xmlns:a16="http://schemas.microsoft.com/office/drawing/2014/main" id="{DAB1D14D-5C15-43D5-B32C-D253E3B6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00">
            <a:extLst xmlns:a="http://schemas.openxmlformats.org/drawingml/2006/main">
              <a:ext uri="{FF2B5EF4-FFF2-40B4-BE49-F238E27FC236}">
                <a16:creationId xmlns:a16="http://schemas.microsoft.com/office/drawing/2014/main" id="{E44F78B6-9739-498D-B5BC-830EF681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01">
            <a:extLst xmlns:a="http://schemas.openxmlformats.org/drawingml/2006/main">
              <a:ext uri="{FF2B5EF4-FFF2-40B4-BE49-F238E27FC236}">
                <a16:creationId xmlns:a16="http://schemas.microsoft.com/office/drawing/2014/main" id="{7912AD73-DB1E-4162-9269-839B1C18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402">
            <a:extLst xmlns:a="http://schemas.openxmlformats.org/drawingml/2006/main">
              <a:ext uri="{FF2B5EF4-FFF2-40B4-BE49-F238E27FC236}">
                <a16:creationId xmlns:a16="http://schemas.microsoft.com/office/drawing/2014/main" id="{6FD1E533-58A8-4F88-9193-C855BFAA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403">
            <a:extLst xmlns:a="http://schemas.openxmlformats.org/drawingml/2006/main">
              <a:ext uri="{FF2B5EF4-FFF2-40B4-BE49-F238E27FC236}">
                <a16:creationId xmlns:a16="http://schemas.microsoft.com/office/drawing/2014/main" id="{F88FE4B1-C5E1-40C5-901E-F2640F71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04">
            <a:extLst xmlns:a="http://schemas.openxmlformats.org/drawingml/2006/main">
              <a:ext uri="{FF2B5EF4-FFF2-40B4-BE49-F238E27FC236}">
                <a16:creationId xmlns:a16="http://schemas.microsoft.com/office/drawing/2014/main" id="{64EA395F-3271-4DBF-9004-121C23CB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05">
            <a:extLst xmlns:a="http://schemas.openxmlformats.org/drawingml/2006/main">
              <a:ext uri="{FF2B5EF4-FFF2-40B4-BE49-F238E27FC236}">
                <a16:creationId xmlns:a16="http://schemas.microsoft.com/office/drawing/2014/main" id="{2B89DCDF-5CF2-4011-90FB-96B1251C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406">
            <a:extLst xmlns:a="http://schemas.openxmlformats.org/drawingml/2006/main">
              <a:ext uri="{FF2B5EF4-FFF2-40B4-BE49-F238E27FC236}">
                <a16:creationId xmlns:a16="http://schemas.microsoft.com/office/drawing/2014/main" id="{86C6DEEA-5BE9-4879-B20B-C20447D8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661">
            <a:extLst xmlns:a="http://schemas.openxmlformats.org/drawingml/2006/main">
              <a:ext uri="{FF2B5EF4-FFF2-40B4-BE49-F238E27FC236}">
                <a16:creationId xmlns:a16="http://schemas.microsoft.com/office/drawing/2014/main" id="{8D54E7F1-5E2D-4BF2-9C93-C88DA5D9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32afc22c8d849e1"/>
              </a:rPr>
              <a:t>建立／查看 Gem ↗</a:t>
            </a:r>
          </a:p>
        </p:txBody>
      </p:sp>
      <p:sp>
        <p:nvSpPr>
          <p:cNvPr id="23" name="shape-703">
            <a:extLst xmlns:a="http://schemas.openxmlformats.org/drawingml/2006/main">
              <a:ext uri="{FF2B5EF4-FFF2-40B4-BE49-F238E27FC236}">
                <a16:creationId xmlns:a16="http://schemas.microsoft.com/office/drawing/2014/main" id="{C13D10AB-C903-4E0F-85E4-DC33D245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e6b7f66ef74f7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704">
            <a:extLst xmlns:a="http://schemas.openxmlformats.org/drawingml/2006/main">
              <a:ext uri="{FF2B5EF4-FFF2-40B4-BE49-F238E27FC236}">
                <a16:creationId xmlns:a16="http://schemas.microsoft.com/office/drawing/2014/main" id="{2D64F7C4-6175-4430-8EC2-6B0F1E03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68680767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07">
            <a:extLst xmlns:a="http://schemas.openxmlformats.org/drawingml/2006/main">
              <a:ext uri="{FF2B5EF4-FFF2-40B4-BE49-F238E27FC236}">
                <a16:creationId xmlns:a16="http://schemas.microsoft.com/office/drawing/2014/main" id="{85EFB8B3-8852-4193-80B1-E7ACBEBB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408">
            <a:extLst xmlns:a="http://schemas.openxmlformats.org/drawingml/2006/main">
              <a:ext uri="{FF2B5EF4-FFF2-40B4-BE49-F238E27FC236}">
                <a16:creationId xmlns:a16="http://schemas.microsoft.com/office/drawing/2014/main" id="{689559B9-BB81-4E53-9024-9B61985C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409">
            <a:extLst xmlns:a="http://schemas.openxmlformats.org/drawingml/2006/main">
              <a:ext uri="{FF2B5EF4-FFF2-40B4-BE49-F238E27FC236}">
                <a16:creationId xmlns:a16="http://schemas.microsoft.com/office/drawing/2014/main" id="{5317701F-7E32-4596-AF53-8BB382FE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410">
            <a:extLst xmlns:a="http://schemas.openxmlformats.org/drawingml/2006/main">
              <a:ext uri="{FF2B5EF4-FFF2-40B4-BE49-F238E27FC236}">
                <a16:creationId xmlns:a16="http://schemas.microsoft.com/office/drawing/2014/main" id="{603767EF-AD24-4268-B594-1E98EDD5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11">
            <a:extLst xmlns:a="http://schemas.openxmlformats.org/drawingml/2006/main">
              <a:ext uri="{FF2B5EF4-FFF2-40B4-BE49-F238E27FC236}">
                <a16:creationId xmlns:a16="http://schemas.microsoft.com/office/drawing/2014/main" id="{C1595CC1-7AFD-4181-977E-15D5D071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13">
            <a:extLst xmlns:a="http://schemas.openxmlformats.org/drawingml/2006/main">
              <a:ext uri="{FF2B5EF4-FFF2-40B4-BE49-F238E27FC236}">
                <a16:creationId xmlns:a16="http://schemas.microsoft.com/office/drawing/2014/main" id="{829055D3-0EF2-4E01-BA12-5502315A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1DE2F12-76EF-4FBF-AE54-DB7CCF25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9" name="text-662">
            <a:extLst xmlns:a="http://schemas.openxmlformats.org/drawingml/2006/main">
              <a:ext uri="{FF2B5EF4-FFF2-40B4-BE49-F238E27FC236}">
                <a16:creationId xmlns:a16="http://schemas.microsoft.com/office/drawing/2014/main" id="{7CCCDE17-269B-497C-A465-8C618913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1ce67d6ee9c46fc"/>
              </a:rPr>
              <a:t>開啟 Gemini Canvas ↗</a:t>
            </a:r>
          </a:p>
        </p:txBody>
      </p:sp>
      <p:sp>
        <p:nvSpPr>
          <p:cNvPr id="10" name="shape-705">
            <a:extLst xmlns:a="http://schemas.openxmlformats.org/drawingml/2006/main">
              <a:ext uri="{FF2B5EF4-FFF2-40B4-BE49-F238E27FC236}">
                <a16:creationId xmlns:a16="http://schemas.microsoft.com/office/drawing/2014/main" id="{D99C00D5-6046-48FE-B574-38A8121E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2cccb6a654bb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706">
            <a:extLst xmlns:a="http://schemas.openxmlformats.org/drawingml/2006/main">
              <a:ext uri="{FF2B5EF4-FFF2-40B4-BE49-F238E27FC236}">
                <a16:creationId xmlns:a16="http://schemas.microsoft.com/office/drawing/2014/main" id="{4080A624-D394-40E7-8BF8-754DCAF2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202663069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14">
            <a:extLst xmlns:a="http://schemas.openxmlformats.org/drawingml/2006/main">
              <a:ext uri="{FF2B5EF4-FFF2-40B4-BE49-F238E27FC236}">
                <a16:creationId xmlns:a16="http://schemas.microsoft.com/office/drawing/2014/main" id="{72C0FD47-DC97-4B6B-9F50-324AA0DB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 · MEETING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E777D3-0753-4357-85B8-23B39F7D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教師會議紀錄系統的 Canvas 提示詞公式</a:t>
            </a:r>
          </a:p>
        </p:txBody>
      </p:sp>
      <p:cxnSp>
        <p:nvCxnSpPr>
          <p:cNvPr id="28" name="shape-4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16">
            <a:extLst xmlns:a="http://schemas.openxmlformats.org/drawingml/2006/main">
              <a:ext uri="{FF2B5EF4-FFF2-40B4-BE49-F238E27FC236}">
                <a16:creationId xmlns:a16="http://schemas.microsoft.com/office/drawing/2014/main" id="{0BF796D9-3E04-4C12-883C-9C3E6E35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164A2A3-BE41-457C-9D86-9DDDF0B3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417">
            <a:extLst xmlns:a="http://schemas.openxmlformats.org/drawingml/2006/main">
              <a:ext uri="{FF2B5EF4-FFF2-40B4-BE49-F238E27FC236}">
                <a16:creationId xmlns:a16="http://schemas.microsoft.com/office/drawing/2014/main" id="{9F96865A-A574-4BEE-9646-090C1314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18">
            <a:extLst xmlns:a="http://schemas.openxmlformats.org/drawingml/2006/main">
              <a:ext uri="{FF2B5EF4-FFF2-40B4-BE49-F238E27FC236}">
                <a16:creationId xmlns:a16="http://schemas.microsoft.com/office/drawing/2014/main" id="{0CFAEE87-95E0-4B99-BDA2-44D40EB4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419">
            <a:extLst xmlns:a="http://schemas.openxmlformats.org/drawingml/2006/main">
              <a:ext uri="{FF2B5EF4-FFF2-40B4-BE49-F238E27FC236}">
                <a16:creationId xmlns:a16="http://schemas.microsoft.com/office/drawing/2014/main" id="{F8008C10-D3AC-4BBF-BF7C-CD6B00AE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資料輸入</a:t>
            </a:r>
          </a:p>
        </p:txBody>
      </p:sp>
      <p:sp>
        <p:nvSpPr>
          <p:cNvPr id="9" name="text-420">
            <a:extLst xmlns:a="http://schemas.openxmlformats.org/drawingml/2006/main">
              <a:ext uri="{FF2B5EF4-FFF2-40B4-BE49-F238E27FC236}">
                <a16:creationId xmlns:a16="http://schemas.microsoft.com/office/drawing/2014/main" id="{2173EBF7-89D3-4787-834D-4A3C8007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會議日期、議程、逐字稿或摘要；先用一筆合成資料示範。</a:t>
            </a:r>
          </a:p>
        </p:txBody>
      </p:sp>
      <p:sp>
        <p:nvSpPr>
          <p:cNvPr id="10" name="shape-421">
            <a:extLst xmlns:a="http://schemas.openxmlformats.org/drawingml/2006/main">
              <a:ext uri="{FF2B5EF4-FFF2-40B4-BE49-F238E27FC236}">
                <a16:creationId xmlns:a16="http://schemas.microsoft.com/office/drawing/2014/main" id="{35416812-B44A-46D8-B48C-F2D373E5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22">
            <a:extLst xmlns:a="http://schemas.openxmlformats.org/drawingml/2006/main">
              <a:ext uri="{FF2B5EF4-FFF2-40B4-BE49-F238E27FC236}">
                <a16:creationId xmlns:a16="http://schemas.microsoft.com/office/drawing/2014/main" id="{54A67AA7-0A2B-4656-B1F1-FE62A5F8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23">
            <a:extLst xmlns:a="http://schemas.openxmlformats.org/drawingml/2006/main">
              <a:ext uri="{FF2B5EF4-FFF2-40B4-BE49-F238E27FC236}">
                <a16:creationId xmlns:a16="http://schemas.microsoft.com/office/drawing/2014/main" id="{625425CB-CC4F-40D6-AA9B-E3387BD4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工作流程</a:t>
            </a:r>
          </a:p>
        </p:txBody>
      </p:sp>
      <p:sp>
        <p:nvSpPr>
          <p:cNvPr id="13" name="text-424">
            <a:extLst xmlns:a="http://schemas.openxmlformats.org/drawingml/2006/main">
              <a:ext uri="{FF2B5EF4-FFF2-40B4-BE49-F238E27FC236}">
                <a16:creationId xmlns:a16="http://schemas.microsoft.com/office/drawing/2014/main" id="{57F7027E-1AF6-420D-B95E-CDFE1FA90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把重點、決議、待辦、承辦人與期限變成可查詢欄位。</a:t>
            </a:r>
          </a:p>
        </p:txBody>
      </p:sp>
      <p:sp>
        <p:nvSpPr>
          <p:cNvPr id="14" name="shape-425">
            <a:extLst xmlns:a="http://schemas.openxmlformats.org/drawingml/2006/main">
              <a:ext uri="{FF2B5EF4-FFF2-40B4-BE49-F238E27FC236}">
                <a16:creationId xmlns:a16="http://schemas.microsoft.com/office/drawing/2014/main" id="{D3025A3E-9E89-47CC-9EE8-9B8B1AA6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26">
            <a:extLst xmlns:a="http://schemas.openxmlformats.org/drawingml/2006/main">
              <a:ext uri="{FF2B5EF4-FFF2-40B4-BE49-F238E27FC236}">
                <a16:creationId xmlns:a16="http://schemas.microsoft.com/office/drawing/2014/main" id="{96C00B43-91C9-452E-B828-B8DEDFF0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427">
            <a:extLst xmlns:a="http://schemas.openxmlformats.org/drawingml/2006/main">
              <a:ext uri="{FF2B5EF4-FFF2-40B4-BE49-F238E27FC236}">
                <a16:creationId xmlns:a16="http://schemas.microsoft.com/office/drawing/2014/main" id="{C417A8B9-DFCF-4A3B-9565-12F99133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互動介面</a:t>
            </a:r>
          </a:p>
        </p:txBody>
      </p:sp>
      <p:sp>
        <p:nvSpPr>
          <p:cNvPr id="17" name="text-428">
            <a:extLst xmlns:a="http://schemas.openxmlformats.org/drawingml/2006/main">
              <a:ext uri="{FF2B5EF4-FFF2-40B4-BE49-F238E27FC236}">
                <a16:creationId xmlns:a16="http://schemas.microsoft.com/office/drawing/2014/main" id="{2C87E3FD-6542-4E99-B4B8-0391CDE4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加入搜尋、篩選、展開、匯出與手機操作，讓紀錄真的能被使用。</a:t>
            </a:r>
          </a:p>
        </p:txBody>
      </p:sp>
      <p:sp>
        <p:nvSpPr>
          <p:cNvPr id="18" name="shape-429">
            <a:extLst xmlns:a="http://schemas.openxmlformats.org/drawingml/2006/main">
              <a:ext uri="{FF2B5EF4-FFF2-40B4-BE49-F238E27FC236}">
                <a16:creationId xmlns:a16="http://schemas.microsoft.com/office/drawing/2014/main" id="{6E54E6F7-DEC7-4884-9D98-12CE8983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30">
            <a:extLst xmlns:a="http://schemas.openxmlformats.org/drawingml/2006/main">
              <a:ext uri="{FF2B5EF4-FFF2-40B4-BE49-F238E27FC236}">
                <a16:creationId xmlns:a16="http://schemas.microsoft.com/office/drawing/2014/main" id="{4914C68B-487E-4464-9E6E-BA2E1117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431">
            <a:extLst xmlns:a="http://schemas.openxmlformats.org/drawingml/2006/main">
              <a:ext uri="{FF2B5EF4-FFF2-40B4-BE49-F238E27FC236}">
                <a16:creationId xmlns:a16="http://schemas.microsoft.com/office/drawing/2014/main" id="{6EB34C4F-0D4D-4907-9E6A-78BEBEC4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部署驗收</a:t>
            </a:r>
          </a:p>
        </p:txBody>
      </p:sp>
      <p:sp>
        <p:nvSpPr>
          <p:cNvPr id="21" name="text-432">
            <a:extLst xmlns:a="http://schemas.openxmlformats.org/drawingml/2006/main">
              <a:ext uri="{FF2B5EF4-FFF2-40B4-BE49-F238E27FC236}">
                <a16:creationId xmlns:a16="http://schemas.microsoft.com/office/drawing/2014/main" id="{D2E24BB8-7DB8-49D9-9291-A90720A7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 RWD、無個資、可嵌入 Google Sites，並列出權限與備援方案。</a:t>
            </a:r>
          </a:p>
        </p:txBody>
      </p:sp>
      <p:sp>
        <p:nvSpPr>
          <p:cNvPr id="22" name="text-663">
            <a:extLst xmlns:a="http://schemas.openxmlformats.org/drawingml/2006/main">
              <a:ext uri="{FF2B5EF4-FFF2-40B4-BE49-F238E27FC236}">
                <a16:creationId xmlns:a16="http://schemas.microsoft.com/office/drawing/2014/main" id="{B9910BC8-BA75-4B1E-A89D-28FEB261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0dd5f2145f04a95"/>
              </a:rPr>
              <a:t>開啟 Gemini Canvas ↗</a:t>
            </a:r>
          </a:p>
        </p:txBody>
      </p:sp>
      <p:sp>
        <p:nvSpPr>
          <p:cNvPr id="23" name="shape-707">
            <a:extLst xmlns:a="http://schemas.openxmlformats.org/drawingml/2006/main">
              <a:ext uri="{FF2B5EF4-FFF2-40B4-BE49-F238E27FC236}">
                <a16:creationId xmlns:a16="http://schemas.microsoft.com/office/drawing/2014/main" id="{2EC1C91B-48E8-4AFC-B2B5-59859E70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7b8597885b451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708">
            <a:extLst xmlns:a="http://schemas.openxmlformats.org/drawingml/2006/main">
              <a:ext uri="{FF2B5EF4-FFF2-40B4-BE49-F238E27FC236}">
                <a16:creationId xmlns:a16="http://schemas.microsoft.com/office/drawing/2014/main" id="{00F6ACD6-F26F-4C57-A8BD-D7FBD506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73386571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433">
            <a:extLst xmlns:a="http://schemas.openxmlformats.org/drawingml/2006/main">
              <a:ext uri="{FF2B5EF4-FFF2-40B4-BE49-F238E27FC236}">
                <a16:creationId xmlns:a16="http://schemas.microsoft.com/office/drawing/2014/main" id="{72DA81BD-08E9-498A-9540-88336332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CANVAS → GOOGLE SITES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C952C9F-D5E3-45DF-9985-1DD8714C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示範：教師會議紀錄線上系統</a:t>
            </a:r>
          </a:p>
        </p:txBody>
      </p:sp>
      <p:cxnSp>
        <p:nvCxnSpPr>
          <p:cNvPr id="38" name="shape-4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5">
            <a:extLst xmlns:a="http://schemas.openxmlformats.org/drawingml/2006/main">
              <a:ext uri="{FF2B5EF4-FFF2-40B4-BE49-F238E27FC236}">
                <a16:creationId xmlns:a16="http://schemas.microsoft.com/office/drawing/2014/main" id="{47B5FBE9-30C6-4327-8ACF-91600858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D6ED37-9360-4AFE-A8E3-6168D90F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436">
            <a:extLst xmlns:a="http://schemas.openxmlformats.org/drawingml/2006/main">
              <a:ext uri="{FF2B5EF4-FFF2-40B4-BE49-F238E27FC236}">
                <a16:creationId xmlns:a16="http://schemas.microsoft.com/office/drawing/2014/main" id="{C5D31AF5-FC3C-4E61-884A-5F1A1F5C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437">
            <a:extLst xmlns:a="http://schemas.openxmlformats.org/drawingml/2006/main">
              <a:ext uri="{FF2B5EF4-FFF2-40B4-BE49-F238E27FC236}">
                <a16:creationId xmlns:a16="http://schemas.microsoft.com/office/drawing/2014/main" id="{2B7A7686-5CFD-43F6-BF24-4ED14B47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38">
            <a:extLst xmlns:a="http://schemas.openxmlformats.org/drawingml/2006/main">
              <a:ext uri="{FF2B5EF4-FFF2-40B4-BE49-F238E27FC236}">
                <a16:creationId xmlns:a16="http://schemas.microsoft.com/office/drawing/2014/main" id="{337F5640-CA91-493C-B265-16C2BD6C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39">
            <a:extLst xmlns:a="http://schemas.openxmlformats.org/drawingml/2006/main">
              <a:ext uri="{FF2B5EF4-FFF2-40B4-BE49-F238E27FC236}">
                <a16:creationId xmlns:a16="http://schemas.microsoft.com/office/drawing/2014/main" id="{FD73FC70-FDCC-4494-96CD-71D6025F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規格</a:t>
            </a:r>
          </a:p>
        </p:txBody>
      </p:sp>
      <p:sp>
        <p:nvSpPr>
          <p:cNvPr id="10" name="text-440">
            <a:extLst xmlns:a="http://schemas.openxmlformats.org/drawingml/2006/main">
              <a:ext uri="{FF2B5EF4-FFF2-40B4-BE49-F238E27FC236}">
                <a16:creationId xmlns:a16="http://schemas.microsoft.com/office/drawing/2014/main" id="{635536F6-614C-4EC2-8104-E147B563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先寫使用者、欄位與一筆合成會議資料</a:t>
            </a:r>
          </a:p>
        </p:txBody>
      </p:sp>
      <p:sp>
        <p:nvSpPr>
          <p:cNvPr id="11" name="text-441">
            <a:extLst xmlns:a="http://schemas.openxmlformats.org/drawingml/2006/main">
              <a:ext uri="{FF2B5EF4-FFF2-40B4-BE49-F238E27FC236}">
                <a16:creationId xmlns:a16="http://schemas.microsoft.com/office/drawing/2014/main" id="{3CD5BD18-4A96-4157-AE3B-5EBBF432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442">
            <a:extLst xmlns:a="http://schemas.openxmlformats.org/drawingml/2006/main">
              <a:ext uri="{FF2B5EF4-FFF2-40B4-BE49-F238E27FC236}">
                <a16:creationId xmlns:a16="http://schemas.microsoft.com/office/drawing/2014/main" id="{2F867F85-7480-422E-AF3C-FD1B6266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443">
            <a:extLst xmlns:a="http://schemas.openxmlformats.org/drawingml/2006/main">
              <a:ext uri="{FF2B5EF4-FFF2-40B4-BE49-F238E27FC236}">
                <a16:creationId xmlns:a16="http://schemas.microsoft.com/office/drawing/2014/main" id="{34EACF39-D500-4F73-B6ED-310A3E66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444">
            <a:extLst xmlns:a="http://schemas.openxmlformats.org/drawingml/2006/main">
              <a:ext uri="{FF2B5EF4-FFF2-40B4-BE49-F238E27FC236}">
                <a16:creationId xmlns:a16="http://schemas.microsoft.com/office/drawing/2014/main" id="{F024B5A4-0E5A-4CBA-AF5B-61FC79B2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45">
            <a:extLst xmlns:a="http://schemas.openxmlformats.org/drawingml/2006/main">
              <a:ext uri="{FF2B5EF4-FFF2-40B4-BE49-F238E27FC236}">
                <a16:creationId xmlns:a16="http://schemas.microsoft.com/office/drawing/2014/main" id="{FB3805F2-2288-496D-8AEC-2D3A7B83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16" name="text-446">
            <a:extLst xmlns:a="http://schemas.openxmlformats.org/drawingml/2006/main">
              <a:ext uri="{FF2B5EF4-FFF2-40B4-BE49-F238E27FC236}">
                <a16:creationId xmlns:a16="http://schemas.microsoft.com/office/drawing/2014/main" id="{7685F3DA-6680-4CEA-B2BB-6794E66C0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做出重點、決議、待辦與搜尋的最小原型</a:t>
            </a:r>
          </a:p>
        </p:txBody>
      </p:sp>
      <p:sp>
        <p:nvSpPr>
          <p:cNvPr id="17" name="text-447">
            <a:extLst xmlns:a="http://schemas.openxmlformats.org/drawingml/2006/main">
              <a:ext uri="{FF2B5EF4-FFF2-40B4-BE49-F238E27FC236}">
                <a16:creationId xmlns:a16="http://schemas.microsoft.com/office/drawing/2014/main" id="{D9575F78-A58E-469F-9E9B-E10D7972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48">
            <a:extLst xmlns:a="http://schemas.openxmlformats.org/drawingml/2006/main">
              <a:ext uri="{FF2B5EF4-FFF2-40B4-BE49-F238E27FC236}">
                <a16:creationId xmlns:a16="http://schemas.microsoft.com/office/drawing/2014/main" id="{1A20E068-3EDF-4927-8CEE-ABCA5990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449">
            <a:extLst xmlns:a="http://schemas.openxmlformats.org/drawingml/2006/main">
              <a:ext uri="{FF2B5EF4-FFF2-40B4-BE49-F238E27FC236}">
                <a16:creationId xmlns:a16="http://schemas.microsoft.com/office/drawing/2014/main" id="{23859CDE-F048-44F7-8705-E30E0ADB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50">
            <a:extLst xmlns:a="http://schemas.openxmlformats.org/drawingml/2006/main">
              <a:ext uri="{FF2B5EF4-FFF2-40B4-BE49-F238E27FC236}">
                <a16:creationId xmlns:a16="http://schemas.microsoft.com/office/drawing/2014/main" id="{016466DE-391D-4F7E-BC58-088E3803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51">
            <a:extLst xmlns:a="http://schemas.openxmlformats.org/drawingml/2006/main">
              <a:ext uri="{FF2B5EF4-FFF2-40B4-BE49-F238E27FC236}">
                <a16:creationId xmlns:a16="http://schemas.microsoft.com/office/drawing/2014/main" id="{D5D2FEF8-747E-4C8E-8622-8BDED89B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22" name="text-452">
            <a:extLst xmlns:a="http://schemas.openxmlformats.org/drawingml/2006/main">
              <a:ext uri="{FF2B5EF4-FFF2-40B4-BE49-F238E27FC236}">
                <a16:creationId xmlns:a16="http://schemas.microsoft.com/office/drawing/2014/main" id="{DF5DC03A-B482-4972-B883-28ACAAA7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操作篩選、展開、匯出，檢查 RWD 與鍵盤路徑</a:t>
            </a:r>
          </a:p>
        </p:txBody>
      </p:sp>
      <p:sp>
        <p:nvSpPr>
          <p:cNvPr id="23" name="text-453">
            <a:extLst xmlns:a="http://schemas.openxmlformats.org/drawingml/2006/main">
              <a:ext uri="{FF2B5EF4-FFF2-40B4-BE49-F238E27FC236}">
                <a16:creationId xmlns:a16="http://schemas.microsoft.com/office/drawing/2014/main" id="{539FEFA8-35A7-4DE6-926E-1E9DAFB8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54">
            <a:extLst xmlns:a="http://schemas.openxmlformats.org/drawingml/2006/main">
              <a:ext uri="{FF2B5EF4-FFF2-40B4-BE49-F238E27FC236}">
                <a16:creationId xmlns:a16="http://schemas.microsoft.com/office/drawing/2014/main" id="{1241DD03-4885-4D43-8FE2-5C71C93E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455">
            <a:extLst xmlns:a="http://schemas.openxmlformats.org/drawingml/2006/main">
              <a:ext uri="{FF2B5EF4-FFF2-40B4-BE49-F238E27FC236}">
                <a16:creationId xmlns:a16="http://schemas.microsoft.com/office/drawing/2014/main" id="{1B2931AA-5D9E-4340-8B76-E3AA458A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56">
            <a:extLst xmlns:a="http://schemas.openxmlformats.org/drawingml/2006/main">
              <a:ext uri="{FF2B5EF4-FFF2-40B4-BE49-F238E27FC236}">
                <a16:creationId xmlns:a16="http://schemas.microsoft.com/office/drawing/2014/main" id="{E20C1136-6CEA-4DDB-AC50-A36FB1C6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57">
            <a:extLst xmlns:a="http://schemas.openxmlformats.org/drawingml/2006/main">
              <a:ext uri="{FF2B5EF4-FFF2-40B4-BE49-F238E27FC236}">
                <a16:creationId xmlns:a16="http://schemas.microsoft.com/office/drawing/2014/main" id="{1B3D51B7-2511-4D7E-93FD-BD2E9620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8" name="text-458">
            <a:extLst xmlns:a="http://schemas.openxmlformats.org/drawingml/2006/main">
              <a:ext uri="{FF2B5EF4-FFF2-40B4-BE49-F238E27FC236}">
                <a16:creationId xmlns:a16="http://schemas.microsoft.com/office/drawing/2014/main" id="{0890852E-2032-402E-AEE2-F5A67531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修正權限、無障礙與嵌入限制，再交給 Google Sites</a:t>
            </a:r>
          </a:p>
        </p:txBody>
      </p:sp>
      <p:sp>
        <p:nvSpPr>
          <p:cNvPr id="29" name="text-459">
            <a:extLst xmlns:a="http://schemas.openxmlformats.org/drawingml/2006/main">
              <a:ext uri="{FF2B5EF4-FFF2-40B4-BE49-F238E27FC236}">
                <a16:creationId xmlns:a16="http://schemas.microsoft.com/office/drawing/2014/main" id="{7C5F7BE3-6514-4711-96EE-4EFB58E0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64">
            <a:extLst xmlns:a="http://schemas.openxmlformats.org/drawingml/2006/main">
              <a:ext uri="{FF2B5EF4-FFF2-40B4-BE49-F238E27FC236}">
                <a16:creationId xmlns:a16="http://schemas.microsoft.com/office/drawing/2014/main" id="{DE0ECEE0-CCFE-411B-8E01-0A72B258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d8a9ef69dae4ba5"/>
              </a:rPr>
              <a:t>Canvas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0af4f3446644fbe"/>
              </a:rPr>
              <a:t>會議紀錄系統 ↗</a:t>
            </a:r>
          </a:p>
        </p:txBody>
      </p:sp>
      <p:sp>
        <p:nvSpPr>
          <p:cNvPr id="31" name="shape-709">
            <a:extLst xmlns:a="http://schemas.openxmlformats.org/drawingml/2006/main">
              <a:ext uri="{FF2B5EF4-FFF2-40B4-BE49-F238E27FC236}">
                <a16:creationId xmlns:a16="http://schemas.microsoft.com/office/drawing/2014/main" id="{BFC1FCEA-9B7B-452F-959D-2163ECFF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bbaa48eba4e0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710">
            <a:extLst xmlns:a="http://schemas.openxmlformats.org/drawingml/2006/main">
              <a:ext uri="{FF2B5EF4-FFF2-40B4-BE49-F238E27FC236}">
                <a16:creationId xmlns:a16="http://schemas.microsoft.com/office/drawing/2014/main" id="{3ECC34A7-6911-4D48-88F0-3FB24505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43745ab934b3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711">
            <a:extLst xmlns:a="http://schemas.openxmlformats.org/drawingml/2006/main">
              <a:ext uri="{FF2B5EF4-FFF2-40B4-BE49-F238E27FC236}">
                <a16:creationId xmlns:a16="http://schemas.microsoft.com/office/drawing/2014/main" id="{AD9C1BCC-63E8-4176-B23A-B56EA13F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71911460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460">
            <a:extLst xmlns:a="http://schemas.openxmlformats.org/drawingml/2006/main">
              <a:ext uri="{FF2B5EF4-FFF2-40B4-BE49-F238E27FC236}">
                <a16:creationId xmlns:a16="http://schemas.microsoft.com/office/drawing/2014/main" id="{D7FC0C70-5CDE-4AFD-9FCE-83F55D89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4C0B04-96F4-4250-ADB2-9555C2CA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實作三｜Canvas 會議紀錄 × Google Sites</a:t>
            </a:r>
          </a:p>
        </p:txBody>
      </p:sp>
      <p:cxnSp>
        <p:nvCxnSpPr>
          <p:cNvPr id="29" name="shape-4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62">
            <a:extLst xmlns:a="http://schemas.openxmlformats.org/drawingml/2006/main">
              <a:ext uri="{FF2B5EF4-FFF2-40B4-BE49-F238E27FC236}">
                <a16:creationId xmlns:a16="http://schemas.microsoft.com/office/drawing/2014/main" id="{9C6D402C-C22F-476C-8EDD-EB0077AA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DC739E5-0A96-44BC-AD7B-15AF6735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text-463">
            <a:extLst xmlns:a="http://schemas.openxmlformats.org/drawingml/2006/main">
              <a:ext uri="{FF2B5EF4-FFF2-40B4-BE49-F238E27FC236}">
                <a16:creationId xmlns:a16="http://schemas.microsoft.com/office/drawing/2014/main" id="{66FC1FBE-C361-4820-A871-9910D284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464">
            <a:extLst xmlns:a="http://schemas.openxmlformats.org/drawingml/2006/main">
              <a:ext uri="{FF2B5EF4-FFF2-40B4-BE49-F238E27FC236}">
                <a16:creationId xmlns:a16="http://schemas.microsoft.com/office/drawing/2014/main" id="{2C6CC16B-9D28-4FD1-9423-F39A2E98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465">
            <a:extLst xmlns:a="http://schemas.openxmlformats.org/drawingml/2006/main">
              <a:ext uri="{FF2B5EF4-FFF2-40B4-BE49-F238E27FC236}">
                <a16:creationId xmlns:a16="http://schemas.microsoft.com/office/drawing/2014/main" id="{050BDB75-CCF1-404C-AB30-98786E74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66">
            <a:extLst xmlns:a="http://schemas.openxmlformats.org/drawingml/2006/main">
              <a:ext uri="{FF2B5EF4-FFF2-40B4-BE49-F238E27FC236}">
                <a16:creationId xmlns:a16="http://schemas.microsoft.com/office/drawing/2014/main" id="{A2CF77AF-FC7A-405C-994E-5E603684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 Canvas 生成含重點、決議、待辦與搜尋的最小原型</a:t>
            </a:r>
          </a:p>
        </p:txBody>
      </p:sp>
      <p:sp>
        <p:nvSpPr>
          <p:cNvPr id="10" name="text-467">
            <a:extLst xmlns:a="http://schemas.openxmlformats.org/drawingml/2006/main">
              <a:ext uri="{FF2B5EF4-FFF2-40B4-BE49-F238E27FC236}">
                <a16:creationId xmlns:a16="http://schemas.microsoft.com/office/drawing/2014/main" id="{6D7A2442-8138-454A-83F2-4CDF1CD1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68">
            <a:extLst xmlns:a="http://schemas.openxmlformats.org/drawingml/2006/main">
              <a:ext uri="{FF2B5EF4-FFF2-40B4-BE49-F238E27FC236}">
                <a16:creationId xmlns:a16="http://schemas.microsoft.com/office/drawing/2014/main" id="{1A129912-C10D-4793-85B0-FE59DDB5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用合成會議資料測試篩選、展開、匯出與手機版</a:t>
            </a:r>
          </a:p>
        </p:txBody>
      </p:sp>
      <p:sp>
        <p:nvSpPr>
          <p:cNvPr id="12" name="text-469">
            <a:extLst xmlns:a="http://schemas.openxmlformats.org/drawingml/2006/main">
              <a:ext uri="{FF2B5EF4-FFF2-40B4-BE49-F238E27FC236}">
                <a16:creationId xmlns:a16="http://schemas.microsoft.com/office/drawing/2014/main" id="{3AE68512-3EBC-4A7A-AC0B-AE910D54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470">
            <a:extLst xmlns:a="http://schemas.openxmlformats.org/drawingml/2006/main">
              <a:ext uri="{FF2B5EF4-FFF2-40B4-BE49-F238E27FC236}">
                <a16:creationId xmlns:a16="http://schemas.microsoft.com/office/drawing/2014/main" id="{23B87214-C7E5-415C-AD04-A04AA1A9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複製分享網址或嵌入碼，於 Google Sites 插入 → 嵌入 → 預覽</a:t>
            </a:r>
          </a:p>
        </p:txBody>
      </p:sp>
      <p:sp>
        <p:nvSpPr>
          <p:cNvPr id="14" name="text-471">
            <a:extLst xmlns:a="http://schemas.openxmlformats.org/drawingml/2006/main">
              <a:ext uri="{FF2B5EF4-FFF2-40B4-BE49-F238E27FC236}">
                <a16:creationId xmlns:a16="http://schemas.microsoft.com/office/drawing/2014/main" id="{8F2912FF-00CC-49A0-A5A9-623C0C52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472">
            <a:extLst xmlns:a="http://schemas.openxmlformats.org/drawingml/2006/main">
              <a:ext uri="{FF2B5EF4-FFF2-40B4-BE49-F238E27FC236}">
                <a16:creationId xmlns:a16="http://schemas.microsoft.com/office/drawing/2014/main" id="{661F3DF5-EB82-491F-B4DD-BFB17362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發布前檢查權限；若 X-Frame 被阻擋，保留外開連結作備援</a:t>
            </a:r>
          </a:p>
        </p:txBody>
      </p:sp>
      <p:sp>
        <p:nvSpPr>
          <p:cNvPr id="16" name="shape-473">
            <a:extLst xmlns:a="http://schemas.openxmlformats.org/drawingml/2006/main">
              <a:ext uri="{FF2B5EF4-FFF2-40B4-BE49-F238E27FC236}">
                <a16:creationId xmlns:a16="http://schemas.microsoft.com/office/drawing/2014/main" id="{CF754A3B-1C63-4164-8CAC-276B80AF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74">
            <a:extLst xmlns:a="http://schemas.openxmlformats.org/drawingml/2006/main">
              <a:ext uri="{FF2B5EF4-FFF2-40B4-BE49-F238E27FC236}">
                <a16:creationId xmlns:a16="http://schemas.microsoft.com/office/drawing/2014/main" id="{BF44AD73-B79D-4D17-A9DD-21199F10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75">
            <a:extLst xmlns:a="http://schemas.openxmlformats.org/drawingml/2006/main">
              <a:ext uri="{FF2B5EF4-FFF2-40B4-BE49-F238E27FC236}">
                <a16:creationId xmlns:a16="http://schemas.microsoft.com/office/drawing/2014/main" id="{F95FB7A5-D5A7-417F-AF2E-C3F3FEEF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桌機／手機都能完成主要操作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至少一筆會議紀錄可查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Google Sites 預覽成功或有外開備援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不含個資且保留人工確認</a:t>
            </a:r>
          </a:p>
        </p:txBody>
      </p:sp>
      <p:sp>
        <p:nvSpPr>
          <p:cNvPr id="19" name="text-665">
            <a:extLst xmlns:a="http://schemas.openxmlformats.org/drawingml/2006/main">
              <a:ext uri="{FF2B5EF4-FFF2-40B4-BE49-F238E27FC236}">
                <a16:creationId xmlns:a16="http://schemas.microsoft.com/office/drawing/2014/main" id="{810F1472-C082-4BB8-9919-A50C89A0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b0d5caf9f224ab3"/>
              </a:rPr>
              <a:t>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d79ea20fbbf4483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2f4467506294f51"/>
              </a:rPr>
              <a:t>Google Sites ↗</a:t>
            </a:r>
          </a:p>
        </p:txBody>
      </p:sp>
      <p:sp>
        <p:nvSpPr>
          <p:cNvPr id="20" name="shape-712">
            <a:extLst xmlns:a="http://schemas.openxmlformats.org/drawingml/2006/main">
              <a:ext uri="{FF2B5EF4-FFF2-40B4-BE49-F238E27FC236}">
                <a16:creationId xmlns:a16="http://schemas.microsoft.com/office/drawing/2014/main" id="{0794536B-45B8-47EA-A63B-6670C19E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1d05c13fe24263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713">
            <a:extLst xmlns:a="http://schemas.openxmlformats.org/drawingml/2006/main">
              <a:ext uri="{FF2B5EF4-FFF2-40B4-BE49-F238E27FC236}">
                <a16:creationId xmlns:a16="http://schemas.microsoft.com/office/drawing/2014/main" id="{8F846611-AC67-438A-B1CC-A2EE9F71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4a9c8a5c754167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714">
            <a:extLst xmlns:a="http://schemas.openxmlformats.org/drawingml/2006/main">
              <a:ext uri="{FF2B5EF4-FFF2-40B4-BE49-F238E27FC236}">
                <a16:creationId xmlns:a16="http://schemas.microsoft.com/office/drawing/2014/main" id="{020E3AB7-7801-4566-B774-18C67AD5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e3055fd7145af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715">
            <a:extLst xmlns:a="http://schemas.openxmlformats.org/drawingml/2006/main">
              <a:ext uri="{FF2B5EF4-FFF2-40B4-BE49-F238E27FC236}">
                <a16:creationId xmlns:a16="http://schemas.microsoft.com/office/drawing/2014/main" id="{360C8D3E-627C-43AE-B852-4D921434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95096485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476">
            <a:extLst xmlns:a="http://schemas.openxmlformats.org/drawingml/2006/main">
              <a:ext uri="{FF2B5EF4-FFF2-40B4-BE49-F238E27FC236}">
                <a16:creationId xmlns:a16="http://schemas.microsoft.com/office/drawing/2014/main" id="{989473B2-869A-4209-BEF4-FF50F313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08C94AD-EC03-4900-B918-87CC54E8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30" name="shape-4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78">
            <a:extLst xmlns:a="http://schemas.openxmlformats.org/drawingml/2006/main">
              <a:ext uri="{FF2B5EF4-FFF2-40B4-BE49-F238E27FC236}">
                <a16:creationId xmlns:a16="http://schemas.microsoft.com/office/drawing/2014/main" id="{2AF5A0C1-7805-4854-A208-31621905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7F9D908-5967-4774-AA50-220DA1A2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shape-479">
            <a:extLst xmlns:a="http://schemas.openxmlformats.org/drawingml/2006/main">
              <a:ext uri="{FF2B5EF4-FFF2-40B4-BE49-F238E27FC236}">
                <a16:creationId xmlns:a16="http://schemas.microsoft.com/office/drawing/2014/main" id="{7F628B88-05DB-4BD1-99F6-E7DF7F18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80">
            <a:extLst xmlns:a="http://schemas.openxmlformats.org/drawingml/2006/main">
              <a:ext uri="{FF2B5EF4-FFF2-40B4-BE49-F238E27FC236}">
                <a16:creationId xmlns:a16="http://schemas.microsoft.com/office/drawing/2014/main" id="{8F99CB85-39A5-46F3-A2FA-A4E59708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81">
            <a:extLst xmlns:a="http://schemas.openxmlformats.org/drawingml/2006/main">
              <a:ext uri="{FF2B5EF4-FFF2-40B4-BE49-F238E27FC236}">
                <a16:creationId xmlns:a16="http://schemas.microsoft.com/office/drawing/2014/main" id="{9589D5EE-A3A6-4462-90E3-3ADC3817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482">
            <a:extLst xmlns:a="http://schemas.openxmlformats.org/drawingml/2006/main">
              <a:ext uri="{FF2B5EF4-FFF2-40B4-BE49-F238E27FC236}">
                <a16:creationId xmlns:a16="http://schemas.microsoft.com/office/drawing/2014/main" id="{B3473054-CF37-4BF1-8227-8E84A3AF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483">
            <a:extLst xmlns:a="http://schemas.openxmlformats.org/drawingml/2006/main">
              <a:ext uri="{FF2B5EF4-FFF2-40B4-BE49-F238E27FC236}">
                <a16:creationId xmlns:a16="http://schemas.microsoft.com/office/drawing/2014/main" id="{E30A18A2-EF11-4DE5-A15A-87C56348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84">
            <a:extLst xmlns:a="http://schemas.openxmlformats.org/drawingml/2006/main">
              <a:ext uri="{FF2B5EF4-FFF2-40B4-BE49-F238E27FC236}">
                <a16:creationId xmlns:a16="http://schemas.microsoft.com/office/drawing/2014/main" id="{5246193E-6FB6-414F-AE9B-D178755A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85">
            <a:extLst xmlns:a="http://schemas.openxmlformats.org/drawingml/2006/main">
              <a:ext uri="{FF2B5EF4-FFF2-40B4-BE49-F238E27FC236}">
                <a16:creationId xmlns:a16="http://schemas.microsoft.com/office/drawing/2014/main" id="{30DA1705-775A-437A-917B-19B6F6E1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486">
            <a:extLst xmlns:a="http://schemas.openxmlformats.org/drawingml/2006/main">
              <a:ext uri="{FF2B5EF4-FFF2-40B4-BE49-F238E27FC236}">
                <a16:creationId xmlns:a16="http://schemas.microsoft.com/office/drawing/2014/main" id="{E58239F2-AB65-4BDD-B191-67DF6D77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487">
            <a:extLst xmlns:a="http://schemas.openxmlformats.org/drawingml/2006/main">
              <a:ext uri="{FF2B5EF4-FFF2-40B4-BE49-F238E27FC236}">
                <a16:creationId xmlns:a16="http://schemas.microsoft.com/office/drawing/2014/main" id="{CE65D0F7-3AB7-4827-A338-B669157A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88">
            <a:extLst xmlns:a="http://schemas.openxmlformats.org/drawingml/2006/main">
              <a:ext uri="{FF2B5EF4-FFF2-40B4-BE49-F238E27FC236}">
                <a16:creationId xmlns:a16="http://schemas.microsoft.com/office/drawing/2014/main" id="{A5F87151-ABDA-4775-A9AF-3A2BED77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89">
            <a:extLst xmlns:a="http://schemas.openxmlformats.org/drawingml/2006/main">
              <a:ext uri="{FF2B5EF4-FFF2-40B4-BE49-F238E27FC236}">
                <a16:creationId xmlns:a16="http://schemas.microsoft.com/office/drawing/2014/main" id="{AE603CCB-07AB-45E8-BEF5-4160507E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490">
            <a:extLst xmlns:a="http://schemas.openxmlformats.org/drawingml/2006/main">
              <a:ext uri="{FF2B5EF4-FFF2-40B4-BE49-F238E27FC236}">
                <a16:creationId xmlns:a16="http://schemas.microsoft.com/office/drawing/2014/main" id="{1EB13019-79CA-46BA-A80C-5590B25B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491">
            <a:extLst xmlns:a="http://schemas.openxmlformats.org/drawingml/2006/main">
              <a:ext uri="{FF2B5EF4-FFF2-40B4-BE49-F238E27FC236}">
                <a16:creationId xmlns:a16="http://schemas.microsoft.com/office/drawing/2014/main" id="{63A7E7AD-E4B0-4024-9293-3AE0A461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92">
            <a:extLst xmlns:a="http://schemas.openxmlformats.org/drawingml/2006/main">
              <a:ext uri="{FF2B5EF4-FFF2-40B4-BE49-F238E27FC236}">
                <a16:creationId xmlns:a16="http://schemas.microsoft.com/office/drawing/2014/main" id="{AC12A4D1-6938-4B0E-94D6-881D089B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93">
            <a:extLst xmlns:a="http://schemas.openxmlformats.org/drawingml/2006/main">
              <a:ext uri="{FF2B5EF4-FFF2-40B4-BE49-F238E27FC236}">
                <a16:creationId xmlns:a16="http://schemas.microsoft.com/office/drawing/2014/main" id="{A851A585-422B-40A5-8440-58EE87B8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494">
            <a:extLst xmlns:a="http://schemas.openxmlformats.org/drawingml/2006/main">
              <a:ext uri="{FF2B5EF4-FFF2-40B4-BE49-F238E27FC236}">
                <a16:creationId xmlns:a16="http://schemas.microsoft.com/office/drawing/2014/main" id="{56BD560B-83DF-4845-8E69-2B92F152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666">
            <a:extLst xmlns:a="http://schemas.openxmlformats.org/drawingml/2006/main">
              <a:ext uri="{FF2B5EF4-FFF2-40B4-BE49-F238E27FC236}">
                <a16:creationId xmlns:a16="http://schemas.microsoft.com/office/drawing/2014/main" id="{16F668D4-195F-4581-82FE-2CAC7932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df7621a54bd45fa"/>
              </a:rPr>
              <a:t>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527465510724753"/>
              </a:rPr>
              <a:t>會議紀錄 ↗</a:t>
            </a:r>
          </a:p>
        </p:txBody>
      </p:sp>
      <p:sp>
        <p:nvSpPr>
          <p:cNvPr id="23" name="shape-716">
            <a:extLst xmlns:a="http://schemas.openxmlformats.org/drawingml/2006/main">
              <a:ext uri="{FF2B5EF4-FFF2-40B4-BE49-F238E27FC236}">
                <a16:creationId xmlns:a16="http://schemas.microsoft.com/office/drawing/2014/main" id="{E11E71EA-B9C1-4228-9599-F7314649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2c90e65ad64f1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717">
            <a:extLst xmlns:a="http://schemas.openxmlformats.org/drawingml/2006/main">
              <a:ext uri="{FF2B5EF4-FFF2-40B4-BE49-F238E27FC236}">
                <a16:creationId xmlns:a16="http://schemas.microsoft.com/office/drawing/2014/main" id="{BAA2FB74-F384-4BCC-8603-6BACE44A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2105442ee545f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718">
            <a:extLst xmlns:a="http://schemas.openxmlformats.org/drawingml/2006/main">
              <a:ext uri="{FF2B5EF4-FFF2-40B4-BE49-F238E27FC236}">
                <a16:creationId xmlns:a16="http://schemas.microsoft.com/office/drawing/2014/main" id="{354F8041-E5EC-47FE-AC0C-A445EEB7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107787910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95">
            <a:extLst xmlns:a="http://schemas.openxmlformats.org/drawingml/2006/main">
              <a:ext uri="{FF2B5EF4-FFF2-40B4-BE49-F238E27FC236}">
                <a16:creationId xmlns:a16="http://schemas.microsoft.com/office/drawing/2014/main" id="{9CFF7490-20D8-4E8C-B318-87842AAA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106230E-BCDA-49D2-9D98-12174DDD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4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97">
            <a:extLst xmlns:a="http://schemas.openxmlformats.org/drawingml/2006/main">
              <a:ext uri="{FF2B5EF4-FFF2-40B4-BE49-F238E27FC236}">
                <a16:creationId xmlns:a16="http://schemas.microsoft.com/office/drawing/2014/main" id="{566AD887-40A6-4E61-A08D-DB0F1974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A6158A4-E019-421F-9C38-6D37F920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498">
            <a:extLst xmlns:a="http://schemas.openxmlformats.org/drawingml/2006/main">
              <a:ext uri="{FF2B5EF4-FFF2-40B4-BE49-F238E27FC236}">
                <a16:creationId xmlns:a16="http://schemas.microsoft.com/office/drawing/2014/main" id="{3AEF32B7-B3A8-4557-AE9B-513347FE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99">
            <a:extLst xmlns:a="http://schemas.openxmlformats.org/drawingml/2006/main">
              <a:ext uri="{FF2B5EF4-FFF2-40B4-BE49-F238E27FC236}">
                <a16:creationId xmlns:a16="http://schemas.microsoft.com/office/drawing/2014/main" id="{C03C483A-EBD2-44A0-BBEE-5B4250A6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500">
            <a:extLst xmlns:a="http://schemas.openxmlformats.org/drawingml/2006/main">
              <a:ext uri="{FF2B5EF4-FFF2-40B4-BE49-F238E27FC236}">
                <a16:creationId xmlns:a16="http://schemas.microsoft.com/office/drawing/2014/main" id="{AE1E3B8D-1AE7-4218-B972-57C0ABDD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501">
            <a:extLst xmlns:a="http://schemas.openxmlformats.org/drawingml/2006/main">
              <a:ext uri="{FF2B5EF4-FFF2-40B4-BE49-F238E27FC236}">
                <a16:creationId xmlns:a16="http://schemas.microsoft.com/office/drawing/2014/main" id="{0D3005AD-4D74-46BF-BF9E-18F9A30E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可直接嵌入 Canvas 作品與會議紀錄系統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拖放編輯、多人協作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502">
            <a:extLst xmlns:a="http://schemas.openxmlformats.org/drawingml/2006/main">
              <a:ext uri="{FF2B5EF4-FFF2-40B4-BE49-F238E27FC236}">
                <a16:creationId xmlns:a16="http://schemas.microsoft.com/office/drawing/2014/main" id="{79567AEA-623D-4F32-8EF6-CB76ED81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503">
            <a:extLst xmlns:a="http://schemas.openxmlformats.org/drawingml/2006/main">
              <a:ext uri="{FF2B5EF4-FFF2-40B4-BE49-F238E27FC236}">
                <a16:creationId xmlns:a16="http://schemas.microsoft.com/office/drawing/2014/main" id="{ADEE8AE5-5849-4ECB-8F92-1411E53A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原型可改成可版本化網站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504">
            <a:extLst xmlns:a="http://schemas.openxmlformats.org/drawingml/2006/main">
              <a:ext uri="{FF2B5EF4-FFF2-40B4-BE49-F238E27FC236}">
                <a16:creationId xmlns:a16="http://schemas.microsoft.com/office/drawing/2014/main" id="{3D7A958C-F13F-431D-8CEA-AAE1D1D8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505">
            <a:extLst xmlns:a="http://schemas.openxmlformats.org/drawingml/2006/main">
              <a:ext uri="{FF2B5EF4-FFF2-40B4-BE49-F238E27FC236}">
                <a16:creationId xmlns:a16="http://schemas.microsoft.com/office/drawing/2014/main" id="{C5D7F165-F5A1-4E08-910D-E6518707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506">
            <a:extLst xmlns:a="http://schemas.openxmlformats.org/drawingml/2006/main">
              <a:ext uri="{FF2B5EF4-FFF2-40B4-BE49-F238E27FC236}">
                <a16:creationId xmlns:a16="http://schemas.microsoft.com/office/drawing/2014/main" id="{9AD3EDF4-2390-47C1-B752-D6EE6140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507">
            <a:extLst xmlns:a="http://schemas.openxmlformats.org/drawingml/2006/main">
              <a:ext uri="{FF2B5EF4-FFF2-40B4-BE49-F238E27FC236}">
                <a16:creationId xmlns:a16="http://schemas.microsoft.com/office/drawing/2014/main" id="{ED5F32B9-0DB5-4CF5-B195-B010F8AB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667">
            <a:extLst xmlns:a="http://schemas.openxmlformats.org/drawingml/2006/main">
              <a:ext uri="{FF2B5EF4-FFF2-40B4-BE49-F238E27FC236}">
                <a16:creationId xmlns:a16="http://schemas.microsoft.com/office/drawing/2014/main" id="{974D853A-A3D5-47A3-9D72-39C6E94C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120e1719a934950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e47c74e5ed4a2c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39ac9bdcd9147f8"/>
              </a:rPr>
              <a:t>EZPage ↗</a:t>
            </a:r>
          </a:p>
        </p:txBody>
      </p:sp>
      <p:sp>
        <p:nvSpPr>
          <p:cNvPr id="19" name="shape-719">
            <a:extLst xmlns:a="http://schemas.openxmlformats.org/drawingml/2006/main">
              <a:ext uri="{FF2B5EF4-FFF2-40B4-BE49-F238E27FC236}">
                <a16:creationId xmlns:a16="http://schemas.microsoft.com/office/drawing/2014/main" id="{D24BC394-C36C-456B-A381-CB239CA7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ba9d216bb84d7e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720">
            <a:extLst xmlns:a="http://schemas.openxmlformats.org/drawingml/2006/main">
              <a:ext uri="{FF2B5EF4-FFF2-40B4-BE49-F238E27FC236}">
                <a16:creationId xmlns:a16="http://schemas.microsoft.com/office/drawing/2014/main" id="{020FB4F2-A9E7-4587-BAA5-CCAF5553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037a345d946cf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721">
            <a:extLst xmlns:a="http://schemas.openxmlformats.org/drawingml/2006/main">
              <a:ext uri="{FF2B5EF4-FFF2-40B4-BE49-F238E27FC236}">
                <a16:creationId xmlns:a16="http://schemas.microsoft.com/office/drawing/2014/main" id="{1B114C4E-2B63-4EE1-8F24-901F98CF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2692031bc4a39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722">
            <a:extLst xmlns:a="http://schemas.openxmlformats.org/drawingml/2006/main">
              <a:ext uri="{FF2B5EF4-FFF2-40B4-BE49-F238E27FC236}">
                <a16:creationId xmlns:a16="http://schemas.microsoft.com/office/drawing/2014/main" id="{046ACFE3-2668-40F7-AFD6-B9EDB95B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961226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508">
            <a:extLst xmlns:a="http://schemas.openxmlformats.org/drawingml/2006/main">
              <a:ext uri="{FF2B5EF4-FFF2-40B4-BE49-F238E27FC236}">
                <a16:creationId xmlns:a16="http://schemas.microsoft.com/office/drawing/2014/main" id="{74D43F8A-A519-4DBE-8E02-C95CCC24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 · EMBED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C287B3-E58C-4EDC-9A24-3AA42372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Sites：嵌入 Canvas 會議紀錄系統</a:t>
            </a:r>
          </a:p>
        </p:txBody>
      </p:sp>
      <p:cxnSp>
        <p:nvCxnSpPr>
          <p:cNvPr id="38" name="shape-5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10">
            <a:extLst xmlns:a="http://schemas.openxmlformats.org/drawingml/2006/main">
              <a:ext uri="{FF2B5EF4-FFF2-40B4-BE49-F238E27FC236}">
                <a16:creationId xmlns:a16="http://schemas.microsoft.com/office/drawing/2014/main" id="{5CCF2AAB-79F0-47BD-BA89-2220BE36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D33972-BD41-4A8D-ABA8-DBE25610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511">
            <a:extLst xmlns:a="http://schemas.openxmlformats.org/drawingml/2006/main">
              <a:ext uri="{FF2B5EF4-FFF2-40B4-BE49-F238E27FC236}">
                <a16:creationId xmlns:a16="http://schemas.microsoft.com/office/drawing/2014/main" id="{1AC09901-F275-4899-93BE-D9543231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12">
            <a:extLst xmlns:a="http://schemas.openxmlformats.org/drawingml/2006/main">
              <a:ext uri="{FF2B5EF4-FFF2-40B4-BE49-F238E27FC236}">
                <a16:creationId xmlns:a16="http://schemas.microsoft.com/office/drawing/2014/main" id="{5E55F648-4908-4688-B6C7-FEEBCF17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13">
            <a:extLst xmlns:a="http://schemas.openxmlformats.org/drawingml/2006/main">
              <a:ext uri="{FF2B5EF4-FFF2-40B4-BE49-F238E27FC236}">
                <a16:creationId xmlns:a16="http://schemas.microsoft.com/office/drawing/2014/main" id="{20B441BE-1BE7-4F96-8592-7612BE4D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14">
            <a:extLst xmlns:a="http://schemas.openxmlformats.org/drawingml/2006/main">
              <a:ext uri="{FF2B5EF4-FFF2-40B4-BE49-F238E27FC236}">
                <a16:creationId xmlns:a16="http://schemas.microsoft.com/office/drawing/2014/main" id="{52C9CC67-65B0-4216-9FDD-FAC6A7F3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準備網址</a:t>
            </a:r>
          </a:p>
        </p:txBody>
      </p:sp>
      <p:sp>
        <p:nvSpPr>
          <p:cNvPr id="10" name="text-515">
            <a:extLst xmlns:a="http://schemas.openxmlformats.org/drawingml/2006/main">
              <a:ext uri="{FF2B5EF4-FFF2-40B4-BE49-F238E27FC236}">
                <a16:creationId xmlns:a16="http://schemas.microsoft.com/office/drawing/2014/main" id="{41B6893F-9414-4AF2-A941-B5027B95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 Canvas 分享權限與公開範圍</a:t>
            </a:r>
          </a:p>
        </p:txBody>
      </p:sp>
      <p:sp>
        <p:nvSpPr>
          <p:cNvPr id="11" name="text-516">
            <a:extLst xmlns:a="http://schemas.openxmlformats.org/drawingml/2006/main">
              <a:ext uri="{FF2B5EF4-FFF2-40B4-BE49-F238E27FC236}">
                <a16:creationId xmlns:a16="http://schemas.microsoft.com/office/drawing/2014/main" id="{B9170AA0-1CC8-4620-8FDE-B3475C55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17">
            <a:extLst xmlns:a="http://schemas.openxmlformats.org/drawingml/2006/main">
              <a:ext uri="{FF2B5EF4-FFF2-40B4-BE49-F238E27FC236}">
                <a16:creationId xmlns:a16="http://schemas.microsoft.com/office/drawing/2014/main" id="{97468013-7FA3-45EF-B88C-73B373B6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18">
            <a:extLst xmlns:a="http://schemas.openxmlformats.org/drawingml/2006/main">
              <a:ext uri="{FF2B5EF4-FFF2-40B4-BE49-F238E27FC236}">
                <a16:creationId xmlns:a16="http://schemas.microsoft.com/office/drawing/2014/main" id="{92F381E7-27FF-47F2-B495-8E500F41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19">
            <a:extLst xmlns:a="http://schemas.openxmlformats.org/drawingml/2006/main">
              <a:ext uri="{FF2B5EF4-FFF2-40B4-BE49-F238E27FC236}">
                <a16:creationId xmlns:a16="http://schemas.microsoft.com/office/drawing/2014/main" id="{32AA870A-65FC-445F-BA2B-F861B09C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20">
            <a:extLst xmlns:a="http://schemas.openxmlformats.org/drawingml/2006/main">
              <a:ext uri="{FF2B5EF4-FFF2-40B4-BE49-F238E27FC236}">
                <a16:creationId xmlns:a16="http://schemas.microsoft.com/office/drawing/2014/main" id="{F4921B44-3C41-4E97-B3A5-D70685BF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插入嵌入</a:t>
            </a:r>
          </a:p>
        </p:txBody>
      </p:sp>
      <p:sp>
        <p:nvSpPr>
          <p:cNvPr id="16" name="text-521">
            <a:extLst xmlns:a="http://schemas.openxmlformats.org/drawingml/2006/main">
              <a:ext uri="{FF2B5EF4-FFF2-40B4-BE49-F238E27FC236}">
                <a16:creationId xmlns:a16="http://schemas.microsoft.com/office/drawing/2014/main" id="{DD86C8BC-5C7C-44F4-B6A6-D4752D66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頁面 → 插入 → 嵌入 → 網址／嵌入碼</a:t>
            </a:r>
          </a:p>
        </p:txBody>
      </p:sp>
      <p:sp>
        <p:nvSpPr>
          <p:cNvPr id="17" name="text-522">
            <a:extLst xmlns:a="http://schemas.openxmlformats.org/drawingml/2006/main">
              <a:ext uri="{FF2B5EF4-FFF2-40B4-BE49-F238E27FC236}">
                <a16:creationId xmlns:a16="http://schemas.microsoft.com/office/drawing/2014/main" id="{A336C3CC-1FD5-4B95-973E-FBD9960D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23">
            <a:extLst xmlns:a="http://schemas.openxmlformats.org/drawingml/2006/main">
              <a:ext uri="{FF2B5EF4-FFF2-40B4-BE49-F238E27FC236}">
                <a16:creationId xmlns:a16="http://schemas.microsoft.com/office/drawing/2014/main" id="{7845B13E-14AE-451B-A601-552D5527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24">
            <a:extLst xmlns:a="http://schemas.openxmlformats.org/drawingml/2006/main">
              <a:ext uri="{FF2B5EF4-FFF2-40B4-BE49-F238E27FC236}">
                <a16:creationId xmlns:a16="http://schemas.microsoft.com/office/drawing/2014/main" id="{A472547A-89C7-4331-8A75-C07F2AE2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25">
            <a:extLst xmlns:a="http://schemas.openxmlformats.org/drawingml/2006/main">
              <a:ext uri="{FF2B5EF4-FFF2-40B4-BE49-F238E27FC236}">
                <a16:creationId xmlns:a16="http://schemas.microsoft.com/office/drawing/2014/main" id="{49013B1D-507F-4AD9-AF72-9EB26004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26">
            <a:extLst xmlns:a="http://schemas.openxmlformats.org/drawingml/2006/main">
              <a:ext uri="{FF2B5EF4-FFF2-40B4-BE49-F238E27FC236}">
                <a16:creationId xmlns:a16="http://schemas.microsoft.com/office/drawing/2014/main" id="{C38C138C-CFAF-4E84-937A-FCAEC5F7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調整版面</a:t>
            </a:r>
          </a:p>
        </p:txBody>
      </p:sp>
      <p:sp>
        <p:nvSpPr>
          <p:cNvPr id="22" name="text-527">
            <a:extLst xmlns:a="http://schemas.openxmlformats.org/drawingml/2006/main">
              <a:ext uri="{FF2B5EF4-FFF2-40B4-BE49-F238E27FC236}">
                <a16:creationId xmlns:a16="http://schemas.microsoft.com/office/drawing/2014/main" id="{BB3D2C4B-A959-49AA-91A0-E9B468A7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設定寬度、說明文字，預覽手機版</a:t>
            </a:r>
          </a:p>
        </p:txBody>
      </p:sp>
      <p:sp>
        <p:nvSpPr>
          <p:cNvPr id="23" name="text-528">
            <a:extLst xmlns:a="http://schemas.openxmlformats.org/drawingml/2006/main">
              <a:ext uri="{FF2B5EF4-FFF2-40B4-BE49-F238E27FC236}">
                <a16:creationId xmlns:a16="http://schemas.microsoft.com/office/drawing/2014/main" id="{E7A61278-3C18-4754-A8A6-750EBC2E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29">
            <a:extLst xmlns:a="http://schemas.openxmlformats.org/drawingml/2006/main">
              <a:ext uri="{FF2B5EF4-FFF2-40B4-BE49-F238E27FC236}">
                <a16:creationId xmlns:a16="http://schemas.microsoft.com/office/drawing/2014/main" id="{9F7A97CE-8786-4C11-8D76-A90E7DE2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30">
            <a:extLst xmlns:a="http://schemas.openxmlformats.org/drawingml/2006/main">
              <a:ext uri="{FF2B5EF4-FFF2-40B4-BE49-F238E27FC236}">
                <a16:creationId xmlns:a16="http://schemas.microsoft.com/office/drawing/2014/main" id="{F51979E2-EBB5-4B55-9120-1E8DFF1B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31">
            <a:extLst xmlns:a="http://schemas.openxmlformats.org/drawingml/2006/main">
              <a:ext uri="{FF2B5EF4-FFF2-40B4-BE49-F238E27FC236}">
                <a16:creationId xmlns:a16="http://schemas.microsoft.com/office/drawing/2014/main" id="{E1D5D95A-DD7A-4E6B-A686-F7D33861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32">
            <a:extLst xmlns:a="http://schemas.openxmlformats.org/drawingml/2006/main">
              <a:ext uri="{FF2B5EF4-FFF2-40B4-BE49-F238E27FC236}">
                <a16:creationId xmlns:a16="http://schemas.microsoft.com/office/drawing/2014/main" id="{962F7AEC-9D51-4EEE-8A94-C7719A95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發布驗證</a:t>
            </a:r>
          </a:p>
        </p:txBody>
      </p:sp>
      <p:sp>
        <p:nvSpPr>
          <p:cNvPr id="28" name="text-533">
            <a:extLst xmlns:a="http://schemas.openxmlformats.org/drawingml/2006/main">
              <a:ext uri="{FF2B5EF4-FFF2-40B4-BE49-F238E27FC236}">
                <a16:creationId xmlns:a16="http://schemas.microsoft.com/office/drawing/2014/main" id="{F95F1757-29B2-4CA1-96D9-5C540B92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檢查權限、連結、資料邊界與外開備援</a:t>
            </a:r>
          </a:p>
        </p:txBody>
      </p:sp>
      <p:sp>
        <p:nvSpPr>
          <p:cNvPr id="29" name="text-534">
            <a:extLst xmlns:a="http://schemas.openxmlformats.org/drawingml/2006/main">
              <a:ext uri="{FF2B5EF4-FFF2-40B4-BE49-F238E27FC236}">
                <a16:creationId xmlns:a16="http://schemas.microsoft.com/office/drawing/2014/main" id="{2985B213-327E-446C-B758-867F0990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69">
            <a:extLst xmlns:a="http://schemas.openxmlformats.org/drawingml/2006/main">
              <a:ext uri="{FF2B5EF4-FFF2-40B4-BE49-F238E27FC236}">
                <a16:creationId xmlns:a16="http://schemas.microsoft.com/office/drawing/2014/main" id="{91420757-79C5-4283-BB9F-8A813C58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1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ecac24c87254061"/>
              </a:rPr>
              <a:t>建立 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7b33eff317749c4"/>
              </a:rPr>
              <a:t>會議報告站 ↗</a:t>
            </a:r>
          </a:p>
        </p:txBody>
      </p:sp>
      <p:sp>
        <p:nvSpPr>
          <p:cNvPr id="31" name="shape-727">
            <a:extLst xmlns:a="http://schemas.openxmlformats.org/drawingml/2006/main">
              <a:ext uri="{FF2B5EF4-FFF2-40B4-BE49-F238E27FC236}">
                <a16:creationId xmlns:a16="http://schemas.microsoft.com/office/drawing/2014/main" id="{E134BEDF-AFD9-42F9-91DD-1BB7F6F7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eef2d447c645f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728">
            <a:extLst xmlns:a="http://schemas.openxmlformats.org/drawingml/2006/main">
              <a:ext uri="{FF2B5EF4-FFF2-40B4-BE49-F238E27FC236}">
                <a16:creationId xmlns:a16="http://schemas.microsoft.com/office/drawing/2014/main" id="{C9893EEA-63A4-4040-8955-DD70733B5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e01726df2040e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729">
            <a:extLst xmlns:a="http://schemas.openxmlformats.org/drawingml/2006/main">
              <a:ext uri="{FF2B5EF4-FFF2-40B4-BE49-F238E27FC236}">
                <a16:creationId xmlns:a16="http://schemas.microsoft.com/office/drawing/2014/main" id="{A0D3E944-99F9-4643-999A-70099ED8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會議報告站</a:t>
            </a:r>
          </a:p>
        </p:txBody>
      </p:sp>
    </p:spTree>
    <p:extLst>
      <p:ext uri="{BB962C8B-B14F-4D97-AF65-F5344CB8AC3E}">
        <p14:creationId xmlns:p14="http://schemas.microsoft.com/office/powerpoint/2010/main" val="12784295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535">
            <a:extLst xmlns:a="http://schemas.openxmlformats.org/drawingml/2006/main">
              <a:ext uri="{FF2B5EF4-FFF2-40B4-BE49-F238E27FC236}">
                <a16:creationId xmlns:a16="http://schemas.microsoft.com/office/drawing/2014/main" id="{1F33F5EB-D7AF-4B3F-928F-ADEDD9BB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9F3F7A-9212-4D44-A95C-C152AD10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40" name="shape-5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37">
            <a:extLst xmlns:a="http://schemas.openxmlformats.org/drawingml/2006/main">
              <a:ext uri="{FF2B5EF4-FFF2-40B4-BE49-F238E27FC236}">
                <a16:creationId xmlns:a16="http://schemas.microsoft.com/office/drawing/2014/main" id="{31241828-C56B-49ED-95F5-F90987DC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240F8FA-B47F-437A-8D9F-F9617A7E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538">
            <a:extLst xmlns:a="http://schemas.openxmlformats.org/drawingml/2006/main">
              <a:ext uri="{FF2B5EF4-FFF2-40B4-BE49-F238E27FC236}">
                <a16:creationId xmlns:a16="http://schemas.microsoft.com/office/drawing/2014/main" id="{458E95FE-7D40-4D6E-82EE-A09F8C01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39">
            <a:extLst xmlns:a="http://schemas.openxmlformats.org/drawingml/2006/main">
              <a:ext uri="{FF2B5EF4-FFF2-40B4-BE49-F238E27FC236}">
                <a16:creationId xmlns:a16="http://schemas.microsoft.com/office/drawing/2014/main" id="{8D14F0AC-C2B6-40BF-9BFC-0D1BF3EE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40">
            <a:extLst xmlns:a="http://schemas.openxmlformats.org/drawingml/2006/main">
              <a:ext uri="{FF2B5EF4-FFF2-40B4-BE49-F238E27FC236}">
                <a16:creationId xmlns:a16="http://schemas.microsoft.com/office/drawing/2014/main" id="{B3D5BE09-C7C2-496D-B710-BED16C89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41">
            <a:extLst xmlns:a="http://schemas.openxmlformats.org/drawingml/2006/main">
              <a:ext uri="{FF2B5EF4-FFF2-40B4-BE49-F238E27FC236}">
                <a16:creationId xmlns:a16="http://schemas.microsoft.com/office/drawing/2014/main" id="{D513F016-9D25-469C-9D44-4E4EA3F7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10" name="text-542">
            <a:extLst xmlns:a="http://schemas.openxmlformats.org/drawingml/2006/main">
              <a:ext uri="{FF2B5EF4-FFF2-40B4-BE49-F238E27FC236}">
                <a16:creationId xmlns:a16="http://schemas.microsoft.com/office/drawing/2014/main" id="{DCFAB619-0DD0-480F-B0CD-7375917E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11" name="text-543">
            <a:extLst xmlns:a="http://schemas.openxmlformats.org/drawingml/2006/main">
              <a:ext uri="{FF2B5EF4-FFF2-40B4-BE49-F238E27FC236}">
                <a16:creationId xmlns:a16="http://schemas.microsoft.com/office/drawing/2014/main" id="{FEEDA703-27E6-42F9-BC8F-2FF6133A6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44">
            <a:extLst xmlns:a="http://schemas.openxmlformats.org/drawingml/2006/main">
              <a:ext uri="{FF2B5EF4-FFF2-40B4-BE49-F238E27FC236}">
                <a16:creationId xmlns:a16="http://schemas.microsoft.com/office/drawing/2014/main" id="{00C99102-F77A-41FB-A225-1A5731DC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45">
            <a:extLst xmlns:a="http://schemas.openxmlformats.org/drawingml/2006/main">
              <a:ext uri="{FF2B5EF4-FFF2-40B4-BE49-F238E27FC236}">
                <a16:creationId xmlns:a16="http://schemas.microsoft.com/office/drawing/2014/main" id="{7526781A-C9B6-4CE4-AAC0-B16F0E60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46">
            <a:extLst xmlns:a="http://schemas.openxmlformats.org/drawingml/2006/main">
              <a:ext uri="{FF2B5EF4-FFF2-40B4-BE49-F238E27FC236}">
                <a16:creationId xmlns:a16="http://schemas.microsoft.com/office/drawing/2014/main" id="{75EC87B7-999F-4E61-B7F8-AB0453B2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47">
            <a:extLst xmlns:a="http://schemas.openxmlformats.org/drawingml/2006/main">
              <a:ext uri="{FF2B5EF4-FFF2-40B4-BE49-F238E27FC236}">
                <a16:creationId xmlns:a16="http://schemas.microsoft.com/office/drawing/2014/main" id="{75E30B10-285B-4996-B840-F731D369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6" name="text-548">
            <a:extLst xmlns:a="http://schemas.openxmlformats.org/drawingml/2006/main">
              <a:ext uri="{FF2B5EF4-FFF2-40B4-BE49-F238E27FC236}">
                <a16:creationId xmlns:a16="http://schemas.microsoft.com/office/drawing/2014/main" id="{03B5F5E2-F975-4FE4-9ADA-63CB9D65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7" name="text-549">
            <a:extLst xmlns:a="http://schemas.openxmlformats.org/drawingml/2006/main">
              <a:ext uri="{FF2B5EF4-FFF2-40B4-BE49-F238E27FC236}">
                <a16:creationId xmlns:a16="http://schemas.microsoft.com/office/drawing/2014/main" id="{17FD8757-2FC0-4DBB-A2E1-ABBB0DF4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50">
            <a:extLst xmlns:a="http://schemas.openxmlformats.org/drawingml/2006/main">
              <a:ext uri="{FF2B5EF4-FFF2-40B4-BE49-F238E27FC236}">
                <a16:creationId xmlns:a16="http://schemas.microsoft.com/office/drawing/2014/main" id="{78196AAE-F873-4393-AEBC-991BD239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51">
            <a:extLst xmlns:a="http://schemas.openxmlformats.org/drawingml/2006/main">
              <a:ext uri="{FF2B5EF4-FFF2-40B4-BE49-F238E27FC236}">
                <a16:creationId xmlns:a16="http://schemas.microsoft.com/office/drawing/2014/main" id="{EA40012B-3771-42B8-89EA-38B402A6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52">
            <a:extLst xmlns:a="http://schemas.openxmlformats.org/drawingml/2006/main">
              <a:ext uri="{FF2B5EF4-FFF2-40B4-BE49-F238E27FC236}">
                <a16:creationId xmlns:a16="http://schemas.microsoft.com/office/drawing/2014/main" id="{4C2BAA1B-6300-4A66-819E-A17449C3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53">
            <a:extLst xmlns:a="http://schemas.openxmlformats.org/drawingml/2006/main">
              <a:ext uri="{FF2B5EF4-FFF2-40B4-BE49-F238E27FC236}">
                <a16:creationId xmlns:a16="http://schemas.microsoft.com/office/drawing/2014/main" id="{080564C6-0153-4375-BF34-C3096EEF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22" name="text-554">
            <a:extLst xmlns:a="http://schemas.openxmlformats.org/drawingml/2006/main">
              <a:ext uri="{FF2B5EF4-FFF2-40B4-BE49-F238E27FC236}">
                <a16:creationId xmlns:a16="http://schemas.microsoft.com/office/drawing/2014/main" id="{CEEC8C09-01C6-486B-A8C6-AD46292F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23" name="text-555">
            <a:extLst xmlns:a="http://schemas.openxmlformats.org/drawingml/2006/main">
              <a:ext uri="{FF2B5EF4-FFF2-40B4-BE49-F238E27FC236}">
                <a16:creationId xmlns:a16="http://schemas.microsoft.com/office/drawing/2014/main" id="{D0E4FEE9-1886-4AF8-B831-FCCAD6B0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56">
            <a:extLst xmlns:a="http://schemas.openxmlformats.org/drawingml/2006/main">
              <a:ext uri="{FF2B5EF4-FFF2-40B4-BE49-F238E27FC236}">
                <a16:creationId xmlns:a16="http://schemas.microsoft.com/office/drawing/2014/main" id="{ABA85DFB-874E-4BA3-B9FC-CDB48FB3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57">
            <a:extLst xmlns:a="http://schemas.openxmlformats.org/drawingml/2006/main">
              <a:ext uri="{FF2B5EF4-FFF2-40B4-BE49-F238E27FC236}">
                <a16:creationId xmlns:a16="http://schemas.microsoft.com/office/drawing/2014/main" id="{4F213799-4E53-4D2D-A8C6-0E2C4836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58">
            <a:extLst xmlns:a="http://schemas.openxmlformats.org/drawingml/2006/main">
              <a:ext uri="{FF2B5EF4-FFF2-40B4-BE49-F238E27FC236}">
                <a16:creationId xmlns:a16="http://schemas.microsoft.com/office/drawing/2014/main" id="{EFF92EB5-72D6-4230-9D3D-8C9DDAD0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59">
            <a:extLst xmlns:a="http://schemas.openxmlformats.org/drawingml/2006/main">
              <a:ext uri="{FF2B5EF4-FFF2-40B4-BE49-F238E27FC236}">
                <a16:creationId xmlns:a16="http://schemas.microsoft.com/office/drawing/2014/main" id="{3DDB90C9-1709-4A4B-8AF9-AD28C5F9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8" name="text-560">
            <a:extLst xmlns:a="http://schemas.openxmlformats.org/drawingml/2006/main">
              <a:ext uri="{FF2B5EF4-FFF2-40B4-BE49-F238E27FC236}">
                <a16:creationId xmlns:a16="http://schemas.microsoft.com/office/drawing/2014/main" id="{925C62D6-2630-4D0F-9778-28D31555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9" name="text-561">
            <a:extLst xmlns:a="http://schemas.openxmlformats.org/drawingml/2006/main">
              <a:ext uri="{FF2B5EF4-FFF2-40B4-BE49-F238E27FC236}">
                <a16:creationId xmlns:a16="http://schemas.microsoft.com/office/drawing/2014/main" id="{C9219D77-2E7F-4AFC-84B0-489C8389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shape-562">
            <a:extLst xmlns:a="http://schemas.openxmlformats.org/drawingml/2006/main">
              <a:ext uri="{FF2B5EF4-FFF2-40B4-BE49-F238E27FC236}">
                <a16:creationId xmlns:a16="http://schemas.microsoft.com/office/drawing/2014/main" id="{8E685964-6CB0-42F3-A377-8E537B8B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14950"/>
            <a:ext cx="24288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text-563">
            <a:extLst xmlns:a="http://schemas.openxmlformats.org/drawingml/2006/main">
              <a:ext uri="{FF2B5EF4-FFF2-40B4-BE49-F238E27FC236}">
                <a16:creationId xmlns:a16="http://schemas.microsoft.com/office/drawing/2014/main" id="{804916DC-64C4-43A8-AC4C-462090B5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81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92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GH</a:t>
            </a:r>
          </a:p>
        </p:txBody>
      </p:sp>
      <p:sp>
        <p:nvSpPr>
          <p:cNvPr id="32" name="text-564">
            <a:extLst xmlns:a="http://schemas.openxmlformats.org/drawingml/2006/main">
              <a:ext uri="{FF2B5EF4-FFF2-40B4-BE49-F238E27FC236}">
                <a16:creationId xmlns:a16="http://schemas.microsoft.com/office/drawing/2014/main" id="{BD91889E-1AFD-4E15-926C-0824DD40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391150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sp>
        <p:nvSpPr>
          <p:cNvPr id="33" name="text-565">
            <a:extLst xmlns:a="http://schemas.openxmlformats.org/drawingml/2006/main">
              <a:ext uri="{FF2B5EF4-FFF2-40B4-BE49-F238E27FC236}">
                <a16:creationId xmlns:a16="http://schemas.microsoft.com/office/drawing/2014/main" id="{5C0218A4-99ED-4B0A-8DD0-C490A2FD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91175"/>
            <a:ext cx="1781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版本・部署・公開網址</a:t>
            </a:r>
          </a:p>
        </p:txBody>
      </p:sp>
      <p:sp>
        <p:nvSpPr>
          <p:cNvPr id="34" name="text-670">
            <a:extLst xmlns:a="http://schemas.openxmlformats.org/drawingml/2006/main">
              <a:ext uri="{FF2B5EF4-FFF2-40B4-BE49-F238E27FC236}">
                <a16:creationId xmlns:a16="http://schemas.microsoft.com/office/drawing/2014/main" id="{716C3C23-24C8-412C-8F3A-D774D81F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2ae855122684fce"/>
              </a:rPr>
              <a:t>開啟 GitHub Pages ↗</a:t>
            </a:r>
          </a:p>
        </p:txBody>
      </p:sp>
      <p:sp>
        <p:nvSpPr>
          <p:cNvPr id="35" name="shape-730">
            <a:extLst xmlns:a="http://schemas.openxmlformats.org/drawingml/2006/main">
              <a:ext uri="{FF2B5EF4-FFF2-40B4-BE49-F238E27FC236}">
                <a16:creationId xmlns:a16="http://schemas.microsoft.com/office/drawing/2014/main" id="{A311933F-F2F6-43A8-A3B3-EEDAF87E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a93963826476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7" name="text-731">
            <a:extLst xmlns:a="http://schemas.openxmlformats.org/drawingml/2006/main">
              <a:ext uri="{FF2B5EF4-FFF2-40B4-BE49-F238E27FC236}">
                <a16:creationId xmlns:a16="http://schemas.microsoft.com/office/drawing/2014/main" id="{D2795D44-EF7B-4E87-93F6-14DE5E7E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12317572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566">
            <a:extLst xmlns:a="http://schemas.openxmlformats.org/drawingml/2006/main">
              <a:ext uri="{FF2B5EF4-FFF2-40B4-BE49-F238E27FC236}">
                <a16:creationId xmlns:a16="http://schemas.microsoft.com/office/drawing/2014/main" id="{DD9B7D87-1464-4936-807C-C6A2E723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4FF872-7171-43A1-A73F-7BD894E8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43" name="shape-56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8">
            <a:extLst xmlns:a="http://schemas.openxmlformats.org/drawingml/2006/main">
              <a:ext uri="{FF2B5EF4-FFF2-40B4-BE49-F238E27FC236}">
                <a16:creationId xmlns:a16="http://schemas.microsoft.com/office/drawing/2014/main" id="{91327905-5E39-454B-A243-51C330ED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C6DBD9C-E949-4E81-8E29-6F65BDDD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shape-569">
            <a:extLst xmlns:a="http://schemas.openxmlformats.org/drawingml/2006/main">
              <a:ext uri="{FF2B5EF4-FFF2-40B4-BE49-F238E27FC236}">
                <a16:creationId xmlns:a16="http://schemas.microsoft.com/office/drawing/2014/main" id="{A191206B-065D-4008-8E8D-D5C2CCC7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70">
            <a:extLst xmlns:a="http://schemas.openxmlformats.org/drawingml/2006/main">
              <a:ext uri="{FF2B5EF4-FFF2-40B4-BE49-F238E27FC236}">
                <a16:creationId xmlns:a16="http://schemas.microsoft.com/office/drawing/2014/main" id="{D6472800-277A-455A-9630-BB3E0951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71">
            <a:extLst xmlns:a="http://schemas.openxmlformats.org/drawingml/2006/main">
              <a:ext uri="{FF2B5EF4-FFF2-40B4-BE49-F238E27FC236}">
                <a16:creationId xmlns:a16="http://schemas.microsoft.com/office/drawing/2014/main" id="{0B970150-B573-4842-B716-CF0F1075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72">
            <a:extLst xmlns:a="http://schemas.openxmlformats.org/drawingml/2006/main">
              <a:ext uri="{FF2B5EF4-FFF2-40B4-BE49-F238E27FC236}">
                <a16:creationId xmlns:a16="http://schemas.microsoft.com/office/drawing/2014/main" id="{6A5F45F1-5559-428D-954B-37216C55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10" name="text-573">
            <a:extLst xmlns:a="http://schemas.openxmlformats.org/drawingml/2006/main">
              <a:ext uri="{FF2B5EF4-FFF2-40B4-BE49-F238E27FC236}">
                <a16:creationId xmlns:a16="http://schemas.microsoft.com/office/drawing/2014/main" id="{4DED588D-B1C8-4B99-A263-7BEE9202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11" name="text-574">
            <a:extLst xmlns:a="http://schemas.openxmlformats.org/drawingml/2006/main">
              <a:ext uri="{FF2B5EF4-FFF2-40B4-BE49-F238E27FC236}">
                <a16:creationId xmlns:a16="http://schemas.microsoft.com/office/drawing/2014/main" id="{B2E43203-B979-4A66-A09B-6569ADDB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75">
            <a:extLst xmlns:a="http://schemas.openxmlformats.org/drawingml/2006/main">
              <a:ext uri="{FF2B5EF4-FFF2-40B4-BE49-F238E27FC236}">
                <a16:creationId xmlns:a16="http://schemas.microsoft.com/office/drawing/2014/main" id="{2C07B080-FCD5-476E-B4C2-43355E8E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76">
            <a:extLst xmlns:a="http://schemas.openxmlformats.org/drawingml/2006/main">
              <a:ext uri="{FF2B5EF4-FFF2-40B4-BE49-F238E27FC236}">
                <a16:creationId xmlns:a16="http://schemas.microsoft.com/office/drawing/2014/main" id="{C4DE3A23-FC56-4FCD-8949-DBF6608F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77">
            <a:extLst xmlns:a="http://schemas.openxmlformats.org/drawingml/2006/main">
              <a:ext uri="{FF2B5EF4-FFF2-40B4-BE49-F238E27FC236}">
                <a16:creationId xmlns:a16="http://schemas.microsoft.com/office/drawing/2014/main" id="{4CF6C37F-83F6-4CCF-8CE8-E37F1B1B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78">
            <a:extLst xmlns:a="http://schemas.openxmlformats.org/drawingml/2006/main">
              <a:ext uri="{FF2B5EF4-FFF2-40B4-BE49-F238E27FC236}">
                <a16:creationId xmlns:a16="http://schemas.microsoft.com/office/drawing/2014/main" id="{A5E6FCA9-BD34-4F09-94EC-C0D0B799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6" name="text-579">
            <a:extLst xmlns:a="http://schemas.openxmlformats.org/drawingml/2006/main">
              <a:ext uri="{FF2B5EF4-FFF2-40B4-BE49-F238E27FC236}">
                <a16:creationId xmlns:a16="http://schemas.microsoft.com/office/drawing/2014/main" id="{0E07461A-79AD-483A-84F2-1EBF7317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7" name="text-580">
            <a:extLst xmlns:a="http://schemas.openxmlformats.org/drawingml/2006/main">
              <a:ext uri="{FF2B5EF4-FFF2-40B4-BE49-F238E27FC236}">
                <a16:creationId xmlns:a16="http://schemas.microsoft.com/office/drawing/2014/main" id="{95AB5036-80D2-4B49-8DA0-9EB7B21F2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81">
            <a:extLst xmlns:a="http://schemas.openxmlformats.org/drawingml/2006/main">
              <a:ext uri="{FF2B5EF4-FFF2-40B4-BE49-F238E27FC236}">
                <a16:creationId xmlns:a16="http://schemas.microsoft.com/office/drawing/2014/main" id="{D92EE873-2407-4374-95B8-B256B270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82">
            <a:extLst xmlns:a="http://schemas.openxmlformats.org/drawingml/2006/main">
              <a:ext uri="{FF2B5EF4-FFF2-40B4-BE49-F238E27FC236}">
                <a16:creationId xmlns:a16="http://schemas.microsoft.com/office/drawing/2014/main" id="{2B57D764-2380-47F2-9055-50347268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83">
            <a:extLst xmlns:a="http://schemas.openxmlformats.org/drawingml/2006/main">
              <a:ext uri="{FF2B5EF4-FFF2-40B4-BE49-F238E27FC236}">
                <a16:creationId xmlns:a16="http://schemas.microsoft.com/office/drawing/2014/main" id="{A5F55C07-C3EE-4082-91B7-8DE8EE85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84">
            <a:extLst xmlns:a="http://schemas.openxmlformats.org/drawingml/2006/main">
              <a:ext uri="{FF2B5EF4-FFF2-40B4-BE49-F238E27FC236}">
                <a16:creationId xmlns:a16="http://schemas.microsoft.com/office/drawing/2014/main" id="{30D9342D-C3C9-4A6F-9D1B-4C84CF61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22" name="text-585">
            <a:extLst xmlns:a="http://schemas.openxmlformats.org/drawingml/2006/main">
              <a:ext uri="{FF2B5EF4-FFF2-40B4-BE49-F238E27FC236}">
                <a16:creationId xmlns:a16="http://schemas.microsoft.com/office/drawing/2014/main" id="{5784BBF5-B647-4896-A169-A4FD3AF8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23" name="text-586">
            <a:extLst xmlns:a="http://schemas.openxmlformats.org/drawingml/2006/main">
              <a:ext uri="{FF2B5EF4-FFF2-40B4-BE49-F238E27FC236}">
                <a16:creationId xmlns:a16="http://schemas.microsoft.com/office/drawing/2014/main" id="{ECEC0E02-7641-425C-B5AE-BAE56996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87">
            <a:extLst xmlns:a="http://schemas.openxmlformats.org/drawingml/2006/main">
              <a:ext uri="{FF2B5EF4-FFF2-40B4-BE49-F238E27FC236}">
                <a16:creationId xmlns:a16="http://schemas.microsoft.com/office/drawing/2014/main" id="{BECB03E0-0457-429A-AC6D-6EEEA497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88">
            <a:extLst xmlns:a="http://schemas.openxmlformats.org/drawingml/2006/main">
              <a:ext uri="{FF2B5EF4-FFF2-40B4-BE49-F238E27FC236}">
                <a16:creationId xmlns:a16="http://schemas.microsoft.com/office/drawing/2014/main" id="{873C33D2-B38C-4192-853B-080D3CF2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89">
            <a:extLst xmlns:a="http://schemas.openxmlformats.org/drawingml/2006/main">
              <a:ext uri="{FF2B5EF4-FFF2-40B4-BE49-F238E27FC236}">
                <a16:creationId xmlns:a16="http://schemas.microsoft.com/office/drawing/2014/main" id="{F0B39A27-2BE4-4757-9F3E-0928EF60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90">
            <a:extLst xmlns:a="http://schemas.openxmlformats.org/drawingml/2006/main">
              <a:ext uri="{FF2B5EF4-FFF2-40B4-BE49-F238E27FC236}">
                <a16:creationId xmlns:a16="http://schemas.microsoft.com/office/drawing/2014/main" id="{F4843D65-5573-4240-BB51-AAE835B2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8" name="text-591">
            <a:extLst xmlns:a="http://schemas.openxmlformats.org/drawingml/2006/main">
              <a:ext uri="{FF2B5EF4-FFF2-40B4-BE49-F238E27FC236}">
                <a16:creationId xmlns:a16="http://schemas.microsoft.com/office/drawing/2014/main" id="{44066820-7527-4689-86B1-B6724BD1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9" name="text-592">
            <a:extLst xmlns:a="http://schemas.openxmlformats.org/drawingml/2006/main">
              <a:ext uri="{FF2B5EF4-FFF2-40B4-BE49-F238E27FC236}">
                <a16:creationId xmlns:a16="http://schemas.microsoft.com/office/drawing/2014/main" id="{AB04FA93-0356-4A32-ABA3-627775D1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30" name="text-593">
            <a:extLst xmlns:a="http://schemas.openxmlformats.org/drawingml/2006/main">
              <a:ext uri="{FF2B5EF4-FFF2-40B4-BE49-F238E27FC236}">
                <a16:creationId xmlns:a16="http://schemas.microsoft.com/office/drawing/2014/main" id="{5DBBD2E5-C313-4CB2-8B96-1046DD17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31" name="text-594">
            <a:extLst xmlns:a="http://schemas.openxmlformats.org/drawingml/2006/main">
              <a:ext uri="{FF2B5EF4-FFF2-40B4-BE49-F238E27FC236}">
                <a16:creationId xmlns:a16="http://schemas.microsoft.com/office/drawing/2014/main" id="{2C5CFB05-308F-43D7-99E8-78B27E16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32" name="text-595">
            <a:extLst xmlns:a="http://schemas.openxmlformats.org/drawingml/2006/main">
              <a:ext uri="{FF2B5EF4-FFF2-40B4-BE49-F238E27FC236}">
                <a16:creationId xmlns:a16="http://schemas.microsoft.com/office/drawing/2014/main" id="{429896C3-B39A-4627-BCD4-9310FF07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7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74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75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36" name="text-596">
            <a:extLst xmlns:a="http://schemas.openxmlformats.org/drawingml/2006/main">
              <a:ext uri="{FF2B5EF4-FFF2-40B4-BE49-F238E27FC236}">
                <a16:creationId xmlns:a16="http://schemas.microsoft.com/office/drawing/2014/main" id="{26B19326-A500-46B1-864F-F2C6C413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37" name="text-671">
            <a:extLst xmlns:a="http://schemas.openxmlformats.org/drawingml/2006/main">
              <a:ext uri="{FF2B5EF4-FFF2-40B4-BE49-F238E27FC236}">
                <a16:creationId xmlns:a16="http://schemas.microsoft.com/office/drawing/2014/main" id="{562CC06F-CFA2-47B4-AA8A-2CF052C6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2268e262e014c62"/>
              </a:rPr>
              <a:t>開啟 EZPage ↗</a:t>
            </a:r>
          </a:p>
        </p:txBody>
      </p:sp>
      <p:sp>
        <p:nvSpPr>
          <p:cNvPr id="38" name="shape-732">
            <a:extLst xmlns:a="http://schemas.openxmlformats.org/drawingml/2006/main">
              <a:ext uri="{FF2B5EF4-FFF2-40B4-BE49-F238E27FC236}">
                <a16:creationId xmlns:a16="http://schemas.microsoft.com/office/drawing/2014/main" id="{AD0E5B00-E2CE-472D-9E3C-B6521F15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64c45f6f9457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0" name="text-733">
            <a:extLst xmlns:a="http://schemas.openxmlformats.org/drawingml/2006/main">
              <a:ext uri="{FF2B5EF4-FFF2-40B4-BE49-F238E27FC236}">
                <a16:creationId xmlns:a16="http://schemas.microsoft.com/office/drawing/2014/main" id="{731B694F-EAE6-42DF-8DE0-4F149BD0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97364184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597">
            <a:extLst xmlns:a="http://schemas.openxmlformats.org/drawingml/2006/main">
              <a:ext uri="{FF2B5EF4-FFF2-40B4-BE49-F238E27FC236}">
                <a16:creationId xmlns:a16="http://schemas.microsoft.com/office/drawing/2014/main" id="{2917B5D1-0611-43F4-BB62-AF14CDB7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BAA1583-0013-4A9B-9413-3AA7D673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上午整合挑戰｜會議紀錄從來源到分享</a:t>
            </a:r>
          </a:p>
        </p:txBody>
      </p:sp>
      <p:cxnSp>
        <p:nvCxnSpPr>
          <p:cNvPr id="29" name="shape-5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99">
            <a:extLst xmlns:a="http://schemas.openxmlformats.org/drawingml/2006/main">
              <a:ext uri="{FF2B5EF4-FFF2-40B4-BE49-F238E27FC236}">
                <a16:creationId xmlns:a16="http://schemas.microsoft.com/office/drawing/2014/main" id="{B96C7FFF-6A8E-433D-B75F-93167EEE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45DCE02-3013-4C17-B696-86152281B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text-600">
            <a:extLst xmlns:a="http://schemas.openxmlformats.org/drawingml/2006/main">
              <a:ext uri="{FF2B5EF4-FFF2-40B4-BE49-F238E27FC236}">
                <a16:creationId xmlns:a16="http://schemas.microsoft.com/office/drawing/2014/main" id="{E15BCA30-36D4-4DD0-94A0-700D893D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01">
            <a:extLst xmlns:a="http://schemas.openxmlformats.org/drawingml/2006/main">
              <a:ext uri="{FF2B5EF4-FFF2-40B4-BE49-F238E27FC236}">
                <a16:creationId xmlns:a16="http://schemas.microsoft.com/office/drawing/2014/main" id="{E5287D30-1CA9-4780-B8F8-B38A0379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02">
            <a:extLst xmlns:a="http://schemas.openxmlformats.org/drawingml/2006/main">
              <a:ext uri="{FF2B5EF4-FFF2-40B4-BE49-F238E27FC236}">
                <a16:creationId xmlns:a16="http://schemas.microsoft.com/office/drawing/2014/main" id="{D572967F-BAC9-48AE-BB01-AC690BBA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03">
            <a:extLst xmlns:a="http://schemas.openxmlformats.org/drawingml/2006/main">
              <a:ext uri="{FF2B5EF4-FFF2-40B4-BE49-F238E27FC236}">
                <a16:creationId xmlns:a16="http://schemas.microsoft.com/office/drawing/2014/main" id="{5E84E7BA-0123-41C9-9DA0-147B7079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Gemini Notebook 整理會議來源與背景，留下可追查引用</a:t>
            </a:r>
          </a:p>
        </p:txBody>
      </p:sp>
      <p:sp>
        <p:nvSpPr>
          <p:cNvPr id="10" name="text-604">
            <a:extLst xmlns:a="http://schemas.openxmlformats.org/drawingml/2006/main">
              <a:ext uri="{FF2B5EF4-FFF2-40B4-BE49-F238E27FC236}">
                <a16:creationId xmlns:a16="http://schemas.microsoft.com/office/drawing/2014/main" id="{B456F4AC-9358-4A21-B913-5AD67592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05">
            <a:extLst xmlns:a="http://schemas.openxmlformats.org/drawingml/2006/main">
              <a:ext uri="{FF2B5EF4-FFF2-40B4-BE49-F238E27FC236}">
                <a16:creationId xmlns:a16="http://schemas.microsoft.com/office/drawing/2014/main" id="{984C9E5D-7484-489F-A752-93CED944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用帳號既有 Gem 產出固定格式的重點、決議與待辦</a:t>
            </a:r>
          </a:p>
        </p:txBody>
      </p:sp>
      <p:sp>
        <p:nvSpPr>
          <p:cNvPr id="12" name="text-606">
            <a:extLst xmlns:a="http://schemas.openxmlformats.org/drawingml/2006/main">
              <a:ext uri="{FF2B5EF4-FFF2-40B4-BE49-F238E27FC236}">
                <a16:creationId xmlns:a16="http://schemas.microsoft.com/office/drawing/2014/main" id="{764FA249-16BF-431E-BF56-5956C1CE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07">
            <a:extLst xmlns:a="http://schemas.openxmlformats.org/drawingml/2006/main">
              <a:ext uri="{FF2B5EF4-FFF2-40B4-BE49-F238E27FC236}">
                <a16:creationId xmlns:a16="http://schemas.microsoft.com/office/drawing/2014/main" id="{EA4A12AD-78A0-4BE6-AC3E-50A3F7A1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Canvas 做可搜尋、可篩選的會議紀錄原型</a:t>
            </a:r>
          </a:p>
        </p:txBody>
      </p:sp>
      <p:sp>
        <p:nvSpPr>
          <p:cNvPr id="14" name="text-608">
            <a:extLst xmlns:a="http://schemas.openxmlformats.org/drawingml/2006/main">
              <a:ext uri="{FF2B5EF4-FFF2-40B4-BE49-F238E27FC236}">
                <a16:creationId xmlns:a16="http://schemas.microsoft.com/office/drawing/2014/main" id="{FA374231-4B39-430B-AD4B-7D3035C9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09">
            <a:extLst xmlns:a="http://schemas.openxmlformats.org/drawingml/2006/main">
              <a:ext uri="{FF2B5EF4-FFF2-40B4-BE49-F238E27FC236}">
                <a16:creationId xmlns:a16="http://schemas.microsoft.com/office/drawing/2014/main" id="{CC8EB853-C9C4-4478-9EFB-96D45B09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 Canvas 網址嵌入 Google Sites，預覽手機版並說明備援</a:t>
            </a:r>
          </a:p>
        </p:txBody>
      </p:sp>
      <p:sp>
        <p:nvSpPr>
          <p:cNvPr id="16" name="shape-610">
            <a:extLst xmlns:a="http://schemas.openxmlformats.org/drawingml/2006/main">
              <a:ext uri="{FF2B5EF4-FFF2-40B4-BE49-F238E27FC236}">
                <a16:creationId xmlns:a16="http://schemas.microsoft.com/office/drawing/2014/main" id="{90AFC57E-9060-4A8A-B859-72648D2B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11">
            <a:extLst xmlns:a="http://schemas.openxmlformats.org/drawingml/2006/main">
              <a:ext uri="{FF2B5EF4-FFF2-40B4-BE49-F238E27FC236}">
                <a16:creationId xmlns:a16="http://schemas.microsoft.com/office/drawing/2014/main" id="{B6270D6D-E5F6-44BE-B656-7549C9B2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612">
            <a:extLst xmlns:a="http://schemas.openxmlformats.org/drawingml/2006/main">
              <a:ext uri="{FF2B5EF4-FFF2-40B4-BE49-F238E27FC236}">
                <a16:creationId xmlns:a16="http://schemas.microsoft.com/office/drawing/2014/main" id="{676F99EB-1A65-424E-BF88-7E86EC93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來源與用途清楚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摘要格式可重複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作品真的能操作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知道權限與嵌入限制</a:t>
            </a:r>
          </a:p>
        </p:txBody>
      </p:sp>
      <p:sp>
        <p:nvSpPr>
          <p:cNvPr id="19" name="text-668">
            <a:extLst xmlns:a="http://schemas.openxmlformats.org/drawingml/2006/main">
              <a:ext uri="{FF2B5EF4-FFF2-40B4-BE49-F238E27FC236}">
                <a16:creationId xmlns:a16="http://schemas.microsoft.com/office/drawing/2014/main" id="{6A3B55C3-929D-4786-AF2B-0DFD621F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e373fbe658e40ab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a11f512eda146da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ddaecaa019049fe"/>
              </a:rPr>
              <a:t>Google Sites ↗</a:t>
            </a:r>
          </a:p>
        </p:txBody>
      </p:sp>
      <p:sp>
        <p:nvSpPr>
          <p:cNvPr id="20" name="shape-723">
            <a:extLst xmlns:a="http://schemas.openxmlformats.org/drawingml/2006/main">
              <a:ext uri="{FF2B5EF4-FFF2-40B4-BE49-F238E27FC236}">
                <a16:creationId xmlns:a16="http://schemas.microsoft.com/office/drawing/2014/main" id="{376E89E8-9C97-4EFC-8952-8AB45A86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320b6247734ce4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724">
            <a:extLst xmlns:a="http://schemas.openxmlformats.org/drawingml/2006/main">
              <a:ext uri="{FF2B5EF4-FFF2-40B4-BE49-F238E27FC236}">
                <a16:creationId xmlns:a16="http://schemas.microsoft.com/office/drawing/2014/main" id="{7F2E58E3-A3A2-4491-B7B2-2CD10325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fe31ebd36241df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725">
            <a:extLst xmlns:a="http://schemas.openxmlformats.org/drawingml/2006/main">
              <a:ext uri="{FF2B5EF4-FFF2-40B4-BE49-F238E27FC236}">
                <a16:creationId xmlns:a16="http://schemas.microsoft.com/office/drawing/2014/main" id="{36A5B9C2-D94F-4013-BACB-6BF943C2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2fe27d057a49dc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726">
            <a:extLst xmlns:a="http://schemas.openxmlformats.org/drawingml/2006/main">
              <a:ext uri="{FF2B5EF4-FFF2-40B4-BE49-F238E27FC236}">
                <a16:creationId xmlns:a16="http://schemas.microsoft.com/office/drawing/2014/main" id="{34638AE1-87A4-4D4A-88E5-81AD2642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29906685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text-613">
            <a:extLst xmlns:a="http://schemas.openxmlformats.org/drawingml/2006/main">
              <a:ext uri="{FF2B5EF4-FFF2-40B4-BE49-F238E27FC236}">
                <a16:creationId xmlns:a16="http://schemas.microsoft.com/office/drawing/2014/main" id="{07B840E5-0600-41BA-B243-C6547BC2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761D33E-33EC-4622-A7F5-1BAD9A40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49" name="shape-6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15">
            <a:extLst xmlns:a="http://schemas.openxmlformats.org/drawingml/2006/main">
              <a:ext uri="{FF2B5EF4-FFF2-40B4-BE49-F238E27FC236}">
                <a16:creationId xmlns:a16="http://schemas.microsoft.com/office/drawing/2014/main" id="{E53BBE2F-F393-410E-84F1-4ED1AF59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C883305-FA7B-4F2E-87D3-575CE8F6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616">
            <a:extLst xmlns:a="http://schemas.openxmlformats.org/drawingml/2006/main">
              <a:ext uri="{FF2B5EF4-FFF2-40B4-BE49-F238E27FC236}">
                <a16:creationId xmlns:a16="http://schemas.microsoft.com/office/drawing/2014/main" id="{0B606605-2587-4B1F-996C-A7C2EDFB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17">
            <a:extLst xmlns:a="http://schemas.openxmlformats.org/drawingml/2006/main">
              <a:ext uri="{FF2B5EF4-FFF2-40B4-BE49-F238E27FC236}">
                <a16:creationId xmlns:a16="http://schemas.microsoft.com/office/drawing/2014/main" id="{4180B1F4-8A34-4EA6-BF58-362EAA3B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618">
            <a:extLst xmlns:a="http://schemas.openxmlformats.org/drawingml/2006/main">
              <a:ext uri="{FF2B5EF4-FFF2-40B4-BE49-F238E27FC236}">
                <a16:creationId xmlns:a16="http://schemas.microsoft.com/office/drawing/2014/main" id="{DC1BECF3-A346-49B5-8731-F8805B1B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e17f1934b2c942bd"/>
              </a:rPr>
              <a:t>../START_HERE_研習資源導航.html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d6ca40adb45f4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619">
            <a:extLst xmlns:a="http://schemas.openxmlformats.org/drawingml/2006/main">
              <a:ext uri="{FF2B5EF4-FFF2-40B4-BE49-F238E27FC236}">
                <a16:creationId xmlns:a16="http://schemas.microsoft.com/office/drawing/2014/main" id="{DB07B2F2-A351-4B42-A19D-71011C5C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20">
            <a:extLst xmlns:a="http://schemas.openxmlformats.org/drawingml/2006/main">
              <a:ext uri="{FF2B5EF4-FFF2-40B4-BE49-F238E27FC236}">
                <a16:creationId xmlns:a16="http://schemas.microsoft.com/office/drawing/2014/main" id="{4C89C8BE-DA3A-4431-BC87-730E4889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621">
            <a:extLst xmlns:a="http://schemas.openxmlformats.org/drawingml/2006/main">
              <a:ext uri="{FF2B5EF4-FFF2-40B4-BE49-F238E27FC236}">
                <a16:creationId xmlns:a16="http://schemas.microsoft.com/office/drawing/2014/main" id="{A26E45BF-5AD4-4AF9-9DD9-745E04C3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6fa2dd451c234a90"/>
              </a:rPr>
              <a:t>https://notebook.google.com/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fb6f59c7054c34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622">
            <a:extLst xmlns:a="http://schemas.openxmlformats.org/drawingml/2006/main">
              <a:ext uri="{FF2B5EF4-FFF2-40B4-BE49-F238E27FC236}">
                <a16:creationId xmlns:a16="http://schemas.microsoft.com/office/drawing/2014/main" id="{7C8E35FD-6835-4F8D-BAAE-F9CDC231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23">
            <a:extLst xmlns:a="http://schemas.openxmlformats.org/drawingml/2006/main">
              <a:ext uri="{FF2B5EF4-FFF2-40B4-BE49-F238E27FC236}">
                <a16:creationId xmlns:a16="http://schemas.microsoft.com/office/drawing/2014/main" id="{E8E52A87-7E14-45E4-85F8-40108E32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624">
            <a:extLst xmlns:a="http://schemas.openxmlformats.org/drawingml/2006/main">
              <a:ext uri="{FF2B5EF4-FFF2-40B4-BE49-F238E27FC236}">
                <a16:creationId xmlns:a16="http://schemas.microsoft.com/office/drawing/2014/main" id="{198C3988-98D3-4658-A5DD-10272732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03e4c31d3564062"/>
              </a:rPr>
              <a:t>https://gemini.google.com/gems/create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b9f6ee1637483d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625">
            <a:extLst xmlns:a="http://schemas.openxmlformats.org/drawingml/2006/main">
              <a:ext uri="{FF2B5EF4-FFF2-40B4-BE49-F238E27FC236}">
                <a16:creationId xmlns:a16="http://schemas.microsoft.com/office/drawing/2014/main" id="{290BAAEA-2003-4F8B-90DC-08C78149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26">
            <a:extLst xmlns:a="http://schemas.openxmlformats.org/drawingml/2006/main">
              <a:ext uri="{FF2B5EF4-FFF2-40B4-BE49-F238E27FC236}">
                <a16:creationId xmlns:a16="http://schemas.microsoft.com/office/drawing/2014/main" id="{0E397B95-8776-4126-92DA-C579A864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627">
            <a:extLst xmlns:a="http://schemas.openxmlformats.org/drawingml/2006/main">
              <a:ext uri="{FF2B5EF4-FFF2-40B4-BE49-F238E27FC236}">
                <a16:creationId xmlns:a16="http://schemas.microsoft.com/office/drawing/2014/main" id="{FEBD939D-5622-4AD4-BDA4-A4ADF834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5e78914b6cb4147"/>
              </a:rPr>
              <a:t>https://gemini.google.com/app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f20e36294403b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628">
            <a:extLst xmlns:a="http://schemas.openxmlformats.org/drawingml/2006/main">
              <a:ext uri="{FF2B5EF4-FFF2-40B4-BE49-F238E27FC236}">
                <a16:creationId xmlns:a16="http://schemas.microsoft.com/office/drawing/2014/main" id="{FBE424A0-28F3-44DB-B9C4-2FFF26FA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629">
            <a:extLst xmlns:a="http://schemas.openxmlformats.org/drawingml/2006/main">
              <a:ext uri="{FF2B5EF4-FFF2-40B4-BE49-F238E27FC236}">
                <a16:creationId xmlns:a16="http://schemas.microsoft.com/office/drawing/2014/main" id="{25D5534B-6FAD-4C47-B832-8D8B7F48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 GitHub repo</a:t>
            </a:r>
          </a:p>
        </p:txBody>
      </p:sp>
      <p:sp>
        <p:nvSpPr>
          <p:cNvPr id="24" name="text-630">
            <a:extLst xmlns:a="http://schemas.openxmlformats.org/drawingml/2006/main">
              <a:ext uri="{FF2B5EF4-FFF2-40B4-BE49-F238E27FC236}">
                <a16:creationId xmlns:a16="http://schemas.microsoft.com/office/drawing/2014/main" id="{0ADC90DA-0428-4FCF-9AB0-A0966377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168113b8a6e49e1"/>
              </a:rPr>
              <a:t>https://github.com/cagoooo/it-cockpit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8beb1f1c8f4c40"/>
          <a:stretch xmlns:a="http://schemas.openxmlformats.org/drawingml/2006/main"/>
        </p:blipFill>
        <p:spPr>
          <a:xfrm xmlns:a="http://schemas.openxmlformats.org/drawingml/2006/main">
            <a:off x="49530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631">
            <a:extLst xmlns:a="http://schemas.openxmlformats.org/drawingml/2006/main">
              <a:ext uri="{FF2B5EF4-FFF2-40B4-BE49-F238E27FC236}">
                <a16:creationId xmlns:a16="http://schemas.microsoft.com/office/drawing/2014/main" id="{5245BA78-3FA0-46CD-A444-38782AD1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632">
            <a:extLst xmlns:a="http://schemas.openxmlformats.org/drawingml/2006/main">
              <a:ext uri="{FF2B5EF4-FFF2-40B4-BE49-F238E27FC236}">
                <a16:creationId xmlns:a16="http://schemas.microsoft.com/office/drawing/2014/main" id="{95ECAB5B-3955-44B1-89AA-7CA1C587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教學駕駛艙公開網站</a:t>
            </a:r>
          </a:p>
        </p:txBody>
      </p:sp>
      <p:sp>
        <p:nvSpPr>
          <p:cNvPr id="28" name="text-633">
            <a:extLst xmlns:a="http://schemas.openxmlformats.org/drawingml/2006/main">
              <a:ext uri="{FF2B5EF4-FFF2-40B4-BE49-F238E27FC236}">
                <a16:creationId xmlns:a16="http://schemas.microsoft.com/office/drawing/2014/main" id="{236A74BA-7DC5-43C6-9BA6-DF451E26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c8bab414b5845d5"/>
              </a:rPr>
              <a:t>https://cagoooo.github.io/it-cockpit/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39b83a18048ea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634">
            <a:extLst xmlns:a="http://schemas.openxmlformats.org/drawingml/2006/main">
              <a:ext uri="{FF2B5EF4-FFF2-40B4-BE49-F238E27FC236}">
                <a16:creationId xmlns:a16="http://schemas.microsoft.com/office/drawing/2014/main" id="{46F6576E-1476-42BE-B6B7-03485AE5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635">
            <a:extLst xmlns:a="http://schemas.openxmlformats.org/drawingml/2006/main">
              <a:ext uri="{FF2B5EF4-FFF2-40B4-BE49-F238E27FC236}">
                <a16:creationId xmlns:a16="http://schemas.microsoft.com/office/drawing/2014/main" id="{011245AF-4C59-4305-B41E-86FCF67B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教師會議紀錄系統（#84）</a:t>
            </a:r>
          </a:p>
        </p:txBody>
      </p:sp>
      <p:sp>
        <p:nvSpPr>
          <p:cNvPr id="32" name="text-636">
            <a:extLst xmlns:a="http://schemas.openxmlformats.org/drawingml/2006/main">
              <a:ext uri="{FF2B5EF4-FFF2-40B4-BE49-F238E27FC236}">
                <a16:creationId xmlns:a16="http://schemas.microsoft.com/office/drawing/2014/main" id="{95599749-72C6-4755-875B-F11AC2E3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cf194ad98304e66"/>
              </a:rPr>
              <a:t>https://cagoooo.github.io/domain-meeting-go/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d8243ac15343ff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637">
            <a:extLst xmlns:a="http://schemas.openxmlformats.org/drawingml/2006/main">
              <a:ext uri="{FF2B5EF4-FFF2-40B4-BE49-F238E27FC236}">
                <a16:creationId xmlns:a16="http://schemas.microsoft.com/office/drawing/2014/main" id="{536F32D9-6621-4C57-BA70-168286C3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5" name="text-638">
            <a:extLst xmlns:a="http://schemas.openxmlformats.org/drawingml/2006/main">
              <a:ext uri="{FF2B5EF4-FFF2-40B4-BE49-F238E27FC236}">
                <a16:creationId xmlns:a16="http://schemas.microsoft.com/office/drawing/2014/main" id="{A56C0DD8-B30F-4300-873A-F2323844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36" name="text-639">
            <a:extLst xmlns:a="http://schemas.openxmlformats.org/drawingml/2006/main">
              <a:ext uri="{FF2B5EF4-FFF2-40B4-BE49-F238E27FC236}">
                <a16:creationId xmlns:a16="http://schemas.microsoft.com/office/drawing/2014/main" id="{F48020D4-3909-4047-B26E-3E118368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bd05f4a4fd24be2"/>
              </a:rPr>
              <a:t>https://sites.google.com/new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ccdacf9f2c4920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shape-640">
            <a:extLst xmlns:a="http://schemas.openxmlformats.org/drawingml/2006/main">
              <a:ext uri="{FF2B5EF4-FFF2-40B4-BE49-F238E27FC236}">
                <a16:creationId xmlns:a16="http://schemas.microsoft.com/office/drawing/2014/main" id="{090AC366-27B1-45D5-93AE-2C1444C1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9" name="text-641">
            <a:extLst xmlns:a="http://schemas.openxmlformats.org/drawingml/2006/main">
              <a:ext uri="{FF2B5EF4-FFF2-40B4-BE49-F238E27FC236}">
                <a16:creationId xmlns:a16="http://schemas.microsoft.com/office/drawing/2014/main" id="{A1D1E04C-B32E-486F-ACD7-1FA6BF2D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40" name="text-642">
            <a:extLst xmlns:a="http://schemas.openxmlformats.org/drawingml/2006/main">
              <a:ext uri="{FF2B5EF4-FFF2-40B4-BE49-F238E27FC236}">
                <a16:creationId xmlns:a16="http://schemas.microsoft.com/office/drawing/2014/main" id="{B9A0F040-0053-44BF-B65E-3EF8B05E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510717afaba4ed9"/>
              </a:rPr>
              <a:t>https://pages.github.com/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b6ce0595c84200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2" name="shape-643">
            <a:extLst xmlns:a="http://schemas.openxmlformats.org/drawingml/2006/main">
              <a:ext uri="{FF2B5EF4-FFF2-40B4-BE49-F238E27FC236}">
                <a16:creationId xmlns:a16="http://schemas.microsoft.com/office/drawing/2014/main" id="{92DA2080-15B4-470F-BABB-D2B6BE18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43" name="text-644">
            <a:extLst xmlns:a="http://schemas.openxmlformats.org/drawingml/2006/main">
              <a:ext uri="{FF2B5EF4-FFF2-40B4-BE49-F238E27FC236}">
                <a16:creationId xmlns:a16="http://schemas.microsoft.com/office/drawing/2014/main" id="{644BA68A-E562-4EBC-BE32-1300D031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44" name="text-645">
            <a:extLst xmlns:a="http://schemas.openxmlformats.org/drawingml/2006/main">
              <a:ext uri="{FF2B5EF4-FFF2-40B4-BE49-F238E27FC236}">
                <a16:creationId xmlns:a16="http://schemas.microsoft.com/office/drawing/2014/main" id="{531F8F75-8F73-413C-A14B-EF032957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b0004ff3a0f54f7a"/>
              </a:rPr>
              <a:t>https://gg90052.github.io/ezpage/</a:t>
            </a:r>
          </a:p>
        </p:txBody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6c8920ef474fac"/>
          <a:stretch xmlns:a="http://schemas.openxmlformats.org/drawingml/2006/main"/>
        </p:blipFill>
        <p:spPr>
          <a:xfrm xmlns:a="http://schemas.openxmlformats.org/drawingml/2006/main">
            <a:off x="105537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6" name="text-646">
            <a:extLst xmlns:a="http://schemas.openxmlformats.org/drawingml/2006/main">
              <a:ext uri="{FF2B5EF4-FFF2-40B4-BE49-F238E27FC236}">
                <a16:creationId xmlns:a16="http://schemas.microsoft.com/office/drawing/2014/main" id="{DD7DE911-60E1-4D6B-BEFD-FD160E65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38850"/>
            <a:ext cx="1116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192487527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2026-08-13T09:10:48.1410000Z</dcterms:created>
  <dcterms:modified xsi:type="dcterms:W3CDTF">2026-08-13T09:10:48.1420000Z</dcterms:modified>
</coreProperties>
</file>