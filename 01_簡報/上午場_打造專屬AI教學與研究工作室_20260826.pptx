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07466b817c4d4d" /><Relationship Type="http://schemas.openxmlformats.org/officeDocument/2006/relationships/extended-properties" Target="/docProps/app.xml" Id="Rc1e349fee45d4c82" /><Relationship Type="http://schemas.openxmlformats.org/officeDocument/2006/relationships/officeDocument" Target="/ppt/presentation.xml" Id="R8783509dba2d43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e4218817474757"/>
  </p:sldMasterIdLst>
  <p:notesMasterIdLst>
    <p:notesMasterId xmlns:r="http://schemas.openxmlformats.org/officeDocument/2006/relationships" r:id="Rcc20d3b5d75c45ee"/>
  </p:notesMasterIdLst>
  <p:sldIdLst>
    <p:sldId xmlns:r="http://schemas.openxmlformats.org/officeDocument/2006/relationships" id="256" r:id="R7f82d63c366d4f7b"/>
    <p:sldId xmlns:r="http://schemas.openxmlformats.org/officeDocument/2006/relationships" id="257" r:id="Rb533fd9fd38543d5"/>
    <p:sldId xmlns:r="http://schemas.openxmlformats.org/officeDocument/2006/relationships" id="258" r:id="R75e6247384f145b5"/>
    <p:sldId xmlns:r="http://schemas.openxmlformats.org/officeDocument/2006/relationships" id="259" r:id="R6a557230c88847c8"/>
    <p:sldId xmlns:r="http://schemas.openxmlformats.org/officeDocument/2006/relationships" id="260" r:id="R0b01255a1326483c"/>
    <p:sldId xmlns:r="http://schemas.openxmlformats.org/officeDocument/2006/relationships" id="261" r:id="Ra6be01894c75489c"/>
    <p:sldId xmlns:r="http://schemas.openxmlformats.org/officeDocument/2006/relationships" id="262" r:id="R90f2749f7f8d479e"/>
    <p:sldId xmlns:r="http://schemas.openxmlformats.org/officeDocument/2006/relationships" id="263" r:id="R9421f096b19e44c6"/>
    <p:sldId xmlns:r="http://schemas.openxmlformats.org/officeDocument/2006/relationships" id="264" r:id="R09bf40d62e7b4a2e"/>
    <p:sldId xmlns:r="http://schemas.openxmlformats.org/officeDocument/2006/relationships" id="265" r:id="Rc6be3493c83b45b9"/>
    <p:sldId xmlns:r="http://schemas.openxmlformats.org/officeDocument/2006/relationships" id="266" r:id="Ra519e15071834af2"/>
    <p:sldId xmlns:r="http://schemas.openxmlformats.org/officeDocument/2006/relationships" id="267" r:id="Reb41456b4dc849d4"/>
    <p:sldId xmlns:r="http://schemas.openxmlformats.org/officeDocument/2006/relationships" id="268" r:id="R9558ceed54fa4183"/>
    <p:sldId xmlns:r="http://schemas.openxmlformats.org/officeDocument/2006/relationships" id="269" r:id="R015f946fa6084188"/>
    <p:sldId xmlns:r="http://schemas.openxmlformats.org/officeDocument/2006/relationships" id="270" r:id="R0bcd0eff569b4e68"/>
    <p:sldId xmlns:r="http://schemas.openxmlformats.org/officeDocument/2006/relationships" id="271" r:id="R93680fc46d4c44bd"/>
    <p:sldId xmlns:r="http://schemas.openxmlformats.org/officeDocument/2006/relationships" id="272" r:id="R4273863e63924678"/>
    <p:sldId xmlns:r="http://schemas.openxmlformats.org/officeDocument/2006/relationships" id="273" r:id="Rbf7ee18ab52f4a02"/>
    <p:sldId xmlns:r="http://schemas.openxmlformats.org/officeDocument/2006/relationships" id="274" r:id="R129cccdcf3b14a1b"/>
    <p:sldId xmlns:r="http://schemas.openxmlformats.org/officeDocument/2006/relationships" id="275" r:id="Rf0b7dc18688d427e"/>
    <p:sldId xmlns:r="http://schemas.openxmlformats.org/officeDocument/2006/relationships" id="276" r:id="Rf32588f68f6c497d"/>
    <p:sldId xmlns:r="http://schemas.openxmlformats.org/officeDocument/2006/relationships" id="277" r:id="R2bb91161f966416d"/>
    <p:sldId xmlns:r="http://schemas.openxmlformats.org/officeDocument/2006/relationships" id="278" r:id="Rad6e3a5bacf04662"/>
    <p:sldId xmlns:r="http://schemas.openxmlformats.org/officeDocument/2006/relationships" id="279" r:id="R769a5616e54f480b"/>
    <p:sldId xmlns:r="http://schemas.openxmlformats.org/officeDocument/2006/relationships" id="280" r:id="Rf7741eaedd634472"/>
    <p:sldId xmlns:r="http://schemas.openxmlformats.org/officeDocument/2006/relationships" id="281" r:id="R35be1278866e489c"/>
    <p:sldId xmlns:r="http://schemas.openxmlformats.org/officeDocument/2006/relationships" id="282" r:id="R6d27c6702ff4494c"/>
    <p:sldId xmlns:r="http://schemas.openxmlformats.org/officeDocument/2006/relationships" id="283" r:id="Rbb601452abf34e82"/>
    <p:sldId xmlns:r="http://schemas.openxmlformats.org/officeDocument/2006/relationships" id="284" r:id="R1c319c2cc1c5460f"/>
    <p:sldId xmlns:r="http://schemas.openxmlformats.org/officeDocument/2006/relationships" id="285" r:id="R0b4225458acf407d"/>
    <p:sldId xmlns:r="http://schemas.openxmlformats.org/officeDocument/2006/relationships" id="286" r:id="Rd3d8795d876741c3"/>
    <p:sldId xmlns:r="http://schemas.openxmlformats.org/officeDocument/2006/relationships" id="287" r:id="R7ec30439fe1c4793"/>
    <p:sldId xmlns:r="http://schemas.openxmlformats.org/officeDocument/2006/relationships" id="288" r:id="Raa91b06a98da4f9f"/>
    <p:sldId xmlns:r="http://schemas.openxmlformats.org/officeDocument/2006/relationships" id="289" r:id="Rd5f8b3f9ea764253"/>
    <p:sldId xmlns:r="http://schemas.openxmlformats.org/officeDocument/2006/relationships" id="290" r:id="R55a195d4ee4b42e6"/>
    <p:sldId xmlns:r="http://schemas.openxmlformats.org/officeDocument/2006/relationships" id="291" r:id="R26737b5804844101"/>
    <p:sldId xmlns:r="http://schemas.openxmlformats.org/officeDocument/2006/relationships" id="292" r:id="R79246205a0dc47e4"/>
    <p:sldId xmlns:r="http://schemas.openxmlformats.org/officeDocument/2006/relationships" id="293" r:id="Raee7792a28c64bdc"/>
    <p:sldId xmlns:r="http://schemas.openxmlformats.org/officeDocument/2006/relationships" id="294" r:id="R8c07977eff394314"/>
    <p:sldId xmlns:r="http://schemas.openxmlformats.org/officeDocument/2006/relationships" id="295" r:id="Rd044ce3c5af54bfb"/>
    <p:sldId xmlns:r="http://schemas.openxmlformats.org/officeDocument/2006/relationships" id="296" r:id="Rd5011e54e93d4141"/>
    <p:sldId xmlns:r="http://schemas.openxmlformats.org/officeDocument/2006/relationships" id="297" r:id="Rec4be1b94b584454"/>
    <p:sldId xmlns:r="http://schemas.openxmlformats.org/officeDocument/2006/relationships" id="298" r:id="R8314968148f044bc"/>
    <p:sldId xmlns:r="http://schemas.openxmlformats.org/officeDocument/2006/relationships" id="299" r:id="R616bbeaaaad7491d"/>
    <p:sldId xmlns:r="http://schemas.openxmlformats.org/officeDocument/2006/relationships" id="300" r:id="Ra6b7ae85ea304e90"/>
    <p:sldId xmlns:r="http://schemas.openxmlformats.org/officeDocument/2006/relationships" id="301" r:id="R1dcc01d7d5de42e4"/>
    <p:sldId xmlns:r="http://schemas.openxmlformats.org/officeDocument/2006/relationships" id="302" r:id="Rc2d35fe86b3344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10038c3e4b4897" /><Relationship Type="http://schemas.openxmlformats.org/officeDocument/2006/relationships/slideMaster" Target="/ppt/slideMasters/slideMaster1.xml" Id="R88e4218817474757" /><Relationship Type="http://schemas.openxmlformats.org/officeDocument/2006/relationships/notesMaster" Target="/ppt/notesMasters/notesMaster1.xml" Id="Rcc20d3b5d75c45ee" /><Relationship Type="http://schemas.openxmlformats.org/officeDocument/2006/relationships/presProps" Target="/ppt/presProps.xml" Id="R99b6ab6375bd4d0d" /><Relationship Type="http://schemas.openxmlformats.org/officeDocument/2006/relationships/tableStyles" Target="/ppt/tableStyles.xml" Id="R2562d86b5e014649" /><Relationship Type="http://schemas.openxmlformats.org/officeDocument/2006/relationships/slide" Target="/ppt/slides/slide1.xml" Id="R7f82d63c366d4f7b" /><Relationship Type="http://schemas.openxmlformats.org/officeDocument/2006/relationships/slide" Target="/ppt/slides/slide2.xml" Id="Rb533fd9fd38543d5" /><Relationship Type="http://schemas.openxmlformats.org/officeDocument/2006/relationships/slide" Target="/ppt/slides/slide3.xml" Id="R75e6247384f145b5" /><Relationship Type="http://schemas.openxmlformats.org/officeDocument/2006/relationships/slide" Target="/ppt/slides/slide4.xml" Id="R6a557230c88847c8" /><Relationship Type="http://schemas.openxmlformats.org/officeDocument/2006/relationships/slide" Target="/ppt/slides/slide5.xml" Id="R0b01255a1326483c" /><Relationship Type="http://schemas.openxmlformats.org/officeDocument/2006/relationships/slide" Target="/ppt/slides/slide6.xml" Id="Ra6be01894c75489c" /><Relationship Type="http://schemas.openxmlformats.org/officeDocument/2006/relationships/slide" Target="/ppt/slides/slide7.xml" Id="R90f2749f7f8d479e" /><Relationship Type="http://schemas.openxmlformats.org/officeDocument/2006/relationships/slide" Target="/ppt/slides/slide8.xml" Id="R9421f096b19e44c6" /><Relationship Type="http://schemas.openxmlformats.org/officeDocument/2006/relationships/slide" Target="/ppt/slides/slide9.xml" Id="R09bf40d62e7b4a2e" /><Relationship Type="http://schemas.openxmlformats.org/officeDocument/2006/relationships/slide" Target="/ppt/slides/slide10.xml" Id="Rc6be3493c83b45b9" /><Relationship Type="http://schemas.openxmlformats.org/officeDocument/2006/relationships/slide" Target="/ppt/slides/slide11.xml" Id="Ra519e15071834af2" /><Relationship Type="http://schemas.openxmlformats.org/officeDocument/2006/relationships/slide" Target="/ppt/slides/slide12.xml" Id="Reb41456b4dc849d4" /><Relationship Type="http://schemas.openxmlformats.org/officeDocument/2006/relationships/slide" Target="/ppt/slides/slide13.xml" Id="R9558ceed54fa4183" /><Relationship Type="http://schemas.openxmlformats.org/officeDocument/2006/relationships/slide" Target="/ppt/slides/slide14.xml" Id="R015f946fa6084188" /><Relationship Type="http://schemas.openxmlformats.org/officeDocument/2006/relationships/slide" Target="/ppt/slides/slide15.xml" Id="R0bcd0eff569b4e68" /><Relationship Type="http://schemas.openxmlformats.org/officeDocument/2006/relationships/slide" Target="/ppt/slides/slide16.xml" Id="R93680fc46d4c44bd" /><Relationship Type="http://schemas.openxmlformats.org/officeDocument/2006/relationships/slide" Target="/ppt/slides/slide17.xml" Id="R4273863e63924678" /><Relationship Type="http://schemas.openxmlformats.org/officeDocument/2006/relationships/slide" Target="/ppt/slides/slide18.xml" Id="Rbf7ee18ab52f4a02" /><Relationship Type="http://schemas.openxmlformats.org/officeDocument/2006/relationships/slide" Target="/ppt/slides/slide19.xml" Id="R129cccdcf3b14a1b" /><Relationship Type="http://schemas.openxmlformats.org/officeDocument/2006/relationships/slide" Target="/ppt/slides/slide20.xml" Id="Rf0b7dc18688d427e" /><Relationship Type="http://schemas.openxmlformats.org/officeDocument/2006/relationships/slide" Target="/ppt/slides/slide21.xml" Id="Rf32588f68f6c497d" /><Relationship Type="http://schemas.openxmlformats.org/officeDocument/2006/relationships/slide" Target="/ppt/slides/slide22.xml" Id="R2bb91161f966416d" /><Relationship Type="http://schemas.openxmlformats.org/officeDocument/2006/relationships/slide" Target="/ppt/slides/slide23.xml" Id="Rad6e3a5bacf04662" /><Relationship Type="http://schemas.openxmlformats.org/officeDocument/2006/relationships/slide" Target="/ppt/slides/slide24.xml" Id="R769a5616e54f480b" /><Relationship Type="http://schemas.openxmlformats.org/officeDocument/2006/relationships/slide" Target="/ppt/slides/slide25.xml" Id="Rf7741eaedd634472" /><Relationship Type="http://schemas.openxmlformats.org/officeDocument/2006/relationships/slide" Target="/ppt/slides/slide26.xml" Id="R35be1278866e489c" /><Relationship Type="http://schemas.openxmlformats.org/officeDocument/2006/relationships/slide" Target="/ppt/slides/slide27.xml" Id="R6d27c6702ff4494c" /><Relationship Type="http://schemas.openxmlformats.org/officeDocument/2006/relationships/slide" Target="/ppt/slides/slide28.xml" Id="Rbb601452abf34e82" /><Relationship Type="http://schemas.openxmlformats.org/officeDocument/2006/relationships/slide" Target="/ppt/slides/slide29.xml" Id="R1c319c2cc1c5460f" /><Relationship Type="http://schemas.openxmlformats.org/officeDocument/2006/relationships/slide" Target="/ppt/slides/slide30.xml" Id="R0b4225458acf407d" /><Relationship Type="http://schemas.openxmlformats.org/officeDocument/2006/relationships/slide" Target="/ppt/slides/slide31.xml" Id="Rd3d8795d876741c3" /><Relationship Type="http://schemas.openxmlformats.org/officeDocument/2006/relationships/slide" Target="/ppt/slides/slide32.xml" Id="R7ec30439fe1c4793" /><Relationship Type="http://schemas.openxmlformats.org/officeDocument/2006/relationships/slide" Target="/ppt/slides/slide33.xml" Id="Raa91b06a98da4f9f" /><Relationship Type="http://schemas.openxmlformats.org/officeDocument/2006/relationships/slide" Target="/ppt/slides/slide34.xml" Id="Rd5f8b3f9ea764253" /><Relationship Type="http://schemas.openxmlformats.org/officeDocument/2006/relationships/slide" Target="/ppt/slides/slide35.xml" Id="R55a195d4ee4b42e6" /><Relationship Type="http://schemas.openxmlformats.org/officeDocument/2006/relationships/slide" Target="/ppt/slides/slide36.xml" Id="R26737b5804844101" /><Relationship Type="http://schemas.openxmlformats.org/officeDocument/2006/relationships/slide" Target="/ppt/slides/slide37.xml" Id="R79246205a0dc47e4" /><Relationship Type="http://schemas.openxmlformats.org/officeDocument/2006/relationships/slide" Target="/ppt/slides/slide38.xml" Id="Raee7792a28c64bdc" /><Relationship Type="http://schemas.openxmlformats.org/officeDocument/2006/relationships/slide" Target="/ppt/slides/slide39.xml" Id="R8c07977eff394314" /><Relationship Type="http://schemas.openxmlformats.org/officeDocument/2006/relationships/slide" Target="/ppt/slides/slide40.xml" Id="Rd044ce3c5af54bfb" /><Relationship Type="http://schemas.openxmlformats.org/officeDocument/2006/relationships/slide" Target="/ppt/slides/slide41.xml" Id="Rd5011e54e93d4141" /><Relationship Type="http://schemas.openxmlformats.org/officeDocument/2006/relationships/slide" Target="/ppt/slides/slide42.xml" Id="Rec4be1b94b584454" /><Relationship Type="http://schemas.openxmlformats.org/officeDocument/2006/relationships/slide" Target="/ppt/slides/slide43.xml" Id="R8314968148f044bc" /><Relationship Type="http://schemas.openxmlformats.org/officeDocument/2006/relationships/slide" Target="/ppt/slides/slide44.xml" Id="R616bbeaaaad7491d" /><Relationship Type="http://schemas.openxmlformats.org/officeDocument/2006/relationships/slide" Target="/ppt/slides/slide45.xml" Id="Ra6b7ae85ea304e90" /><Relationship Type="http://schemas.openxmlformats.org/officeDocument/2006/relationships/slide" Target="/ppt/slides/slide46.xml" Id="R1dcc01d7d5de42e4" /><Relationship Type="http://schemas.openxmlformats.org/officeDocument/2006/relationships/slide" Target="/ppt/slides/slide47.xml" Id="Rc2d35fe86b3344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3346380aa640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505338da794d13" /><Relationship Type="http://schemas.openxmlformats.org/officeDocument/2006/relationships/notesMaster" Target="/ppt/notesMasters/notesMaster1.xml" Id="R9c526680085c43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597092ba5445b5" /><Relationship Type="http://schemas.openxmlformats.org/officeDocument/2006/relationships/notesMaster" Target="/ppt/notesMasters/notesMaster1.xml" Id="R5258481108494e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0162c1b7094c5a" /><Relationship Type="http://schemas.openxmlformats.org/officeDocument/2006/relationships/notesMaster" Target="/ppt/notesMasters/notesMaster1.xml" Id="R1768973cddda40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43588df46f4e32" /><Relationship Type="http://schemas.openxmlformats.org/officeDocument/2006/relationships/notesMaster" Target="/ppt/notesMasters/notesMaster1.xml" Id="R0f63ddce1c2c44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4fae2295174943" /><Relationship Type="http://schemas.openxmlformats.org/officeDocument/2006/relationships/notesMaster" Target="/ppt/notesMasters/notesMaster1.xml" Id="R0f8b590772eb4b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6a8d1bcba54d94" /><Relationship Type="http://schemas.openxmlformats.org/officeDocument/2006/relationships/notesMaster" Target="/ppt/notesMasters/notesMaster1.xml" Id="Rf5186560cf9342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7733b588484852" /><Relationship Type="http://schemas.openxmlformats.org/officeDocument/2006/relationships/notesMaster" Target="/ppt/notesMasters/notesMaster1.xml" Id="Ra3b4db2dede24f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47c47f825740bd" /><Relationship Type="http://schemas.openxmlformats.org/officeDocument/2006/relationships/notesMaster" Target="/ppt/notesMasters/notesMaster1.xml" Id="R15babfb2188746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c59a1be4e34329" /><Relationship Type="http://schemas.openxmlformats.org/officeDocument/2006/relationships/notesMaster" Target="/ppt/notesMasters/notesMaster1.xml" Id="R5be42806311f46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43613ff4134a5c" /><Relationship Type="http://schemas.openxmlformats.org/officeDocument/2006/relationships/notesMaster" Target="/ppt/notesMasters/notesMaster1.xml" Id="R8bb406982a4649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d472d058fba4d72" /><Relationship Type="http://schemas.openxmlformats.org/officeDocument/2006/relationships/notesMaster" Target="/ppt/notesMasters/notesMaster1.xml" Id="R01d8ecf20c3e42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327c7fa5ca404d" /><Relationship Type="http://schemas.openxmlformats.org/officeDocument/2006/relationships/notesMaster" Target="/ppt/notesMasters/notesMaster1.xml" Id="Rcb241fba0cc844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be0fee4e8a430e" /><Relationship Type="http://schemas.openxmlformats.org/officeDocument/2006/relationships/notesMaster" Target="/ppt/notesMasters/notesMaster1.xml" Id="R0b51b836fda243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b8134763794ab3" /><Relationship Type="http://schemas.openxmlformats.org/officeDocument/2006/relationships/notesMaster" Target="/ppt/notesMasters/notesMaster1.xml" Id="Rc6e7d42e8cb6426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038b2c67c94fbc" /><Relationship Type="http://schemas.openxmlformats.org/officeDocument/2006/relationships/notesMaster" Target="/ppt/notesMasters/notesMaster1.xml" Id="R892be116fd4140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e6caebce1fa4bf9" /><Relationship Type="http://schemas.openxmlformats.org/officeDocument/2006/relationships/notesMaster" Target="/ppt/notesMasters/notesMaster1.xml" Id="Rfa3e0d530850413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43acaf802b44995" /><Relationship Type="http://schemas.openxmlformats.org/officeDocument/2006/relationships/notesMaster" Target="/ppt/notesMasters/notesMaster1.xml" Id="R14a220222f5b413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a6fbcef3ca44d80" /><Relationship Type="http://schemas.openxmlformats.org/officeDocument/2006/relationships/notesMaster" Target="/ppt/notesMasters/notesMaster1.xml" Id="R274eb7b826cb411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7e47a0fcb514c01" /><Relationship Type="http://schemas.openxmlformats.org/officeDocument/2006/relationships/notesMaster" Target="/ppt/notesMasters/notesMaster1.xml" Id="Ra893d95f68094c0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782695aa0454f9c" /><Relationship Type="http://schemas.openxmlformats.org/officeDocument/2006/relationships/notesMaster" Target="/ppt/notesMasters/notesMaster1.xml" Id="R6d4d494b57c048c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275c03c3fd744a5" /><Relationship Type="http://schemas.openxmlformats.org/officeDocument/2006/relationships/notesMaster" Target="/ppt/notesMasters/notesMaster1.xml" Id="Rd837ee8e02a6411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435b261d18944a0" /><Relationship Type="http://schemas.openxmlformats.org/officeDocument/2006/relationships/notesMaster" Target="/ppt/notesMasters/notesMaster1.xml" Id="R4ff1e4adb39c48f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fc65a1a42db4f7a" /><Relationship Type="http://schemas.openxmlformats.org/officeDocument/2006/relationships/notesMaster" Target="/ppt/notesMasters/notesMaster1.xml" Id="R691bac42f69843a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afcd16b0e4b412a" /><Relationship Type="http://schemas.openxmlformats.org/officeDocument/2006/relationships/notesMaster" Target="/ppt/notesMasters/notesMaster1.xml" Id="R4292ae5e9e8746c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5574702bb5342d6" /><Relationship Type="http://schemas.openxmlformats.org/officeDocument/2006/relationships/notesMaster" Target="/ppt/notesMasters/notesMaster1.xml" Id="Ra32bb7be3e8d47a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6743338fc504e96" /><Relationship Type="http://schemas.openxmlformats.org/officeDocument/2006/relationships/notesMaster" Target="/ppt/notesMasters/notesMaster1.xml" Id="R77a06e1ed22d42a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ad46ccae1614ee3" /><Relationship Type="http://schemas.openxmlformats.org/officeDocument/2006/relationships/notesMaster" Target="/ppt/notesMasters/notesMaster1.xml" Id="Rdbc66fbd054545f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c18e5ee6b144db2" /><Relationship Type="http://schemas.openxmlformats.org/officeDocument/2006/relationships/notesMaster" Target="/ppt/notesMasters/notesMaster1.xml" Id="R9d3fd59f8b1d454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66020c1d19a4800" /><Relationship Type="http://schemas.openxmlformats.org/officeDocument/2006/relationships/notesMaster" Target="/ppt/notesMasters/notesMaster1.xml" Id="R8124f93d16a04ab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aa6a8478a08434b" /><Relationship Type="http://schemas.openxmlformats.org/officeDocument/2006/relationships/notesMaster" Target="/ppt/notesMasters/notesMaster1.xml" Id="R758b4d01d7094cc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a925a5687f547e1" /><Relationship Type="http://schemas.openxmlformats.org/officeDocument/2006/relationships/notesMaster" Target="/ppt/notesMasters/notesMaster1.xml" Id="R751efb6c0c20414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3e6de39acbb449e" /><Relationship Type="http://schemas.openxmlformats.org/officeDocument/2006/relationships/notesMaster" Target="/ppt/notesMasters/notesMaster1.xml" Id="R70b5246ce2d4443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f047036674c422a" /><Relationship Type="http://schemas.openxmlformats.org/officeDocument/2006/relationships/notesMaster" Target="/ppt/notesMasters/notesMaster1.xml" Id="R7d752cf83ffa499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76dbb7958944ae0" /><Relationship Type="http://schemas.openxmlformats.org/officeDocument/2006/relationships/notesMaster" Target="/ppt/notesMasters/notesMaster1.xml" Id="R87c9936dacf548a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2695bf4b8f74ab5" /><Relationship Type="http://schemas.openxmlformats.org/officeDocument/2006/relationships/notesMaster" Target="/ppt/notesMasters/notesMaster1.xml" Id="Rc737139f9de94b4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f44d70b930241e8" /><Relationship Type="http://schemas.openxmlformats.org/officeDocument/2006/relationships/notesMaster" Target="/ppt/notesMasters/notesMaster1.xml" Id="Rdf53f8ef5639474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2080e5a74c84550" /><Relationship Type="http://schemas.openxmlformats.org/officeDocument/2006/relationships/notesMaster" Target="/ppt/notesMasters/notesMaster1.xml" Id="R733419bdd83847f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48d22890d114b0e" /><Relationship Type="http://schemas.openxmlformats.org/officeDocument/2006/relationships/notesMaster" Target="/ppt/notesMasters/notesMaster1.xml" Id="R0b3b1a602e9b499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c4c74b4f4df4f0d" /><Relationship Type="http://schemas.openxmlformats.org/officeDocument/2006/relationships/notesMaster" Target="/ppt/notesMasters/notesMaster1.xml" Id="R993d51b7756b4c4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be6296737a04565" /><Relationship Type="http://schemas.openxmlformats.org/officeDocument/2006/relationships/notesMaster" Target="/ppt/notesMasters/notesMaster1.xml" Id="Rd182b83dc059491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d40f078ebb34ded" /><Relationship Type="http://schemas.openxmlformats.org/officeDocument/2006/relationships/notesMaster" Target="/ppt/notesMasters/notesMaster1.xml" Id="Rdcc529f4832d44d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4b5839f5d2d43ce" /><Relationship Type="http://schemas.openxmlformats.org/officeDocument/2006/relationships/notesMaster" Target="/ppt/notesMasters/notesMaster1.xml" Id="R95f367384a064a0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403bf11d958461c" /><Relationship Type="http://schemas.openxmlformats.org/officeDocument/2006/relationships/notesMaster" Target="/ppt/notesMasters/notesMaster1.xml" Id="Rb26f2722c0714986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a7a36da409a489b" /><Relationship Type="http://schemas.openxmlformats.org/officeDocument/2006/relationships/notesMaster" Target="/ppt/notesMasters/notesMaster1.xml" Id="Ra58cfc668104434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5f1ffd438f8440d" /><Relationship Type="http://schemas.openxmlformats.org/officeDocument/2006/relationships/notesMaster" Target="/ppt/notesMasters/notesMaster1.xml" Id="R677880cc63024a4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85cc189b962c44da" /><Relationship Type="http://schemas.openxmlformats.org/officeDocument/2006/relationships/notesMaster" Target="/ppt/notesMasters/notesMaster1.xml" Id="Re41e6c06e5fe466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53c746307c04ba1" /><Relationship Type="http://schemas.openxmlformats.org/officeDocument/2006/relationships/notesMaster" Target="/ppt/notesMasters/notesMaster1.xml" Id="Rf3841c98da114b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Andrej Karpathy 將這種『先跟著靈感走、用自然語言讓 AI 協助把想法做出來』的工作方式稱為 Vibe Coding。這裡把它轉成適合今天社群的學習入口：當你突然想到一個教學活動、研究工具或生活中的小作品，不必先被『我不會寫程式』擋住，可以先把想法說清楚，讓 AI／Agent 協助把它推成第一個可操作原型。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 Vibe Coding 不是把責任交給模型。要保留人工試用、資料權限、測試與品質判斷；靈感負責啟動，人的目的與驗證負責把作品帶到可用。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https://www.youtube.com/watch?v=LCEmiRjPEtQ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Vibe Working 是本工作坊把 Vibe Coding 延伸到日常工作的課程框架，不把它當成 Andrej Karpathy 的原始名詞。當我們在工作中發現『為什麼人生要一直浪費在這些重複事情上』，那個不滿與靈感就是自動化的入口。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請大家不要只追求做更多，而是把重複流程交給 AI／Agent 後，重新決定省下來的時間要回到哪裡：更好的課程、更扎實的研究、更深的人際互動，或是自己一直想做卻沒有時間做的事。效率的終點不是把行程塞滿，而是重新取得生活的主導權。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上午會帶大家從 Level 1 的對話式 AI，進階到 Level 2 的協作式 AI：用 Gemini Notebook、Gem 與 Canvas 一起完成作品。下午再進入 Level 3 的 Agentic AI，讓 Agent 從頭到尾推進任務並交付成果。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Level 3 不只是『模型比較強』，而是人、工作區、工具、規則與 Skills 組成一個可重複的工作流。你可以把自己的 AI Agent 想成一位長期協作的數位同仁：它會逐漸理解你的工作方式與痛點，但授權範圍、驗證標準與最後責任仍由人保留。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這一頁要讓文組專業者先放下『我不會寫程式，所以做不到』的自我設限。AI 與 Agent 可以協助把語言、想法與需求轉成程式碼、介面、資料流程與可操作作品；就像多了一雙翅膀，像 Red Bull 一樣如虎添翼，讓我們飛得更高、更遠。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但翅膀不是方向。真正要帶進工作坊的，是大家對教學、研究、文本、人的理解，以及對問題的判斷。技術執行可以交給工具協作，目的與最後責任仍由人掌握。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這不是文理對立，而是能力重新組隊。文組長期累積的理解、脈絡、辨識、表達與教育／研究判斷，正是 AI 時代的導航能力；AI 與 Agent 則補上程式、介面、資料與自動化的執行能力。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對今天在場的教授與社群成員來說，大家不是要變成另一種人，而是帶著原本的專業，取得一雙能把專業帶到更遠地方的技術翅膀。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請大家把今天想做的事情想成一次出航：先帶上自己的真問題與專業脈絡，再讓 Agent 補上技術翅膀。不是先學會所有工具才開始，而是從一個真實需求開始，讓工具協助我們完成以前以為不可能的事；最後仍由人驗證，並把成果帶回教學、研究與生活。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這也是今天上午的學習弧線：先說清楚，再有根據、有角色、有作品、能分享。等一下請大家帶著這個問題進入實作：如果我真的多了一雙翅膀，想飛去哪裡？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上午先教兩條語音入口。Typeless 適合把想法整理成可複製文字，再交給 Notebook、Gem 或 Canvas；ChatGPT Voice in Work／Codex 適合在桌面版工作區直接口述任務、追問進度與協調 Agent。兩者不是功能排名，而是依工作情境選擇。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現場請避免直接口述學生姓名、信箱、成績或未公開研究資料；先以合成情境示範。Codex Voice 仍需麥克風與工作區權限，請依帳號與資料控制設定使用。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示範同一個痛點的兩種走法：Typeless 先把口語整理成可複製文字；Codex Voice 則在 ChatGPT 桌面版的 Work／Codex 工作區直接口述任務，讓 Agent 先提出計畫再行動。兩者都要人工檢查意圖、限制、權限與敏感資料。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題目開始。Typeless 使用者保留『原始口述』與『整理後版本』；Codex Voice 使用者保留『口述任務』與『Agent 計畫』。兩組都要在交給下一個工具前，確認沒有個資、越權要求或未授權發布。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這張橋接圖把兩種語音入口放回上午產線：Typeless 負責整理文字，Codex Voice 負責在工作區協調 Agent；兩者都必須留下可檢查的文字、計畫或證據。接著可把問題交給 Gemini Notebook 建立來源包，或交給 Codex／Gem／Canvas 推進作品。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這張是上午與下午之間的生活哲學橋接。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講者觀察：Agent 讓我能完成很多以前想不到自己能做到的事，能力變得非常強大，就像擁有超能力一樣。現在 Agent 時代到來，讓人感覺「沒有你做不到的事，只有你想不到的事」。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但省下時間不等於要把行程塞滿。以前自己做完一件事就結束；現在有 AI 與 Agent 幫忙，常常只要原本 1/10 甚至 1/20 的時間，效率提升至少 20 倍，就會立刻想再做更多優化與改良。這張先請大家停一下，問自己：省下來的時間，我要拿來做什麼？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請把答案帶到下午最後的反思：培養興趣與未來志向、陪伴孩子與家人、和同儕與同事深入溝通，讓科技能力最後回到人的生活與關係。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6658c765246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a18f566d5c40cc" /><Relationship Type="http://schemas.openxmlformats.org/officeDocument/2006/relationships/slideLayout" Target="/ppt/slideLayouts/slideLayout1.xml" Id="R9699bf5aedba42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99bf5aedba42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832b7ecd8415d" /><Relationship Type="http://schemas.openxmlformats.org/officeDocument/2006/relationships/image" Target="/ppt/media/image.png" Id="R0844fb67bb6b4597" /><Relationship Type="http://schemas.openxmlformats.org/officeDocument/2006/relationships/notesSlide" Target="/ppt/notesSlides/notesSlide1.xml" Id="R35734d3713064c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2ab77a51045eb" /><Relationship Type="http://schemas.openxmlformats.org/officeDocument/2006/relationships/hyperlink" Target="https://www.youtube.com/watch?v=LCEmiRjPEtQ" TargetMode="External" Id="R63852419269a4f9f" /><Relationship Type="http://schemas.openxmlformats.org/officeDocument/2006/relationships/image" Target="/ppt/media/image2.png" Id="Rebd227a3f7ea44aa" /><Relationship Type="http://schemas.openxmlformats.org/officeDocument/2006/relationships/notesSlide" Target="/ppt/notesSlides/notesSlide2.xml" Id="R4a6163b108b54d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89363174f417d" /><Relationship Type="http://schemas.openxmlformats.org/officeDocument/2006/relationships/hyperlink" Target="https://notebook.google.com/" TargetMode="External" Id="R6337456e9a764269" /><Relationship Type="http://schemas.openxmlformats.org/officeDocument/2006/relationships/hyperlink" Target="https://gemini.google.com/app" TargetMode="External" Id="R1fe95a166ee74693" /><Relationship Type="http://schemas.openxmlformats.org/officeDocument/2006/relationships/image" Target="/ppt/media/image3.png" Id="R7c0ae45407064fb9" /><Relationship Type="http://schemas.openxmlformats.org/officeDocument/2006/relationships/image" Target="/ppt/media/image4.png" Id="Rc4ef5996d391420c" /><Relationship Type="http://schemas.openxmlformats.org/officeDocument/2006/relationships/notesSlide" Target="/ppt/notesSlides/notesSlide3.xml" Id="R7ca40850a09040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5d30df05e4370" /><Relationship Type="http://schemas.openxmlformats.org/officeDocument/2006/relationships/hyperlink" Target="https://notebook.google.com/" TargetMode="External" Id="R544dc634c9764964" /><Relationship Type="http://schemas.openxmlformats.org/officeDocument/2006/relationships/hyperlink" Target="https://gemini.google.com/app" TargetMode="External" Id="R34e9ccb62fdb4104" /><Relationship Type="http://schemas.openxmlformats.org/officeDocument/2006/relationships/hyperlink" Target="https://antigravity.google/" TargetMode="External" Id="R445c213a6ab04ecb" /><Relationship Type="http://schemas.openxmlformats.org/officeDocument/2006/relationships/image" Target="/ppt/media/image5.png" Id="R0c23825f876249de" /><Relationship Type="http://schemas.openxmlformats.org/officeDocument/2006/relationships/image" Target="/ppt/media/image6.png" Id="R591451dd25ed443c" /><Relationship Type="http://schemas.openxmlformats.org/officeDocument/2006/relationships/image" Target="/ppt/media/image7.png" Id="R02d079e80d694e12" /><Relationship Type="http://schemas.openxmlformats.org/officeDocument/2006/relationships/notesSlide" Target="/ppt/notesSlides/notesSlide4.xml" Id="R4775daf2d1824b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1a0f8ff944f53" /><Relationship Type="http://schemas.openxmlformats.org/officeDocument/2006/relationships/notesSlide" Target="/ppt/notesSlides/notesSlide5.xml" Id="R52bc3df63bb34b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5786bd4ec458d" /><Relationship Type="http://schemas.openxmlformats.org/officeDocument/2006/relationships/notesSlide" Target="/ppt/notesSlides/notesSlide6.xml" Id="Rbe65a2cb27b843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96d4468a84d57" /><Relationship Type="http://schemas.openxmlformats.org/officeDocument/2006/relationships/notesSlide" Target="/ppt/notesSlides/notesSlide7.xml" Id="R8de8171b4d9e40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1e82acfd43485f" /><Relationship Type="http://schemas.openxmlformats.org/officeDocument/2006/relationships/notesSlide" Target="/ppt/notesSlides/notesSlide8.xml" Id="Rc93118db277045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b81308e88a4ca1" /><Relationship Type="http://schemas.openxmlformats.org/officeDocument/2006/relationships/hyperlink" Target="https://www.typeless.com/" TargetMode="External" Id="Rd2b2f2270ca44507" /><Relationship Type="http://schemas.openxmlformats.org/officeDocument/2006/relationships/hyperlink" Target="https://notebook.google.com/" TargetMode="External" Id="R5f8ec3210e644b73" /><Relationship Type="http://schemas.openxmlformats.org/officeDocument/2006/relationships/image" Target="/ppt/media/image8.png" Id="R784c1eef5442411f" /><Relationship Type="http://schemas.openxmlformats.org/officeDocument/2006/relationships/image" Target="/ppt/media/image9.png" Id="R6842725d84ad4c81" /><Relationship Type="http://schemas.openxmlformats.org/officeDocument/2006/relationships/notesSlide" Target="/ppt/notesSlides/notesSlide9.xml" Id="Racb6d3031e9c44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f73ae93554e7a" /><Relationship Type="http://schemas.openxmlformats.org/officeDocument/2006/relationships/notesSlide" Target="/ppt/notesSlides/notesSlide10.xml" Id="Rec0146376451466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7083dc05243a7" /><Relationship Type="http://schemas.openxmlformats.org/officeDocument/2006/relationships/notesSlide" Target="/ppt/notesSlides/notesSlide11.xml" Id="Rca245a0317ab43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9238a7730400b" /><Relationship Type="http://schemas.openxmlformats.org/officeDocument/2006/relationships/notesSlide" Target="/ppt/notesSlides/notesSlide12.xml" Id="R9e485449028049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666dfe0d84488" /><Relationship Type="http://schemas.openxmlformats.org/officeDocument/2006/relationships/notesSlide" Target="/ppt/notesSlides/notesSlide13.xml" Id="R13ee46b1616742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a423180ab41ae" /><Relationship Type="http://schemas.openxmlformats.org/officeDocument/2006/relationships/image" Target="/ppt/media/image10.png" Id="Rcad6aefe1d0f433e" /><Relationship Type="http://schemas.openxmlformats.org/officeDocument/2006/relationships/hyperlink" Target="https://cagoooo.github.io/Akai/" TargetMode="External" Id="R854edda78dd144f5" /><Relationship Type="http://schemas.openxmlformats.org/officeDocument/2006/relationships/image" Target="/ppt/media/image11.png" Id="Rd4c6da5b42e34b88" /><Relationship Type="http://schemas.openxmlformats.org/officeDocument/2006/relationships/notesSlide" Target="/ppt/notesSlides/notesSlide14.xml" Id="Rf2e4ec9c75fe403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6c1b2aca44a69" /><Relationship Type="http://schemas.openxmlformats.org/officeDocument/2006/relationships/hyperlink" Target="https://cagoooo.github.io/Akai/tool/91/" TargetMode="External" Id="Rdc57efd5b0d34428" /><Relationship Type="http://schemas.openxmlformats.org/officeDocument/2006/relationships/image" Target="/ppt/media/image12.png" Id="R4d8c4712fd754851" /><Relationship Type="http://schemas.openxmlformats.org/officeDocument/2006/relationships/hyperlink" Target="https://cagoooo.github.io/PhotoPoet/" TargetMode="External" Id="R70b07b7341714d08" /><Relationship Type="http://schemas.openxmlformats.org/officeDocument/2006/relationships/image" Target="/ppt/media/image13.png" Id="R5b01ebb793a24f60" /><Relationship Type="http://schemas.openxmlformats.org/officeDocument/2006/relationships/hyperlink" Target="https://cagoooo.github.io/Akai/tool/58/" TargetMode="External" Id="R7504b60c12e44f6d" /><Relationship Type="http://schemas.openxmlformats.org/officeDocument/2006/relationships/image" Target="/ppt/media/image14.png" Id="Re704d844721b4af5" /><Relationship Type="http://schemas.openxmlformats.org/officeDocument/2006/relationships/hyperlink" Target="https://cagoooo.github.io/prepare/" TargetMode="External" Id="R9643cb5c98db4fee" /><Relationship Type="http://schemas.openxmlformats.org/officeDocument/2006/relationships/image" Target="/ppt/media/image15.png" Id="R876e43830c774fad" /><Relationship Type="http://schemas.openxmlformats.org/officeDocument/2006/relationships/hyperlink" Target="https://cagoooo.github.io/Akai/tool/11/" TargetMode="External" Id="R8a3d279a9bfe4251" /><Relationship Type="http://schemas.openxmlformats.org/officeDocument/2006/relationships/image" Target="/ppt/media/image16.png" Id="R4c0c9d91d9fe47e7" /><Relationship Type="http://schemas.openxmlformats.org/officeDocument/2006/relationships/hyperlink" Target="https://cagoooo.github.io/Akailao/" TargetMode="External" Id="Rebc45a5824414f4d" /><Relationship Type="http://schemas.openxmlformats.org/officeDocument/2006/relationships/image" Target="/ppt/media/image17.png" Id="Rd3233a87f8404da4" /><Relationship Type="http://schemas.openxmlformats.org/officeDocument/2006/relationships/notesSlide" Target="/ppt/notesSlides/notesSlide15.xml" Id="R468745a00698419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274450a254c55" /><Relationship Type="http://schemas.openxmlformats.org/officeDocument/2006/relationships/hyperlink" Target="https://cagoooo.github.io/Akai/tool/3/" TargetMode="External" Id="Rb55902ae5a984b71" /><Relationship Type="http://schemas.openxmlformats.org/officeDocument/2006/relationships/image" Target="/ppt/media/image18.png" Id="R8f4e5b5ed90e4e7b" /><Relationship Type="http://schemas.openxmlformats.org/officeDocument/2006/relationships/hyperlink" Target="https://cagoooo.github.io/vote/" TargetMode="External" Id="Rc01687f1c1ba4137" /><Relationship Type="http://schemas.openxmlformats.org/officeDocument/2006/relationships/image" Target="/ppt/media/image19.png" Id="Rc5c21adb9ed14858" /><Relationship Type="http://schemas.openxmlformats.org/officeDocument/2006/relationships/hyperlink" Target="https://cagoooo.github.io/Akai/tool/24/" TargetMode="External" Id="R7827ddf8453f4e93" /><Relationship Type="http://schemas.openxmlformats.org/officeDocument/2006/relationships/image" Target="/ppt/media/image20.png" Id="Re7d300de50714614" /><Relationship Type="http://schemas.openxmlformats.org/officeDocument/2006/relationships/hyperlink" Target="https://sites.google.com/mail2.smes.tyc.edu.tw/114teacher/" TargetMode="External" Id="Reab57b1dd6fd4b26" /><Relationship Type="http://schemas.openxmlformats.org/officeDocument/2006/relationships/image" Target="/ppt/media/image21.png" Id="R1e2a679a775342d3" /><Relationship Type="http://schemas.openxmlformats.org/officeDocument/2006/relationships/hyperlink" Target="https://cagoooo.github.io/Akai/tool/81/" TargetMode="External" Id="R52a791c570f74764" /><Relationship Type="http://schemas.openxmlformats.org/officeDocument/2006/relationships/image" Target="/ppt/media/image22.png" Id="R3c6c6f54f8b0414e" /><Relationship Type="http://schemas.openxmlformats.org/officeDocument/2006/relationships/hyperlink" Target="https://cagoooo.github.io/it-cockpit/" TargetMode="External" Id="Ra36eb85afdf3423e" /><Relationship Type="http://schemas.openxmlformats.org/officeDocument/2006/relationships/image" Target="/ppt/media/image23.png" Id="Rf0c8440bcec7465f" /><Relationship Type="http://schemas.openxmlformats.org/officeDocument/2006/relationships/notesSlide" Target="/ppt/notesSlides/notesSlide16.xml" Id="R812eedf32520443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4dffa67f45452e" /><Relationship Type="http://schemas.openxmlformats.org/officeDocument/2006/relationships/hyperlink" Target="https://www.typeless.com/" TargetMode="External" Id="R5e0b204d126f4b99" /><Relationship Type="http://schemas.openxmlformats.org/officeDocument/2006/relationships/hyperlink" Target="https://chatgpt.com/codex/" TargetMode="External" Id="Rb9101c8727174627" /><Relationship Type="http://schemas.openxmlformats.org/officeDocument/2006/relationships/image" Target="/ppt/media/image24.png" Id="Ra9e16bd463054b1a" /><Relationship Type="http://schemas.openxmlformats.org/officeDocument/2006/relationships/image" Target="/ppt/media/image25.png" Id="R574335980acf44dc" /><Relationship Type="http://schemas.openxmlformats.org/officeDocument/2006/relationships/notesSlide" Target="/ppt/notesSlides/notesSlide17.xml" Id="R14fc94d5249e4af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be86dd74b476e" /><Relationship Type="http://schemas.openxmlformats.org/officeDocument/2006/relationships/hyperlink" Target="https://www.typeless.com/" TargetMode="External" Id="R7b24f377bbca4f53" /><Relationship Type="http://schemas.openxmlformats.org/officeDocument/2006/relationships/hyperlink" Target="https://chatgpt.com/codex/" TargetMode="External" Id="R45406d1065ab4007" /><Relationship Type="http://schemas.openxmlformats.org/officeDocument/2006/relationships/image" Target="/ppt/media/image26.png" Id="Rf3f7d42656f54267" /><Relationship Type="http://schemas.openxmlformats.org/officeDocument/2006/relationships/image" Target="/ppt/media/image27.png" Id="R7f08b1a19c2f4769" /><Relationship Type="http://schemas.openxmlformats.org/officeDocument/2006/relationships/notesSlide" Target="/ppt/notesSlides/notesSlide18.xml" Id="R8310534e619d47d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c010b389b4e4d" /><Relationship Type="http://schemas.openxmlformats.org/officeDocument/2006/relationships/hyperlink" Target="https://www.typeless.com/downloads" TargetMode="External" Id="Rd0f1cacaf97f4d3b" /><Relationship Type="http://schemas.openxmlformats.org/officeDocument/2006/relationships/hyperlink" Target="https://chatgpt.com/codex/" TargetMode="External" Id="R313d9902477d415e" /><Relationship Type="http://schemas.openxmlformats.org/officeDocument/2006/relationships/image" Target="/ppt/media/image28.png" Id="R2c9dff588a804538" /><Relationship Type="http://schemas.openxmlformats.org/officeDocument/2006/relationships/image" Target="/ppt/media/image29.png" Id="R49c84c390fe5454e" /><Relationship Type="http://schemas.openxmlformats.org/officeDocument/2006/relationships/notesSlide" Target="/ppt/notesSlides/notesSlide19.xml" Id="R9fac0093d1e34d4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d838576e04892" /><Relationship Type="http://schemas.openxmlformats.org/officeDocument/2006/relationships/hyperlink" Target="https://www.typeless.com/" TargetMode="External" Id="Ref5bc8efd24f49d3" /><Relationship Type="http://schemas.openxmlformats.org/officeDocument/2006/relationships/hyperlink" Target="https://chatgpt.com/codex/" TargetMode="External" Id="R12118a81b5c64801" /><Relationship Type="http://schemas.openxmlformats.org/officeDocument/2006/relationships/hyperlink" Target="https://notebook.google.com/" TargetMode="External" Id="R885d362544dc40c2" /><Relationship Type="http://schemas.openxmlformats.org/officeDocument/2006/relationships/image" Target="/ppt/media/image30.png" Id="R5adf81a806424c1b" /><Relationship Type="http://schemas.openxmlformats.org/officeDocument/2006/relationships/image" Target="/ppt/media/image31.png" Id="R0a77d5d0e0b742e7" /><Relationship Type="http://schemas.openxmlformats.org/officeDocument/2006/relationships/notesSlide" Target="/ppt/notesSlides/notesSlide20.xml" Id="Rdc21dbe0040c4eb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7262eab344f4c" /><Relationship Type="http://schemas.openxmlformats.org/officeDocument/2006/relationships/notesSlide" Target="/ppt/notesSlides/notesSlide21.xml" Id="R918fbcc3fefe4b4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55135a76249b5" /><Relationship Type="http://schemas.openxmlformats.org/officeDocument/2006/relationships/hyperlink" Target="https://notebook.google.com/" TargetMode="External" Id="R3415ba9264804bcd" /><Relationship Type="http://schemas.openxmlformats.org/officeDocument/2006/relationships/image" Target="/ppt/media/image32.png" Id="R74a601c04a6340dd" /><Relationship Type="http://schemas.openxmlformats.org/officeDocument/2006/relationships/notesSlide" Target="/ppt/notesSlides/notesSlide22.xml" Id="Rfcafdb22c3fd4ce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2c61c43c9445b" /><Relationship Type="http://schemas.openxmlformats.org/officeDocument/2006/relationships/hyperlink" Target="https://notebook.google.com/" TargetMode="External" Id="R6ab2449f9d904528" /><Relationship Type="http://schemas.openxmlformats.org/officeDocument/2006/relationships/image" Target="/ppt/media/image33.png" Id="Rca23584a0d95493d" /><Relationship Type="http://schemas.openxmlformats.org/officeDocument/2006/relationships/notesSlide" Target="/ppt/notesSlides/notesSlide23.xml" Id="R7bdeff04b0304b1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457d0d8e54d74" /><Relationship Type="http://schemas.openxmlformats.org/officeDocument/2006/relationships/hyperlink" Target="https://notebook.google.com/" TargetMode="External" Id="Rde638b08725f42b1" /><Relationship Type="http://schemas.openxmlformats.org/officeDocument/2006/relationships/image" Target="/ppt/media/image34.png" Id="R5c35e31c558d4a5b" /><Relationship Type="http://schemas.openxmlformats.org/officeDocument/2006/relationships/notesSlide" Target="/ppt/notesSlides/notesSlide24.xml" Id="Rd7b09b9544624eb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886bc63df42b1" /><Relationship Type="http://schemas.openxmlformats.org/officeDocument/2006/relationships/hyperlink" Target="https://notebook.google.com/" TargetMode="External" Id="R454b832b056641cc" /><Relationship Type="http://schemas.openxmlformats.org/officeDocument/2006/relationships/hyperlink" Target="https://github.com/cagoooo/it-cockpit" TargetMode="External" Id="R74d40fafe7544088" /><Relationship Type="http://schemas.openxmlformats.org/officeDocument/2006/relationships/hyperlink" Target="https://cagoooo.github.io/it-cockpit/" TargetMode="External" Id="R1d8b4f1964504a08" /><Relationship Type="http://schemas.openxmlformats.org/officeDocument/2006/relationships/image" Target="/ppt/media/image35.png" Id="R8209580de9224140" /><Relationship Type="http://schemas.openxmlformats.org/officeDocument/2006/relationships/image" Target="/ppt/media/image36.png" Id="R8695c0ecd1104e94" /><Relationship Type="http://schemas.openxmlformats.org/officeDocument/2006/relationships/image" Target="/ppt/media/image37.png" Id="R51f018416b6a4e84" /><Relationship Type="http://schemas.openxmlformats.org/officeDocument/2006/relationships/notesSlide" Target="/ppt/notesSlides/notesSlide25.xml" Id="R58436639981d46d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40370012f4bf9" /><Relationship Type="http://schemas.openxmlformats.org/officeDocument/2006/relationships/hyperlink" Target="https://notebook.google.com/" TargetMode="External" Id="R29a35a05e3074e07" /><Relationship Type="http://schemas.openxmlformats.org/officeDocument/2006/relationships/hyperlink" Target="https://cagoooo.github.io/it-cockpit/" TargetMode="External" Id="Rd571e1db5c534902" /><Relationship Type="http://schemas.openxmlformats.org/officeDocument/2006/relationships/image" Target="/ppt/media/image38.png" Id="Rd831cf46833149d8" /><Relationship Type="http://schemas.openxmlformats.org/officeDocument/2006/relationships/image" Target="/ppt/media/image39.png" Id="R7ae061eac203432e" /><Relationship Type="http://schemas.openxmlformats.org/officeDocument/2006/relationships/notesSlide" Target="/ppt/notesSlides/notesSlide26.xml" Id="R473d23483529440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8fbc3bf7d5449d" /><Relationship Type="http://schemas.openxmlformats.org/officeDocument/2006/relationships/hyperlink" Target="https://notebook.google.com/" TargetMode="External" Id="R5ae65e72f0ee47c9" /><Relationship Type="http://schemas.openxmlformats.org/officeDocument/2006/relationships/image" Target="/ppt/media/image40.png" Id="Rc27091cd6ed3427a" /><Relationship Type="http://schemas.openxmlformats.org/officeDocument/2006/relationships/notesSlide" Target="/ppt/notesSlides/notesSlide27.xml" Id="R243daba013cd4e5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75aa165b74c74" /><Relationship Type="http://schemas.openxmlformats.org/officeDocument/2006/relationships/hyperlink" Target="https://notebook.google.com/" TargetMode="External" Id="R7466ca1f552042eb" /><Relationship Type="http://schemas.openxmlformats.org/officeDocument/2006/relationships/image" Target="/ppt/media/image41.png" Id="R8f53677fa9ac4227" /><Relationship Type="http://schemas.openxmlformats.org/officeDocument/2006/relationships/notesSlide" Target="/ppt/notesSlides/notesSlide28.xml" Id="Ra871ab692341492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bbae1c40d45d6" /><Relationship Type="http://schemas.openxmlformats.org/officeDocument/2006/relationships/hyperlink" Target="https://notebook.google.com/" TargetMode="External" Id="Rf697cf2e99924414" /><Relationship Type="http://schemas.openxmlformats.org/officeDocument/2006/relationships/image" Target="/ppt/media/image42.png" Id="R6926b27111ae4ca8" /><Relationship Type="http://schemas.openxmlformats.org/officeDocument/2006/relationships/notesSlide" Target="/ppt/notesSlides/notesSlide29.xml" Id="R51bc9e9b8604468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3c2971d2b471c" /><Relationship Type="http://schemas.openxmlformats.org/officeDocument/2006/relationships/hyperlink" Target="https://gemini.google.com/gems/create" TargetMode="External" Id="R00a535273a184a92" /><Relationship Type="http://schemas.openxmlformats.org/officeDocument/2006/relationships/image" Target="/ppt/media/image43.png" Id="R76010c68b39f4edb" /><Relationship Type="http://schemas.openxmlformats.org/officeDocument/2006/relationships/notesSlide" Target="/ppt/notesSlides/notesSlide30.xml" Id="R3c0f72ec24ed40e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6ecb3dbb142f1" /><Relationship Type="http://schemas.openxmlformats.org/officeDocument/2006/relationships/hyperlink" Target="https://gemini.google.com/gems/create" TargetMode="External" Id="R6a80feda2314436b" /><Relationship Type="http://schemas.openxmlformats.org/officeDocument/2006/relationships/image" Target="/ppt/media/image44.png" Id="R83d07e95c5a34666" /><Relationship Type="http://schemas.openxmlformats.org/officeDocument/2006/relationships/notesSlide" Target="/ppt/notesSlides/notesSlide31.xml" Id="Re2d3203a9430455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f34d2220c46f2" /><Relationship Type="http://schemas.openxmlformats.org/officeDocument/2006/relationships/hyperlink" Target="https://gemini.google.com/gems/create" TargetMode="External" Id="Rf448a10290294479" /><Relationship Type="http://schemas.openxmlformats.org/officeDocument/2006/relationships/image" Target="/ppt/media/image45.png" Id="Re5c9e8008fd342c8" /><Relationship Type="http://schemas.openxmlformats.org/officeDocument/2006/relationships/notesSlide" Target="/ppt/notesSlides/notesSlide32.xml" Id="Rd373d72fd81a4fe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707670beb49d3" /><Relationship Type="http://schemas.openxmlformats.org/officeDocument/2006/relationships/hyperlink" Target="https://gemini.google.com/gems/create" TargetMode="External" Id="Re57bc607ac6a4974" /><Relationship Type="http://schemas.openxmlformats.org/officeDocument/2006/relationships/image" Target="/ppt/media/image46.png" Id="R8dd1b3aa951e4b3e" /><Relationship Type="http://schemas.openxmlformats.org/officeDocument/2006/relationships/notesSlide" Target="/ppt/notesSlides/notesSlide33.xml" Id="Rc79a311d5e7f490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05e99c214425e" /><Relationship Type="http://schemas.openxmlformats.org/officeDocument/2006/relationships/hyperlink" Target="https://gemini.google.com/gems/create" TargetMode="External" Id="Rb2c9ec3863f14feb" /><Relationship Type="http://schemas.openxmlformats.org/officeDocument/2006/relationships/image" Target="/ppt/media/image47.png" Id="Rdf2b777bccd2440b" /><Relationship Type="http://schemas.openxmlformats.org/officeDocument/2006/relationships/notesSlide" Target="/ppt/notesSlides/notesSlide34.xml" Id="R130fa77f4813462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5895c067c40b3" /><Relationship Type="http://schemas.openxmlformats.org/officeDocument/2006/relationships/hyperlink" Target="https://gemini.google.com/gems/create" TargetMode="External" Id="R3576278c0ec941b8" /><Relationship Type="http://schemas.openxmlformats.org/officeDocument/2006/relationships/image" Target="/ppt/media/image48.png" Id="Rd744f46fb9d0462a" /><Relationship Type="http://schemas.openxmlformats.org/officeDocument/2006/relationships/notesSlide" Target="/ppt/notesSlides/notesSlide35.xml" Id="Rb29325690a954ed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2cf55a33e48b5" /><Relationship Type="http://schemas.openxmlformats.org/officeDocument/2006/relationships/hyperlink" Target="https://gemini.google.com/app" TargetMode="External" Id="R5519a5794f044080" /><Relationship Type="http://schemas.openxmlformats.org/officeDocument/2006/relationships/image" Target="/ppt/media/image49.png" Id="R423bcd9f752d48ef" /><Relationship Type="http://schemas.openxmlformats.org/officeDocument/2006/relationships/notesSlide" Target="/ppt/notesSlides/notesSlide36.xml" Id="R4c20f3c70ff54d2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3a64315c34eb0" /><Relationship Type="http://schemas.openxmlformats.org/officeDocument/2006/relationships/hyperlink" Target="https://gemini.google.com/app" TargetMode="External" Id="Rccf007a5264d4222" /><Relationship Type="http://schemas.openxmlformats.org/officeDocument/2006/relationships/image" Target="/ppt/media/image50.png" Id="R7a6dd259649b4bc9" /><Relationship Type="http://schemas.openxmlformats.org/officeDocument/2006/relationships/notesSlide" Target="/ppt/notesSlides/notesSlide37.xml" Id="Reca7acd1abc847a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0496a14444698" /><Relationship Type="http://schemas.openxmlformats.org/officeDocument/2006/relationships/hyperlink" Target="https://gemini.google.com/app" TargetMode="External" Id="R0fed6aa8b4e14059" /><Relationship Type="http://schemas.openxmlformats.org/officeDocument/2006/relationships/hyperlink" Target="https://cagoooo.github.io/domain-meeting-go/" TargetMode="External" Id="R630f624cf16b4c9b" /><Relationship Type="http://schemas.openxmlformats.org/officeDocument/2006/relationships/image" Target="/ppt/media/image51.png" Id="Rdfcdb234feb94da3" /><Relationship Type="http://schemas.openxmlformats.org/officeDocument/2006/relationships/image" Target="/ppt/media/image52.png" Id="R45a79c34cdff47d8" /><Relationship Type="http://schemas.openxmlformats.org/officeDocument/2006/relationships/notesSlide" Target="/ppt/notesSlides/notesSlide38.xml" Id="R7405fe0ffe4c4b1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a8353701c4a16" /><Relationship Type="http://schemas.openxmlformats.org/officeDocument/2006/relationships/hyperlink" Target="https://gemini.google.com/app" TargetMode="External" Id="R15dd145604514c61" /><Relationship Type="http://schemas.openxmlformats.org/officeDocument/2006/relationships/hyperlink" Target="https://cagoooo.github.io/domain-meeting-go/" TargetMode="External" Id="Rd2155edf278d41cb" /><Relationship Type="http://schemas.openxmlformats.org/officeDocument/2006/relationships/hyperlink" Target="https://sites.google.com/mail2.smes.tyc.edu.tw/114teacher/" TargetMode="External" Id="Rfbd3689b5e204ec0" /><Relationship Type="http://schemas.openxmlformats.org/officeDocument/2006/relationships/image" Target="/ppt/media/image53.png" Id="R6d0c508d3bf74eae" /><Relationship Type="http://schemas.openxmlformats.org/officeDocument/2006/relationships/image" Target="/ppt/media/image54.png" Id="R3a25818f86dd4014" /><Relationship Type="http://schemas.openxmlformats.org/officeDocument/2006/relationships/image" Target="/ppt/media/image55.png" Id="R4ee8d551282249a2" /><Relationship Type="http://schemas.openxmlformats.org/officeDocument/2006/relationships/notesSlide" Target="/ppt/notesSlides/notesSlide39.xml" Id="R36f352ae040d448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a3d9042114eb1" /><Relationship Type="http://schemas.openxmlformats.org/officeDocument/2006/relationships/hyperlink" Target="https://sites.google.com/new" TargetMode="External" Id="R2f4efdf430f64292" /><Relationship Type="http://schemas.openxmlformats.org/officeDocument/2006/relationships/hyperlink" Target="https://cagoooo.github.io/domain-meeting-go/" TargetMode="External" Id="R1c8e18608f5640b5" /><Relationship Type="http://schemas.openxmlformats.org/officeDocument/2006/relationships/image" Target="/ppt/media/image56.png" Id="R957977fa40044b90" /><Relationship Type="http://schemas.openxmlformats.org/officeDocument/2006/relationships/image" Target="/ppt/media/image57.png" Id="R2194bd43fedc4360" /><Relationship Type="http://schemas.openxmlformats.org/officeDocument/2006/relationships/notesSlide" Target="/ppt/notesSlides/notesSlide40.xml" Id="R273412bd41af480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6ddf9ce124a2b" /><Relationship Type="http://schemas.openxmlformats.org/officeDocument/2006/relationships/hyperlink" Target="https://sites.google.com/new" TargetMode="External" Id="R3846edc4eeaf451c" /><Relationship Type="http://schemas.openxmlformats.org/officeDocument/2006/relationships/hyperlink" Target="https://pages.github.com/" TargetMode="External" Id="R43011f43a4f1422d" /><Relationship Type="http://schemas.openxmlformats.org/officeDocument/2006/relationships/hyperlink" Target="https://gg90052.github.io/ezpage/" TargetMode="External" Id="Rd94647f274e04a8a" /><Relationship Type="http://schemas.openxmlformats.org/officeDocument/2006/relationships/image" Target="/ppt/media/image58.png" Id="Rbe69fcbd9a7b4843" /><Relationship Type="http://schemas.openxmlformats.org/officeDocument/2006/relationships/image" Target="/ppt/media/image59.png" Id="R82ae07eab7134bd5" /><Relationship Type="http://schemas.openxmlformats.org/officeDocument/2006/relationships/image" Target="/ppt/media/image60.png" Id="R7c933ebe03b74114" /><Relationship Type="http://schemas.openxmlformats.org/officeDocument/2006/relationships/notesSlide" Target="/ppt/notesSlides/notesSlide41.xml" Id="R6b4c0e26881b414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c60126cff4f66" /><Relationship Type="http://schemas.openxmlformats.org/officeDocument/2006/relationships/hyperlink" Target="https://sites.google.com/new" TargetMode="External" Id="Rfd00a46e2086454b" /><Relationship Type="http://schemas.openxmlformats.org/officeDocument/2006/relationships/hyperlink" Target="https://sites.google.com/mail2.smes.tyc.edu.tw/114teacher/" TargetMode="External" Id="Reec27cfc23fb43a3" /><Relationship Type="http://schemas.openxmlformats.org/officeDocument/2006/relationships/image" Target="/ppt/media/image61.png" Id="R83d8f812a38c44ef" /><Relationship Type="http://schemas.openxmlformats.org/officeDocument/2006/relationships/image" Target="/ppt/media/image62.png" Id="R5c22ac23ed8e4fcd" /><Relationship Type="http://schemas.openxmlformats.org/officeDocument/2006/relationships/notesSlide" Target="/ppt/notesSlides/notesSlide42.xml" Id="Rb580055ee0df48d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ecdd0308b46f3" /><Relationship Type="http://schemas.openxmlformats.org/officeDocument/2006/relationships/hyperlink" Target="https://pages.github.com/" TargetMode="External" Id="R22989208b7cc40f3" /><Relationship Type="http://schemas.openxmlformats.org/officeDocument/2006/relationships/image" Target="/ppt/media/image63.png" Id="R8f577452ba0b4d82" /><Relationship Type="http://schemas.openxmlformats.org/officeDocument/2006/relationships/notesSlide" Target="/ppt/notesSlides/notesSlide43.xml" Id="R77e9dce82afd4cd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46f2a82a74c5d" /><Relationship Type="http://schemas.openxmlformats.org/officeDocument/2006/relationships/hyperlink" Target="https://gg90052.github.io/ezpage/" TargetMode="External" Id="R8be2b0cc51dd4415" /><Relationship Type="http://schemas.openxmlformats.org/officeDocument/2006/relationships/image" Target="/ppt/media/image64.png" Id="Rcb72244b8de7485a" /><Relationship Type="http://schemas.openxmlformats.org/officeDocument/2006/relationships/notesSlide" Target="/ppt/notesSlides/notesSlide44.xml" Id="Rc2712d3ee22443a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93c331f804ab9" /><Relationship Type="http://schemas.openxmlformats.org/officeDocument/2006/relationships/hyperlink" Target="https://notebook.google.com/" TargetMode="External" Id="Rc14805d248c54ba0" /><Relationship Type="http://schemas.openxmlformats.org/officeDocument/2006/relationships/hyperlink" Target="https://cagoooo.github.io/domain-meeting-go/" TargetMode="External" Id="R6d2fc036d6084902" /><Relationship Type="http://schemas.openxmlformats.org/officeDocument/2006/relationships/hyperlink" Target="https://sites.google.com/mail2.smes.tyc.edu.tw/114teacher/" TargetMode="External" Id="R8aebdcf1010e48aa" /><Relationship Type="http://schemas.openxmlformats.org/officeDocument/2006/relationships/image" Target="/ppt/media/image65.png" Id="Rc9ecc69c6c994c3e" /><Relationship Type="http://schemas.openxmlformats.org/officeDocument/2006/relationships/image" Target="/ppt/media/image66.png" Id="R7af6622c561e41cf" /><Relationship Type="http://schemas.openxmlformats.org/officeDocument/2006/relationships/image" Target="/ppt/media/image67.png" Id="R2a17af7fe9c94ae0" /><Relationship Type="http://schemas.openxmlformats.org/officeDocument/2006/relationships/notesSlide" Target="/ppt/notesSlides/notesSlide45.xml" Id="R718a08a03fbd493a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b5148365a4ff0" /><Relationship Type="http://schemas.openxmlformats.org/officeDocument/2006/relationships/notesSlide" Target="/ppt/notesSlides/notesSlide46.xml" Id="R2828ae0acd72413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f812bbeef4601" /><Relationship Type="http://schemas.openxmlformats.org/officeDocument/2006/relationships/hyperlink" Target="../START_HERE_&#30740;&#32722;&#36039;&#28304;&#23566;&#33322;.html" TargetMode="External" Id="R7fb3398c512842e7" /><Relationship Type="http://schemas.openxmlformats.org/officeDocument/2006/relationships/image" Target="/ppt/media/image68.png" Id="R57274cd127e74cdb" /><Relationship Type="http://schemas.openxmlformats.org/officeDocument/2006/relationships/hyperlink" Target="https://notebook.google.com/" TargetMode="External" Id="R6d51c592fbd74913" /><Relationship Type="http://schemas.openxmlformats.org/officeDocument/2006/relationships/image" Target="/ppt/media/image69.png" Id="R25bc66c52d6b44b9" /><Relationship Type="http://schemas.openxmlformats.org/officeDocument/2006/relationships/hyperlink" Target="https://gemini.google.com/gems/create" TargetMode="External" Id="Rb6938de4a5334a45" /><Relationship Type="http://schemas.openxmlformats.org/officeDocument/2006/relationships/image" Target="/ppt/media/image70.png" Id="R141e7229784b4561" /><Relationship Type="http://schemas.openxmlformats.org/officeDocument/2006/relationships/hyperlink" Target="https://gemini.google.com/app" TargetMode="External" Id="R042a35fd2e804110" /><Relationship Type="http://schemas.openxmlformats.org/officeDocument/2006/relationships/image" Target="/ppt/media/image71.png" Id="R7ab39f34f167480a" /><Relationship Type="http://schemas.openxmlformats.org/officeDocument/2006/relationships/hyperlink" Target="https://github.com/cagoooo/it-cockpit" TargetMode="External" Id="R7c3460a1a7684d9a" /><Relationship Type="http://schemas.openxmlformats.org/officeDocument/2006/relationships/image" Target="/ppt/media/image72.png" Id="R231c5a5950154b95" /><Relationship Type="http://schemas.openxmlformats.org/officeDocument/2006/relationships/hyperlink" Target="https://cagoooo.github.io/it-cockpit/" TargetMode="External" Id="R8122eaa603f74740" /><Relationship Type="http://schemas.openxmlformats.org/officeDocument/2006/relationships/image" Target="/ppt/media/image73.png" Id="R3db042fd67b546fb" /><Relationship Type="http://schemas.openxmlformats.org/officeDocument/2006/relationships/hyperlink" Target="https://cagoooo.github.io/domain-meeting-go/" TargetMode="External" Id="Rc214e276813340f9" /><Relationship Type="http://schemas.openxmlformats.org/officeDocument/2006/relationships/image" Target="/ppt/media/image74.png" Id="Rff4fe640e48549e1" /><Relationship Type="http://schemas.openxmlformats.org/officeDocument/2006/relationships/hyperlink" Target="https://sites.google.com/new" TargetMode="External" Id="Ree09d4fbcdde4730" /><Relationship Type="http://schemas.openxmlformats.org/officeDocument/2006/relationships/image" Target="/ppt/media/image75.png" Id="R51c62f6731784327" /><Relationship Type="http://schemas.openxmlformats.org/officeDocument/2006/relationships/hyperlink" Target="https://pages.github.com/" TargetMode="External" Id="Re15c86bf20874438" /><Relationship Type="http://schemas.openxmlformats.org/officeDocument/2006/relationships/image" Target="/ppt/media/image76.png" Id="R85857b40124e4ae8" /><Relationship Type="http://schemas.openxmlformats.org/officeDocument/2006/relationships/hyperlink" Target="https://gg90052.github.io/ezpage/" TargetMode="External" Id="R5bb5c3b6eb084647" /><Relationship Type="http://schemas.openxmlformats.org/officeDocument/2006/relationships/image" Target="/ppt/media/image77.png" Id="Rf771627ea27b43bb" /><Relationship Type="http://schemas.openxmlformats.org/officeDocument/2006/relationships/notesSlide" Target="/ppt/notesSlides/notesSlide47.xml" Id="R42c1d66c8a7a43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4fb67bb6b45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D4BD2021-D597-4CEA-84DB-6FF0992E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4530A36-16AE-4BB6-B46A-2B0A9FFF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B3E3C87-CA40-43F2-B1BF-7F7893CF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3699ADA-63C2-4900-BF37-0A9F7F61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33C7DC19-F790-47DB-B59A-EC0FB312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1238188-8C66-4CC0-AB54-8D8C3723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Agent｜用 AI 降本增效，讓專業飛得更高更遠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DA2A1B0E-B2B6-403B-9213-876C96DB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2323897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8">
            <a:extLst xmlns:a="http://schemas.openxmlformats.org/drawingml/2006/main">
              <a:ext uri="{FF2B5EF4-FFF2-40B4-BE49-F238E27FC236}">
                <a16:creationId xmlns:a16="http://schemas.microsoft.com/office/drawing/2014/main" id="{DCF9DEE4-05B9-4958-AD7B-03C03886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CAF114-B984-452F-95F5-945E43D7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Vibe Coding：靈感一來，就開始做</a:t>
            </a:r>
          </a:p>
        </p:txBody>
      </p:sp>
      <p:cxnSp>
        <p:nvCxnSpPr>
          <p:cNvPr id="28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4DFF41ED-06DF-46E2-BD0C-2303ABD6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B36869-0E15-43CD-B58E-F144598B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3299F25E-2CF4-4B3D-9E06-CE6EC147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2">
            <a:extLst xmlns:a="http://schemas.openxmlformats.org/drawingml/2006/main">
              <a:ext uri="{FF2B5EF4-FFF2-40B4-BE49-F238E27FC236}">
                <a16:creationId xmlns:a16="http://schemas.microsoft.com/office/drawing/2014/main" id="{DAA71519-B9D5-4523-BB64-8C201500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97C92112-4BB2-4314-BCD6-D73FB21C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一個 vibe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44AC1307-D6BE-4849-99B1-77D33D05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早上醒來靈光一閃，突然知道想做什麼；先把念頭抓住，不必等自己會寫程式。</a:t>
            </a:r>
          </a:p>
        </p:txBody>
      </p:sp>
      <p:sp>
        <p:nvSpPr>
          <p:cNvPr id="10" name="shape-15">
            <a:extLst xmlns:a="http://schemas.openxmlformats.org/drawingml/2006/main">
              <a:ext uri="{FF2B5EF4-FFF2-40B4-BE49-F238E27FC236}">
                <a16:creationId xmlns:a16="http://schemas.microsoft.com/office/drawing/2014/main" id="{E06F2FF5-6DB1-4BA2-AF45-3CB16788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972900BD-A868-4EA3-911A-C2A4EDFA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">
            <a:extLst xmlns:a="http://schemas.openxmlformats.org/drawingml/2006/main">
              <a:ext uri="{FF2B5EF4-FFF2-40B4-BE49-F238E27FC236}">
                <a16:creationId xmlns:a16="http://schemas.microsoft.com/office/drawing/2014/main" id="{AF4EF670-251B-42CA-994B-BD587DC3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直接說出來</a:t>
            </a:r>
          </a:p>
        </p:txBody>
      </p:sp>
      <p:sp>
        <p:nvSpPr>
          <p:cNvPr id="13" name="text-18">
            <a:extLst xmlns:a="http://schemas.openxmlformats.org/drawingml/2006/main">
              <a:ext uri="{FF2B5EF4-FFF2-40B4-BE49-F238E27FC236}">
                <a16:creationId xmlns:a16="http://schemas.microsoft.com/office/drawing/2014/main" id="{97FDE5A8-B76F-42A5-9FA6-753632B4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用自然語言告訴 AI／Agent 目標、對象、限制與期待的成果。</a:t>
            </a:r>
          </a:p>
        </p:txBody>
      </p:sp>
      <p:sp>
        <p:nvSpPr>
          <p:cNvPr id="14" name="shape-19">
            <a:extLst xmlns:a="http://schemas.openxmlformats.org/drawingml/2006/main">
              <a:ext uri="{FF2B5EF4-FFF2-40B4-BE49-F238E27FC236}">
                <a16:creationId xmlns:a16="http://schemas.microsoft.com/office/drawing/2014/main" id="{B8A21FEB-4903-4129-856F-70436CF8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EA569369-6B91-45CD-A743-111AE4FF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D3729C8C-91A3-4576-B1E4-645A8F08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讓工具接手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745B9DC2-AE46-4697-B2E0-7A2426A5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可以協助寫程式、做介面、串資料與測試，把想法推成可操作的原型。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2A5A053C-5EFA-4AA9-8075-8A0A6C6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4">
            <a:extLst xmlns:a="http://schemas.openxmlformats.org/drawingml/2006/main">
              <a:ext uri="{FF2B5EF4-FFF2-40B4-BE49-F238E27FC236}">
                <a16:creationId xmlns:a16="http://schemas.microsoft.com/office/drawing/2014/main" id="{82F0E456-2746-4210-9809-8C158C88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138ACB31-81B2-4D66-8B2B-0B0FDE3B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人來校準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30E877E0-A968-42C0-890D-6423DAAA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試用、提問、修正與驗證，保留目的、品質與責任；靈感不是免除判斷。</a:t>
            </a:r>
          </a:p>
        </p:txBody>
      </p:sp>
      <p:sp>
        <p:nvSpPr>
          <p:cNvPr id="22" name="text-891">
            <a:extLst xmlns:a="http://schemas.openxmlformats.org/drawingml/2006/main">
              <a:ext uri="{FF2B5EF4-FFF2-40B4-BE49-F238E27FC236}">
                <a16:creationId xmlns:a16="http://schemas.microsoft.com/office/drawing/2014/main" id="{C11D9319-045B-4C37-95F2-3B916CAF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852419269a4f9f"/>
              </a:rPr>
              <a:t>Andrej Karpathy：Vibe Coding ↗</a:t>
            </a:r>
          </a:p>
        </p:txBody>
      </p:sp>
      <p:sp>
        <p:nvSpPr>
          <p:cNvPr id="23" name="shape-894">
            <a:extLst xmlns:a="http://schemas.openxmlformats.org/drawingml/2006/main">
              <a:ext uri="{FF2B5EF4-FFF2-40B4-BE49-F238E27FC236}">
                <a16:creationId xmlns:a16="http://schemas.microsoft.com/office/drawing/2014/main" id="{BC8EF9AB-15FE-436D-B634-7DEE7840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227a3f7ea44a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95">
            <a:extLst xmlns:a="http://schemas.openxmlformats.org/drawingml/2006/main">
              <a:ext uri="{FF2B5EF4-FFF2-40B4-BE49-F238E27FC236}">
                <a16:creationId xmlns:a16="http://schemas.microsoft.com/office/drawing/2014/main" id="{02965B9C-0B23-493F-8078-5F3C3FF5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</p:spTree>
    <p:extLst>
      <p:ext uri="{BB962C8B-B14F-4D97-AF65-F5344CB8AC3E}">
        <p14:creationId xmlns:p14="http://schemas.microsoft.com/office/powerpoint/2010/main" val="1454965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7">
            <a:extLst xmlns:a="http://schemas.openxmlformats.org/drawingml/2006/main">
              <a:ext uri="{FF2B5EF4-FFF2-40B4-BE49-F238E27FC236}">
                <a16:creationId xmlns:a16="http://schemas.microsoft.com/office/drawing/2014/main" id="{CDC4C973-F5E1-4261-9D0D-C8ADCBFC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WORKING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C56EDA-50B7-476E-BFE0-A0A516DE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從 Vibe Coding 進階到 Vibe Working</a:t>
            </a:r>
          </a:p>
        </p:txBody>
      </p:sp>
      <p:cxnSp>
        <p:nvCxnSpPr>
          <p:cNvPr id="44" name="shape-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">
            <a:extLst xmlns:a="http://schemas.openxmlformats.org/drawingml/2006/main">
              <a:ext uri="{FF2B5EF4-FFF2-40B4-BE49-F238E27FC236}">
                <a16:creationId xmlns:a16="http://schemas.microsoft.com/office/drawing/2014/main" id="{1181A60F-A813-4AE8-A838-EB6F0F69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2EBFE2-A4FB-43B7-9FFA-64ED8D39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30">
            <a:extLst xmlns:a="http://schemas.openxmlformats.org/drawingml/2006/main">
              <a:ext uri="{FF2B5EF4-FFF2-40B4-BE49-F238E27FC236}">
                <a16:creationId xmlns:a16="http://schemas.microsoft.com/office/drawing/2014/main" id="{15AE5A1D-502A-4EF4-AD6C-C87C0C59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1">
            <a:extLst xmlns:a="http://schemas.openxmlformats.org/drawingml/2006/main">
              <a:ext uri="{FF2B5EF4-FFF2-40B4-BE49-F238E27FC236}">
                <a16:creationId xmlns:a16="http://schemas.microsoft.com/office/drawing/2014/main" id="{9EA1792B-EC48-474D-8258-32CB802C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092EE073-4EC0-4C14-9631-10B583B1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3">
            <a:extLst xmlns:a="http://schemas.openxmlformats.org/drawingml/2006/main">
              <a:ext uri="{FF2B5EF4-FFF2-40B4-BE49-F238E27FC236}">
                <a16:creationId xmlns:a16="http://schemas.microsoft.com/office/drawing/2014/main" id="{ED4D43FF-A75D-4089-834A-4243CFB0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看見摩擦</a:t>
            </a:r>
          </a:p>
        </p:txBody>
      </p:sp>
      <p:sp>
        <p:nvSpPr>
          <p:cNvPr id="10" name="text-34">
            <a:extLst xmlns:a="http://schemas.openxmlformats.org/drawingml/2006/main">
              <a:ext uri="{FF2B5EF4-FFF2-40B4-BE49-F238E27FC236}">
                <a16:creationId xmlns:a16="http://schemas.microsoft.com/office/drawing/2014/main" id="{55EFE4D2-828B-4815-AFBE-BA1E148D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發現工作中一再重複、繁瑣又消耗人的流程。</a:t>
            </a:r>
          </a:p>
        </p:txBody>
      </p:sp>
      <p:sp>
        <p:nvSpPr>
          <p:cNvPr id="11" name="text-35">
            <a:extLst xmlns:a="http://schemas.openxmlformats.org/drawingml/2006/main">
              <a:ext uri="{FF2B5EF4-FFF2-40B4-BE49-F238E27FC236}">
                <a16:creationId xmlns:a16="http://schemas.microsoft.com/office/drawing/2014/main" id="{0DD74546-16F5-4B4A-A151-B20E8268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6">
            <a:extLst xmlns:a="http://schemas.openxmlformats.org/drawingml/2006/main">
              <a:ext uri="{FF2B5EF4-FFF2-40B4-BE49-F238E27FC236}">
                <a16:creationId xmlns:a16="http://schemas.microsoft.com/office/drawing/2014/main" id="{D39B8336-6BAC-4520-89D9-9E759E28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7">
            <a:extLst xmlns:a="http://schemas.openxmlformats.org/drawingml/2006/main">
              <a:ext uri="{FF2B5EF4-FFF2-40B4-BE49-F238E27FC236}">
                <a16:creationId xmlns:a16="http://schemas.microsoft.com/office/drawing/2014/main" id="{9430907A-2CD9-4654-BDAD-9F634347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8">
            <a:extLst xmlns:a="http://schemas.openxmlformats.org/drawingml/2006/main">
              <a:ext uri="{FF2B5EF4-FFF2-40B4-BE49-F238E27FC236}">
                <a16:creationId xmlns:a16="http://schemas.microsoft.com/office/drawing/2014/main" id="{D4ABB0EB-75D4-4030-B07A-CAFCEA92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9">
            <a:extLst xmlns:a="http://schemas.openxmlformats.org/drawingml/2006/main">
              <a:ext uri="{FF2B5EF4-FFF2-40B4-BE49-F238E27FC236}">
                <a16:creationId xmlns:a16="http://schemas.microsoft.com/office/drawing/2014/main" id="{71054722-5A1B-4B9C-B16F-7A1BE1A6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捕捉靈感</a:t>
            </a:r>
          </a:p>
        </p:txBody>
      </p:sp>
      <p:sp>
        <p:nvSpPr>
          <p:cNvPr id="16" name="text-40">
            <a:extLst xmlns:a="http://schemas.openxmlformats.org/drawingml/2006/main">
              <a:ext uri="{FF2B5EF4-FFF2-40B4-BE49-F238E27FC236}">
                <a16:creationId xmlns:a16="http://schemas.microsoft.com/office/drawing/2014/main" id="{1DF2DB5B-892F-45DC-AC34-15FA021D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想一想：這件事能不能交給 AI 協作或自動化？</a:t>
            </a:r>
          </a:p>
        </p:txBody>
      </p:sp>
      <p:sp>
        <p:nvSpPr>
          <p:cNvPr id="17" name="text-41">
            <a:extLst xmlns:a="http://schemas.openxmlformats.org/drawingml/2006/main">
              <a:ext uri="{FF2B5EF4-FFF2-40B4-BE49-F238E27FC236}">
                <a16:creationId xmlns:a16="http://schemas.microsoft.com/office/drawing/2014/main" id="{96D93D6A-5F24-4628-B3B3-E5EEDB05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2">
            <a:extLst xmlns:a="http://schemas.openxmlformats.org/drawingml/2006/main">
              <a:ext uri="{FF2B5EF4-FFF2-40B4-BE49-F238E27FC236}">
                <a16:creationId xmlns:a16="http://schemas.microsoft.com/office/drawing/2014/main" id="{966D696A-A387-49E6-9D1A-5F63D1A7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3">
            <a:extLst xmlns:a="http://schemas.openxmlformats.org/drawingml/2006/main">
              <a:ext uri="{FF2B5EF4-FFF2-40B4-BE49-F238E27FC236}">
                <a16:creationId xmlns:a16="http://schemas.microsoft.com/office/drawing/2014/main" id="{ED0A991F-7D82-4158-9D97-60B7E836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4">
            <a:extLst xmlns:a="http://schemas.openxmlformats.org/drawingml/2006/main">
              <a:ext uri="{FF2B5EF4-FFF2-40B4-BE49-F238E27FC236}">
                <a16:creationId xmlns:a16="http://schemas.microsoft.com/office/drawing/2014/main" id="{9B3C8756-0FAB-48A7-83F6-E905F6E8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">
            <a:extLst xmlns:a="http://schemas.openxmlformats.org/drawingml/2006/main">
              <a:ext uri="{FF2B5EF4-FFF2-40B4-BE49-F238E27FC236}">
                <a16:creationId xmlns:a16="http://schemas.microsoft.com/office/drawing/2014/main" id="{7F994607-95D7-4FA1-B485-326A0A04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說明工作</a:t>
            </a:r>
          </a:p>
        </p:txBody>
      </p:sp>
      <p:sp>
        <p:nvSpPr>
          <p:cNvPr id="22" name="text-46">
            <a:extLst xmlns:a="http://schemas.openxmlformats.org/drawingml/2006/main">
              <a:ext uri="{FF2B5EF4-FFF2-40B4-BE49-F238E27FC236}">
                <a16:creationId xmlns:a16="http://schemas.microsoft.com/office/drawing/2014/main" id="{D21FE8E7-E4FD-477C-B5C4-D539E5C3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交代對象、資料、規則、限制與完成標準。</a:t>
            </a:r>
          </a:p>
        </p:txBody>
      </p:sp>
      <p:sp>
        <p:nvSpPr>
          <p:cNvPr id="23" name="text-47">
            <a:extLst xmlns:a="http://schemas.openxmlformats.org/drawingml/2006/main">
              <a:ext uri="{FF2B5EF4-FFF2-40B4-BE49-F238E27FC236}">
                <a16:creationId xmlns:a16="http://schemas.microsoft.com/office/drawing/2014/main" id="{54271D8D-4FBB-4272-B9EE-27329CD2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8">
            <a:extLst xmlns:a="http://schemas.openxmlformats.org/drawingml/2006/main">
              <a:ext uri="{FF2B5EF4-FFF2-40B4-BE49-F238E27FC236}">
                <a16:creationId xmlns:a16="http://schemas.microsoft.com/office/drawing/2014/main" id="{1B3E9D23-15E4-4BE1-BFF4-7C32CBEC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9">
            <a:extLst xmlns:a="http://schemas.openxmlformats.org/drawingml/2006/main">
              <a:ext uri="{FF2B5EF4-FFF2-40B4-BE49-F238E27FC236}">
                <a16:creationId xmlns:a16="http://schemas.microsoft.com/office/drawing/2014/main" id="{0294AAB4-2F03-4F73-8E4A-FB56C15E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0">
            <a:extLst xmlns:a="http://schemas.openxmlformats.org/drawingml/2006/main">
              <a:ext uri="{FF2B5EF4-FFF2-40B4-BE49-F238E27FC236}">
                <a16:creationId xmlns:a16="http://schemas.microsoft.com/office/drawing/2014/main" id="{6DB818E8-540E-47C7-A847-2F448DDF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1">
            <a:extLst xmlns:a="http://schemas.openxmlformats.org/drawingml/2006/main">
              <a:ext uri="{FF2B5EF4-FFF2-40B4-BE49-F238E27FC236}">
                <a16:creationId xmlns:a16="http://schemas.microsoft.com/office/drawing/2014/main" id="{4A7CBD8F-C946-4136-A50D-37CBAC1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推進</a:t>
            </a:r>
          </a:p>
        </p:txBody>
      </p:sp>
      <p:sp>
        <p:nvSpPr>
          <p:cNvPr id="28" name="text-52">
            <a:extLst xmlns:a="http://schemas.openxmlformats.org/drawingml/2006/main">
              <a:ext uri="{FF2B5EF4-FFF2-40B4-BE49-F238E27FC236}">
                <a16:creationId xmlns:a16="http://schemas.microsoft.com/office/drawing/2014/main" id="{A9D6E0A4-6DBD-488E-9DB6-CDC9E337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從整理、產出到測試，讓工具持續把流程往前推。</a:t>
            </a:r>
          </a:p>
        </p:txBody>
      </p:sp>
      <p:sp>
        <p:nvSpPr>
          <p:cNvPr id="29" name="text-53">
            <a:extLst xmlns:a="http://schemas.openxmlformats.org/drawingml/2006/main">
              <a:ext uri="{FF2B5EF4-FFF2-40B4-BE49-F238E27FC236}">
                <a16:creationId xmlns:a16="http://schemas.microsoft.com/office/drawing/2014/main" id="{E4B85655-2274-4F16-9C8F-28A658E0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54">
            <a:extLst xmlns:a="http://schemas.openxmlformats.org/drawingml/2006/main">
              <a:ext uri="{FF2B5EF4-FFF2-40B4-BE49-F238E27FC236}">
                <a16:creationId xmlns:a16="http://schemas.microsoft.com/office/drawing/2014/main" id="{CC8BFF9A-82B3-4AB6-9D4C-B322CF3A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55">
            <a:extLst xmlns:a="http://schemas.openxmlformats.org/drawingml/2006/main">
              <a:ext uri="{FF2B5EF4-FFF2-40B4-BE49-F238E27FC236}">
                <a16:creationId xmlns:a16="http://schemas.microsoft.com/office/drawing/2014/main" id="{31CF17EC-8AF8-41F8-BA77-F2917872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56">
            <a:extLst xmlns:a="http://schemas.openxmlformats.org/drawingml/2006/main">
              <a:ext uri="{FF2B5EF4-FFF2-40B4-BE49-F238E27FC236}">
                <a16:creationId xmlns:a16="http://schemas.microsoft.com/office/drawing/2014/main" id="{DD9948BC-77E4-4B77-98E1-3A421AEF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57">
            <a:extLst xmlns:a="http://schemas.openxmlformats.org/drawingml/2006/main">
              <a:ext uri="{FF2B5EF4-FFF2-40B4-BE49-F238E27FC236}">
                <a16:creationId xmlns:a16="http://schemas.microsoft.com/office/drawing/2014/main" id="{36104065-8738-44B1-BF59-29C2AA9C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把時間還給人</a:t>
            </a:r>
          </a:p>
        </p:txBody>
      </p:sp>
      <p:sp>
        <p:nvSpPr>
          <p:cNvPr id="34" name="text-58">
            <a:extLst xmlns:a="http://schemas.openxmlformats.org/drawingml/2006/main">
              <a:ext uri="{FF2B5EF4-FFF2-40B4-BE49-F238E27FC236}">
                <a16:creationId xmlns:a16="http://schemas.microsoft.com/office/drawing/2014/main" id="{387434E5-14BA-4145-BAA2-4D53A2F3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省下的時間回到教學、研究、家人、興趣與真正重要的事。</a:t>
            </a:r>
          </a:p>
        </p:txBody>
      </p:sp>
      <p:sp>
        <p:nvSpPr>
          <p:cNvPr id="35" name="text-59">
            <a:extLst xmlns:a="http://schemas.openxmlformats.org/drawingml/2006/main">
              <a:ext uri="{FF2B5EF4-FFF2-40B4-BE49-F238E27FC236}">
                <a16:creationId xmlns:a16="http://schemas.microsoft.com/office/drawing/2014/main" id="{BEF07CE5-8045-45BE-B97B-C471950D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892">
            <a:extLst xmlns:a="http://schemas.openxmlformats.org/drawingml/2006/main">
              <a:ext uri="{FF2B5EF4-FFF2-40B4-BE49-F238E27FC236}">
                <a16:creationId xmlns:a16="http://schemas.microsoft.com/office/drawing/2014/main" id="{FCA2BA34-AA98-494F-88EF-F7F4A8C7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37456e9a764269"/>
              </a:rPr>
              <a:t>Gemini 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e95a166ee74693"/>
              </a:rPr>
              <a:t>Gemini Canvas ↗</a:t>
            </a:r>
          </a:p>
        </p:txBody>
      </p:sp>
      <p:sp>
        <p:nvSpPr>
          <p:cNvPr id="37" name="shape-896">
            <a:extLst xmlns:a="http://schemas.openxmlformats.org/drawingml/2006/main">
              <a:ext uri="{FF2B5EF4-FFF2-40B4-BE49-F238E27FC236}">
                <a16:creationId xmlns:a16="http://schemas.microsoft.com/office/drawing/2014/main" id="{16D9C18A-49F7-446E-BA0B-178B744F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ae45407064fb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897">
            <a:extLst xmlns:a="http://schemas.openxmlformats.org/drawingml/2006/main">
              <a:ext uri="{FF2B5EF4-FFF2-40B4-BE49-F238E27FC236}">
                <a16:creationId xmlns:a16="http://schemas.microsoft.com/office/drawing/2014/main" id="{0755162B-9E37-46FF-B693-A20642E3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f5996d391420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898">
            <a:extLst xmlns:a="http://schemas.openxmlformats.org/drawingml/2006/main">
              <a:ext uri="{FF2B5EF4-FFF2-40B4-BE49-F238E27FC236}">
                <a16:creationId xmlns:a16="http://schemas.microsoft.com/office/drawing/2014/main" id="{DD5609C0-7882-43FE-8F46-1DE2D9EF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6149317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60">
            <a:extLst xmlns:a="http://schemas.openxmlformats.org/drawingml/2006/main">
              <a:ext uri="{FF2B5EF4-FFF2-40B4-BE49-F238E27FC236}">
                <a16:creationId xmlns:a16="http://schemas.microsoft.com/office/drawing/2014/main" id="{BC484E16-5BC8-44F3-878A-BDC93221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CAPABILITY LEVELS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9AC04C-0CCC-415A-9A39-BB9B7D19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AI 的三個 Level：從對話到代理</a:t>
            </a:r>
          </a:p>
        </p:txBody>
      </p:sp>
      <p:cxnSp>
        <p:nvCxnSpPr>
          <p:cNvPr id="31" name="shape-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7A85136E-E541-4004-BE3D-0F62624A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7B2147-366B-4F6D-BDD9-88D324E4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3">
            <a:extLst xmlns:a="http://schemas.openxmlformats.org/drawingml/2006/main">
              <a:ext uri="{FF2B5EF4-FFF2-40B4-BE49-F238E27FC236}">
                <a16:creationId xmlns:a16="http://schemas.microsoft.com/office/drawing/2014/main" id="{13206185-30D8-4E4A-AFD1-681A0DDC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4">
            <a:extLst xmlns:a="http://schemas.openxmlformats.org/drawingml/2006/main">
              <a:ext uri="{FF2B5EF4-FFF2-40B4-BE49-F238E27FC236}">
                <a16:creationId xmlns:a16="http://schemas.microsoft.com/office/drawing/2014/main" id="{409C6BA2-066D-4188-B084-EB6B13C4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5">
            <a:extLst xmlns:a="http://schemas.openxmlformats.org/drawingml/2006/main">
              <a:ext uri="{FF2B5EF4-FFF2-40B4-BE49-F238E27FC236}">
                <a16:creationId xmlns:a16="http://schemas.microsoft.com/office/drawing/2014/main" id="{D22833A7-75BE-4B36-99BC-B4FF65BD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L1</a:t>
            </a:r>
          </a:p>
        </p:txBody>
      </p:sp>
      <p:sp>
        <p:nvSpPr>
          <p:cNvPr id="9" name="text-66">
            <a:extLst xmlns:a="http://schemas.openxmlformats.org/drawingml/2006/main">
              <a:ext uri="{FF2B5EF4-FFF2-40B4-BE49-F238E27FC236}">
                <a16:creationId xmlns:a16="http://schemas.microsoft.com/office/drawing/2014/main" id="{9C5725A1-954B-4474-A18E-9665D23F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對話式 AI</a:t>
            </a:r>
          </a:p>
        </p:txBody>
      </p:sp>
      <p:sp>
        <p:nvSpPr>
          <p:cNvPr id="10" name="text-67">
            <a:extLst xmlns:a="http://schemas.openxmlformats.org/drawingml/2006/main">
              <a:ext uri="{FF2B5EF4-FFF2-40B4-BE49-F238E27FC236}">
                <a16:creationId xmlns:a16="http://schemas.microsoft.com/office/drawing/2014/main" id="{B745BF04-FECE-4F9B-BE00-6C1972FC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問問題、要解釋、請它發想；人把答案帶回工作，通常仍由人逐步操作。現場平常使用的聊天機器人，多半在這一層。</a:t>
            </a:r>
          </a:p>
        </p:txBody>
      </p:sp>
      <p:sp>
        <p:nvSpPr>
          <p:cNvPr id="11" name="shape-68">
            <a:extLst xmlns:a="http://schemas.openxmlformats.org/drawingml/2006/main">
              <a:ext uri="{FF2B5EF4-FFF2-40B4-BE49-F238E27FC236}">
                <a16:creationId xmlns:a16="http://schemas.microsoft.com/office/drawing/2014/main" id="{98565E1B-D048-42C2-81E8-DC4196DB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2" name="shape-69">
            <a:extLst xmlns:a="http://schemas.openxmlformats.org/drawingml/2006/main">
              <a:ext uri="{FF2B5EF4-FFF2-40B4-BE49-F238E27FC236}">
                <a16:creationId xmlns:a16="http://schemas.microsoft.com/office/drawing/2014/main" id="{D9808D2D-60F4-41EC-A049-986DA540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70">
            <a:extLst xmlns:a="http://schemas.openxmlformats.org/drawingml/2006/main">
              <a:ext uri="{FF2B5EF4-FFF2-40B4-BE49-F238E27FC236}">
                <a16:creationId xmlns:a16="http://schemas.microsoft.com/office/drawing/2014/main" id="{6318D5F8-CDEF-4238-8D39-92B93776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L2</a:t>
            </a:r>
          </a:p>
        </p:txBody>
      </p:sp>
      <p:sp>
        <p:nvSpPr>
          <p:cNvPr id="14" name="text-71">
            <a:extLst xmlns:a="http://schemas.openxmlformats.org/drawingml/2006/main">
              <a:ext uri="{FF2B5EF4-FFF2-40B4-BE49-F238E27FC236}">
                <a16:creationId xmlns:a16="http://schemas.microsoft.com/office/drawing/2014/main" id="{49B0BD91-3087-4FED-BEFB-279962A0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協作式 AI</a:t>
            </a:r>
          </a:p>
        </p:txBody>
      </p:sp>
      <p:sp>
        <p:nvSpPr>
          <p:cNvPr id="15" name="text-72">
            <a:extLst xmlns:a="http://schemas.openxmlformats.org/drawingml/2006/main">
              <a:ext uri="{FF2B5EF4-FFF2-40B4-BE49-F238E27FC236}">
                <a16:creationId xmlns:a16="http://schemas.microsoft.com/office/drawing/2014/main" id="{C0E5952A-1B41-433A-BD28-1DCEFD76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把來源、角色與工作區交給 AI，一起整理、比較、設計與修改。Gemini Notebook、Gem 與 Canvas 讓人和 AI 共同產出。</a:t>
            </a:r>
          </a:p>
        </p:txBody>
      </p:sp>
      <p:sp>
        <p:nvSpPr>
          <p:cNvPr id="16" name="shape-73">
            <a:extLst xmlns:a="http://schemas.openxmlformats.org/drawingml/2006/main">
              <a:ext uri="{FF2B5EF4-FFF2-40B4-BE49-F238E27FC236}">
                <a16:creationId xmlns:a16="http://schemas.microsoft.com/office/drawing/2014/main" id="{B5F2DECD-AF23-4062-A5BC-0367FB63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shape-74">
            <a:extLst xmlns:a="http://schemas.openxmlformats.org/drawingml/2006/main">
              <a:ext uri="{FF2B5EF4-FFF2-40B4-BE49-F238E27FC236}">
                <a16:creationId xmlns:a16="http://schemas.microsoft.com/office/drawing/2014/main" id="{D65D0E5C-3F7A-45EC-8ABC-70AB6E23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75">
            <a:extLst xmlns:a="http://schemas.openxmlformats.org/drawingml/2006/main">
              <a:ext uri="{FF2B5EF4-FFF2-40B4-BE49-F238E27FC236}">
                <a16:creationId xmlns:a16="http://schemas.microsoft.com/office/drawing/2014/main" id="{B21EEACF-6139-4669-A90C-4B3BAB2A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L3</a:t>
            </a:r>
          </a:p>
        </p:txBody>
      </p:sp>
      <p:sp>
        <p:nvSpPr>
          <p:cNvPr id="19" name="text-76">
            <a:extLst xmlns:a="http://schemas.openxmlformats.org/drawingml/2006/main">
              <a:ext uri="{FF2B5EF4-FFF2-40B4-BE49-F238E27FC236}">
                <a16:creationId xmlns:a16="http://schemas.microsoft.com/office/drawing/2014/main" id="{66268C88-AACD-4876-8EAE-F1E034EE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Agentic AI／AI 代理人</a:t>
            </a:r>
          </a:p>
        </p:txBody>
      </p:sp>
      <p:sp>
        <p:nvSpPr>
          <p:cNvPr id="20" name="text-77">
            <a:extLst xmlns:a="http://schemas.openxmlformats.org/drawingml/2006/main">
              <a:ext uri="{FF2B5EF4-FFF2-40B4-BE49-F238E27FC236}">
                <a16:creationId xmlns:a16="http://schemas.microsoft.com/office/drawing/2014/main" id="{2500F24B-1756-4DD8-A9AD-63271085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交代目標與邊界，讓 Agent 長時間規劃、使用工具、執行與驗證，並透過 Skills 越來越懂你的工作流；人仍在關鍵節點做決策。</a:t>
            </a:r>
          </a:p>
        </p:txBody>
      </p:sp>
      <p:sp>
        <p:nvSpPr>
          <p:cNvPr id="21" name="text-893">
            <a:extLst xmlns:a="http://schemas.openxmlformats.org/drawingml/2006/main">
              <a:ext uri="{FF2B5EF4-FFF2-40B4-BE49-F238E27FC236}">
                <a16:creationId xmlns:a16="http://schemas.microsoft.com/office/drawing/2014/main" id="{F99A6B3F-4A43-43BE-9C72-B7832462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44dc634c9764964"/>
              </a:rPr>
              <a:t>Gemini 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4e9ccb62fdb4104"/>
              </a:rPr>
              <a:t>Gemini 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5c213a6ab04ecb"/>
              </a:rPr>
              <a:t>Antigravity ↗</a:t>
            </a:r>
          </a:p>
        </p:txBody>
      </p:sp>
      <p:sp>
        <p:nvSpPr>
          <p:cNvPr id="22" name="shape-899">
            <a:extLst xmlns:a="http://schemas.openxmlformats.org/drawingml/2006/main">
              <a:ext uri="{FF2B5EF4-FFF2-40B4-BE49-F238E27FC236}">
                <a16:creationId xmlns:a16="http://schemas.microsoft.com/office/drawing/2014/main" id="{3341883F-D4A9-443E-88F4-66AB57FE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23825f876249d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00">
            <a:extLst xmlns:a="http://schemas.openxmlformats.org/drawingml/2006/main">
              <a:ext uri="{FF2B5EF4-FFF2-40B4-BE49-F238E27FC236}">
                <a16:creationId xmlns:a16="http://schemas.microsoft.com/office/drawing/2014/main" id="{9348EDE1-DEF7-485E-B338-C8A251E0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451dd25ed443c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01">
            <a:extLst xmlns:a="http://schemas.openxmlformats.org/drawingml/2006/main">
              <a:ext uri="{FF2B5EF4-FFF2-40B4-BE49-F238E27FC236}">
                <a16:creationId xmlns:a16="http://schemas.microsoft.com/office/drawing/2014/main" id="{FA13E05E-F813-4D99-9FB3-9B642233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079e80d694e1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902">
            <a:extLst xmlns:a="http://schemas.openxmlformats.org/drawingml/2006/main">
              <a:ext uri="{FF2B5EF4-FFF2-40B4-BE49-F238E27FC236}">
                <a16:creationId xmlns:a16="http://schemas.microsoft.com/office/drawing/2014/main" id="{6077847A-07E0-453D-9CB3-F7F3F168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1682438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78">
            <a:extLst xmlns:a="http://schemas.openxmlformats.org/drawingml/2006/main">
              <a:ext uri="{FF2B5EF4-FFF2-40B4-BE49-F238E27FC236}">
                <a16:creationId xmlns:a16="http://schemas.microsoft.com/office/drawing/2014/main" id="{17B5096F-6B8A-4F8F-9F1E-515F5783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79">
            <a:extLst xmlns:a="http://schemas.openxmlformats.org/drawingml/2006/main">
              <a:ext uri="{FF2B5EF4-FFF2-40B4-BE49-F238E27FC236}">
                <a16:creationId xmlns:a16="http://schemas.microsoft.com/office/drawing/2014/main" id="{C12618EA-E71D-449F-967F-BE1E5D45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 AI 大航海時代</a:t>
            </a:r>
          </a:p>
        </p:txBody>
      </p:sp>
      <p:sp>
        <p:nvSpPr>
          <p:cNvPr id="3" name="text-80">
            <a:extLst xmlns:a="http://schemas.openxmlformats.org/drawingml/2006/main">
              <a:ext uri="{FF2B5EF4-FFF2-40B4-BE49-F238E27FC236}">
                <a16:creationId xmlns:a16="http://schemas.microsoft.com/office/drawing/2014/main" id="{5BEB3E29-35B1-495D-991B-A610D695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AI 與 Agent 讓文組帶著理解、脈絡與判斷，航向創作藍海。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多一雙技術翅膀，讓專業飛得更高、更遠，也讓教學研究降本增效。</a:t>
            </a:r>
          </a:p>
        </p:txBody>
      </p:sp>
      <p:sp>
        <p:nvSpPr>
          <p:cNvPr id="4" name="shape-81">
            <a:extLst xmlns:a="http://schemas.openxmlformats.org/drawingml/2006/main">
              <a:ext uri="{FF2B5EF4-FFF2-40B4-BE49-F238E27FC236}">
                <a16:creationId xmlns:a16="http://schemas.microsoft.com/office/drawing/2014/main" id="{9EA3E1D5-F492-4985-82ED-B66C48C8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82">
            <a:extLst xmlns:a="http://schemas.openxmlformats.org/drawingml/2006/main">
              <a:ext uri="{FF2B5EF4-FFF2-40B4-BE49-F238E27FC236}">
                <a16:creationId xmlns:a16="http://schemas.microsoft.com/office/drawing/2014/main" id="{592AE90C-699E-44C0-B99F-0A60C139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4" name="shape-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84">
            <a:extLst xmlns:a="http://schemas.openxmlformats.org/drawingml/2006/main">
              <a:ext uri="{FF2B5EF4-FFF2-40B4-BE49-F238E27FC236}">
                <a16:creationId xmlns:a16="http://schemas.microsoft.com/office/drawing/2014/main" id="{8B5931C7-F8CF-4934-AA16-8DF74CB2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FA01789-027C-4436-A39C-20AF36D2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389437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85">
            <a:extLst xmlns:a="http://schemas.openxmlformats.org/drawingml/2006/main">
              <a:ext uri="{FF2B5EF4-FFF2-40B4-BE49-F238E27FC236}">
                <a16:creationId xmlns:a16="http://schemas.microsoft.com/office/drawing/2014/main" id="{3198D186-BBBF-43A1-A81F-9E56A8CC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AS WINGS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EBF2CD-5A61-43BA-A1F3-C25DA975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多一雙翅膀：不會寫程式，也能做出作品</a:t>
            </a:r>
          </a:p>
        </p:txBody>
      </p:sp>
      <p:cxnSp>
        <p:nvCxnSpPr>
          <p:cNvPr id="14" name="shape-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7">
            <a:extLst xmlns:a="http://schemas.openxmlformats.org/drawingml/2006/main">
              <a:ext uri="{FF2B5EF4-FFF2-40B4-BE49-F238E27FC236}">
                <a16:creationId xmlns:a16="http://schemas.microsoft.com/office/drawing/2014/main" id="{9E1FCF7A-716E-48A3-9A7E-A46B0D5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262C63-BC69-4957-A695-F90637E9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8">
            <a:extLst xmlns:a="http://schemas.openxmlformats.org/drawingml/2006/main">
              <a:ext uri="{FF2B5EF4-FFF2-40B4-BE49-F238E27FC236}">
                <a16:creationId xmlns:a16="http://schemas.microsoft.com/office/drawing/2014/main" id="{1F815923-E078-4A3B-8039-9A7A9081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9">
            <a:extLst xmlns:a="http://schemas.openxmlformats.org/drawingml/2006/main">
              <a:ext uri="{FF2B5EF4-FFF2-40B4-BE49-F238E27FC236}">
                <a16:creationId xmlns:a16="http://schemas.microsoft.com/office/drawing/2014/main" id="{C6C7FAFE-2C81-4442-BC7A-4927D3B1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90">
            <a:extLst xmlns:a="http://schemas.openxmlformats.org/drawingml/2006/main">
              <a:ext uri="{FF2B5EF4-FFF2-40B4-BE49-F238E27FC236}">
                <a16:creationId xmlns:a16="http://schemas.microsoft.com/office/drawing/2014/main" id="{4BCE22DB-9523-4792-B963-18AA1DC9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你帶來的專業</a:t>
            </a:r>
          </a:p>
        </p:txBody>
      </p:sp>
      <p:sp>
        <p:nvSpPr>
          <p:cNvPr id="9" name="text-91">
            <a:extLst xmlns:a="http://schemas.openxmlformats.org/drawingml/2006/main">
              <a:ext uri="{FF2B5EF4-FFF2-40B4-BE49-F238E27FC236}">
                <a16:creationId xmlns:a16="http://schemas.microsoft.com/office/drawing/2014/main" id="{7F929F68-A1DB-47C8-A7A2-E4F9B516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問題意識與語言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教學／研究脈絡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對人的理解與判斷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目的、責任與界線</a:t>
            </a:r>
          </a:p>
        </p:txBody>
      </p:sp>
      <p:sp>
        <p:nvSpPr>
          <p:cNvPr id="10" name="text-92">
            <a:extLst xmlns:a="http://schemas.openxmlformats.org/drawingml/2006/main">
              <a:ext uri="{FF2B5EF4-FFF2-40B4-BE49-F238E27FC236}">
                <a16:creationId xmlns:a16="http://schemas.microsoft.com/office/drawing/2014/main" id="{2148CE09-40E5-40A0-85D6-443248B9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補上的能力</a:t>
            </a:r>
          </a:p>
        </p:txBody>
      </p:sp>
      <p:sp>
        <p:nvSpPr>
          <p:cNvPr id="11" name="text-93">
            <a:extLst xmlns:a="http://schemas.openxmlformats.org/drawingml/2006/main">
              <a:ext uri="{FF2B5EF4-FFF2-40B4-BE49-F238E27FC236}">
                <a16:creationId xmlns:a16="http://schemas.microsoft.com/office/drawing/2014/main" id="{26687F49-C2C5-48AC-8FFD-C47CE78E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把想法拆成程式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建立介面、資料與流程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測試、修正、部署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長時間不中斷地推進</a:t>
            </a:r>
          </a:p>
        </p:txBody>
      </p:sp>
    </p:spTree>
    <p:extLst>
      <p:ext uri="{BB962C8B-B14F-4D97-AF65-F5344CB8AC3E}">
        <p14:creationId xmlns:p14="http://schemas.microsoft.com/office/powerpoint/2010/main" val="17675671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4">
            <a:extLst xmlns:a="http://schemas.openxmlformats.org/drawingml/2006/main">
              <a:ext uri="{FF2B5EF4-FFF2-40B4-BE49-F238E27FC236}">
                <a16:creationId xmlns:a16="http://schemas.microsoft.com/office/drawing/2014/main" id="{CFB97DE1-F9F8-42CF-B1F7-C62E472F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HUMANITIES AS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391F66-3E49-4948-8228-A9F9A331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文組的底子，就是 AI 時代的導航能力</a:t>
            </a:r>
          </a:p>
        </p:txBody>
      </p:sp>
      <p:cxnSp>
        <p:nvCxnSpPr>
          <p:cNvPr id="24" name="shape-9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6">
            <a:extLst xmlns:a="http://schemas.openxmlformats.org/drawingml/2006/main">
              <a:ext uri="{FF2B5EF4-FFF2-40B4-BE49-F238E27FC236}">
                <a16:creationId xmlns:a16="http://schemas.microsoft.com/office/drawing/2014/main" id="{2375FCD8-7054-45E2-876F-80DE3EE4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5AF394-EF8A-40FD-99AE-1AF02819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97">
            <a:extLst xmlns:a="http://schemas.openxmlformats.org/drawingml/2006/main">
              <a:ext uri="{FF2B5EF4-FFF2-40B4-BE49-F238E27FC236}">
                <a16:creationId xmlns:a16="http://schemas.microsoft.com/office/drawing/2014/main" id="{2A5B81AF-5FCC-4195-ADEF-B0065CC4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8">
            <a:extLst xmlns:a="http://schemas.openxmlformats.org/drawingml/2006/main">
              <a:ext uri="{FF2B5EF4-FFF2-40B4-BE49-F238E27FC236}">
                <a16:creationId xmlns:a16="http://schemas.microsoft.com/office/drawing/2014/main" id="{DE8E2E7E-D54E-4828-8EAE-300BA47B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9">
            <a:extLst xmlns:a="http://schemas.openxmlformats.org/drawingml/2006/main">
              <a:ext uri="{FF2B5EF4-FFF2-40B4-BE49-F238E27FC236}">
                <a16:creationId xmlns:a16="http://schemas.microsoft.com/office/drawing/2014/main" id="{772B72C8-797F-4A1F-8779-D734C2AA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理解人與情境</a:t>
            </a:r>
          </a:p>
        </p:txBody>
      </p:sp>
      <p:sp>
        <p:nvSpPr>
          <p:cNvPr id="9" name="text-100">
            <a:extLst xmlns:a="http://schemas.openxmlformats.org/drawingml/2006/main">
              <a:ext uri="{FF2B5EF4-FFF2-40B4-BE49-F238E27FC236}">
                <a16:creationId xmlns:a16="http://schemas.microsoft.com/office/drawing/2014/main" id="{5B2DFEE9-05D3-4195-8F7F-D727141C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讀懂需求、角色、文化與脈絡，知道問題真正發生在哪裡。</a:t>
            </a:r>
          </a:p>
        </p:txBody>
      </p:sp>
      <p:sp>
        <p:nvSpPr>
          <p:cNvPr id="10" name="shape-101">
            <a:extLst xmlns:a="http://schemas.openxmlformats.org/drawingml/2006/main">
              <a:ext uri="{FF2B5EF4-FFF2-40B4-BE49-F238E27FC236}">
                <a16:creationId xmlns:a16="http://schemas.microsoft.com/office/drawing/2014/main" id="{19A19B4B-E80A-4438-B86C-9BA375B1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2">
            <a:extLst xmlns:a="http://schemas.openxmlformats.org/drawingml/2006/main">
              <a:ext uri="{FF2B5EF4-FFF2-40B4-BE49-F238E27FC236}">
                <a16:creationId xmlns:a16="http://schemas.microsoft.com/office/drawing/2014/main" id="{04A59ACC-4FE3-43FE-97DA-8D270CD1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3">
            <a:extLst xmlns:a="http://schemas.openxmlformats.org/drawingml/2006/main">
              <a:ext uri="{FF2B5EF4-FFF2-40B4-BE49-F238E27FC236}">
                <a16:creationId xmlns:a16="http://schemas.microsoft.com/office/drawing/2014/main" id="{A1F29509-C444-4799-8782-E88636B8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辨識與判斷</a:t>
            </a:r>
          </a:p>
        </p:txBody>
      </p:sp>
      <p:sp>
        <p:nvSpPr>
          <p:cNvPr id="13" name="text-104">
            <a:extLst xmlns:a="http://schemas.openxmlformats.org/drawingml/2006/main">
              <a:ext uri="{FF2B5EF4-FFF2-40B4-BE49-F238E27FC236}">
                <a16:creationId xmlns:a16="http://schemas.microsoft.com/office/drawing/2014/main" id="{2D46F522-D37D-42BB-9C37-A84FE402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分辨證據、觀點、偏誤與限制，不把工具產出的文字直接當成真理。</a:t>
            </a:r>
          </a:p>
        </p:txBody>
      </p:sp>
      <p:sp>
        <p:nvSpPr>
          <p:cNvPr id="14" name="shape-105">
            <a:extLst xmlns:a="http://schemas.openxmlformats.org/drawingml/2006/main">
              <a:ext uri="{FF2B5EF4-FFF2-40B4-BE49-F238E27FC236}">
                <a16:creationId xmlns:a16="http://schemas.microsoft.com/office/drawing/2014/main" id="{B0A4A436-81A2-4A1E-B203-2864983C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6">
            <a:extLst xmlns:a="http://schemas.openxmlformats.org/drawingml/2006/main">
              <a:ext uri="{FF2B5EF4-FFF2-40B4-BE49-F238E27FC236}">
                <a16:creationId xmlns:a16="http://schemas.microsoft.com/office/drawing/2014/main" id="{4D55E6E1-3D45-4B3F-ACD5-FBD56785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7">
            <a:extLst xmlns:a="http://schemas.openxmlformats.org/drawingml/2006/main">
              <a:ext uri="{FF2B5EF4-FFF2-40B4-BE49-F238E27FC236}">
                <a16:creationId xmlns:a16="http://schemas.microsoft.com/office/drawing/2014/main" id="{34376E86-821F-497A-92BE-DE5F33FD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語言與敘事</a:t>
            </a:r>
          </a:p>
        </p:txBody>
      </p:sp>
      <p:sp>
        <p:nvSpPr>
          <p:cNvPr id="17" name="text-108">
            <a:extLst xmlns:a="http://schemas.openxmlformats.org/drawingml/2006/main">
              <a:ext uri="{FF2B5EF4-FFF2-40B4-BE49-F238E27FC236}">
                <a16:creationId xmlns:a16="http://schemas.microsoft.com/office/drawing/2014/main" id="{8046CBB5-309C-48D6-9AB1-F8BDA7B0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把複雜想法說清楚、寫清楚，讓人與 Agent 都能理解下一步。</a:t>
            </a:r>
          </a:p>
        </p:txBody>
      </p:sp>
      <p:sp>
        <p:nvSpPr>
          <p:cNvPr id="18" name="shape-109">
            <a:extLst xmlns:a="http://schemas.openxmlformats.org/drawingml/2006/main">
              <a:ext uri="{FF2B5EF4-FFF2-40B4-BE49-F238E27FC236}">
                <a16:creationId xmlns:a16="http://schemas.microsoft.com/office/drawing/2014/main" id="{90153A93-49ED-446A-AF16-4CCD79B2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10">
            <a:extLst xmlns:a="http://schemas.openxmlformats.org/drawingml/2006/main">
              <a:ext uri="{FF2B5EF4-FFF2-40B4-BE49-F238E27FC236}">
                <a16:creationId xmlns:a16="http://schemas.microsoft.com/office/drawing/2014/main" id="{BFCB1F1D-EEB3-4AD6-818B-7B7B385A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1">
            <a:extLst xmlns:a="http://schemas.openxmlformats.org/drawingml/2006/main">
              <a:ext uri="{FF2B5EF4-FFF2-40B4-BE49-F238E27FC236}">
                <a16:creationId xmlns:a16="http://schemas.microsoft.com/office/drawing/2014/main" id="{775E79A4-3A6B-42AA-8CF2-6B8FD9D9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教育／研究倫理</a:t>
            </a:r>
          </a:p>
        </p:txBody>
      </p:sp>
      <p:sp>
        <p:nvSpPr>
          <p:cNvPr id="21" name="text-112">
            <a:extLst xmlns:a="http://schemas.openxmlformats.org/drawingml/2006/main">
              <a:ext uri="{FF2B5EF4-FFF2-40B4-BE49-F238E27FC236}">
                <a16:creationId xmlns:a16="http://schemas.microsoft.com/office/drawing/2014/main" id="{B5C7464F-646A-400B-8049-BFD8C3BB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守住目的、關係、隱私與責任，讓作品真的對人有幫助。</a:t>
            </a:r>
          </a:p>
        </p:txBody>
      </p:sp>
    </p:spTree>
    <p:extLst>
      <p:ext uri="{BB962C8B-B14F-4D97-AF65-F5344CB8AC3E}">
        <p14:creationId xmlns:p14="http://schemas.microsoft.com/office/powerpoint/2010/main" val="7347274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13">
            <a:extLst xmlns:a="http://schemas.openxmlformats.org/drawingml/2006/main">
              <a:ext uri="{FF2B5EF4-FFF2-40B4-BE49-F238E27FC236}">
                <a16:creationId xmlns:a16="http://schemas.microsoft.com/office/drawing/2014/main" id="{B74E78A4-64C7-410E-8616-C41D924C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SET SAIL WITH YOUR EXPERTISE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3D51CD-FD5C-4E1D-9EAD-BB529310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大藍海的邀請：帶著你的專業出航</a:t>
            </a:r>
          </a:p>
        </p:txBody>
      </p:sp>
      <p:cxnSp>
        <p:nvCxnSpPr>
          <p:cNvPr id="38" name="shape-1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5">
            <a:extLst xmlns:a="http://schemas.openxmlformats.org/drawingml/2006/main">
              <a:ext uri="{FF2B5EF4-FFF2-40B4-BE49-F238E27FC236}">
                <a16:creationId xmlns:a16="http://schemas.microsoft.com/office/drawing/2014/main" id="{DDDA68B9-6941-409F-AA12-B4763692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F7990E-7866-4AC6-97DA-24BF6B60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16">
            <a:extLst xmlns:a="http://schemas.openxmlformats.org/drawingml/2006/main">
              <a:ext uri="{FF2B5EF4-FFF2-40B4-BE49-F238E27FC236}">
                <a16:creationId xmlns:a16="http://schemas.microsoft.com/office/drawing/2014/main" id="{391CFEAF-FED0-4E82-8365-DC6374AB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17">
            <a:extLst xmlns:a="http://schemas.openxmlformats.org/drawingml/2006/main">
              <a:ext uri="{FF2B5EF4-FFF2-40B4-BE49-F238E27FC236}">
                <a16:creationId xmlns:a16="http://schemas.microsoft.com/office/drawing/2014/main" id="{669D209D-8F04-4737-AA6D-E9720521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3D5B5F1B-2B5E-44D2-BA4E-D553D6CD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9">
            <a:extLst xmlns:a="http://schemas.openxmlformats.org/drawingml/2006/main">
              <a:ext uri="{FF2B5EF4-FFF2-40B4-BE49-F238E27FC236}">
                <a16:creationId xmlns:a16="http://schemas.microsoft.com/office/drawing/2014/main" id="{7B1960AE-A029-4A25-B2A6-F6B417D4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帶上真問題</a:t>
            </a:r>
          </a:p>
        </p:txBody>
      </p:sp>
      <p:sp>
        <p:nvSpPr>
          <p:cNvPr id="10" name="text-120">
            <a:extLst xmlns:a="http://schemas.openxmlformats.org/drawingml/2006/main">
              <a:ext uri="{FF2B5EF4-FFF2-40B4-BE49-F238E27FC236}">
                <a16:creationId xmlns:a16="http://schemas.microsoft.com/office/drawing/2014/main" id="{F14D352D-3BC8-4675-8184-AA8F119D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從課堂、研究或生活中的一個痛點出發</a:t>
            </a:r>
          </a:p>
        </p:txBody>
      </p:sp>
      <p:sp>
        <p:nvSpPr>
          <p:cNvPr id="11" name="text-121">
            <a:extLst xmlns:a="http://schemas.openxmlformats.org/drawingml/2006/main">
              <a:ext uri="{FF2B5EF4-FFF2-40B4-BE49-F238E27FC236}">
                <a16:creationId xmlns:a16="http://schemas.microsoft.com/office/drawing/2014/main" id="{3DF96CDD-1199-49A8-8CA8-12B6603D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2">
            <a:extLst xmlns:a="http://schemas.openxmlformats.org/drawingml/2006/main">
              <a:ext uri="{FF2B5EF4-FFF2-40B4-BE49-F238E27FC236}">
                <a16:creationId xmlns:a16="http://schemas.microsoft.com/office/drawing/2014/main" id="{494A74DA-0B42-4D70-8D07-A27B5158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123">
            <a:extLst xmlns:a="http://schemas.openxmlformats.org/drawingml/2006/main">
              <a:ext uri="{FF2B5EF4-FFF2-40B4-BE49-F238E27FC236}">
                <a16:creationId xmlns:a16="http://schemas.microsoft.com/office/drawing/2014/main" id="{9ADA28B7-C432-4F7F-9D2B-988290A7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4">
            <a:extLst xmlns:a="http://schemas.openxmlformats.org/drawingml/2006/main">
              <a:ext uri="{FF2B5EF4-FFF2-40B4-BE49-F238E27FC236}">
                <a16:creationId xmlns:a16="http://schemas.microsoft.com/office/drawing/2014/main" id="{6450701F-F6B4-46A1-9B64-96430C7B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5">
            <a:extLst xmlns:a="http://schemas.openxmlformats.org/drawingml/2006/main">
              <a:ext uri="{FF2B5EF4-FFF2-40B4-BE49-F238E27FC236}">
                <a16:creationId xmlns:a16="http://schemas.microsoft.com/office/drawing/2014/main" id="{C118EF7B-8C05-4EAB-ABB9-5C1CD72E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說清楚脈絡</a:t>
            </a:r>
          </a:p>
        </p:txBody>
      </p:sp>
      <p:sp>
        <p:nvSpPr>
          <p:cNvPr id="16" name="text-126">
            <a:extLst xmlns:a="http://schemas.openxmlformats.org/drawingml/2006/main">
              <a:ext uri="{FF2B5EF4-FFF2-40B4-BE49-F238E27FC236}">
                <a16:creationId xmlns:a16="http://schemas.microsoft.com/office/drawing/2014/main" id="{17DB7680-DF04-4341-AE22-89311410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交代對象、情境、限制與想完成的改變</a:t>
            </a:r>
          </a:p>
        </p:txBody>
      </p:sp>
      <p:sp>
        <p:nvSpPr>
          <p:cNvPr id="17" name="text-127">
            <a:extLst xmlns:a="http://schemas.openxmlformats.org/drawingml/2006/main">
              <a:ext uri="{FF2B5EF4-FFF2-40B4-BE49-F238E27FC236}">
                <a16:creationId xmlns:a16="http://schemas.microsoft.com/office/drawing/2014/main" id="{65A13E15-A930-4923-A08A-5BB7BD11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8">
            <a:extLst xmlns:a="http://schemas.openxmlformats.org/drawingml/2006/main">
              <a:ext uri="{FF2B5EF4-FFF2-40B4-BE49-F238E27FC236}">
                <a16:creationId xmlns:a16="http://schemas.microsoft.com/office/drawing/2014/main" id="{6A5A576A-55C6-4907-B8AE-4192B573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129">
            <a:extLst xmlns:a="http://schemas.openxmlformats.org/drawingml/2006/main">
              <a:ext uri="{FF2B5EF4-FFF2-40B4-BE49-F238E27FC236}">
                <a16:creationId xmlns:a16="http://schemas.microsoft.com/office/drawing/2014/main" id="{A6F80161-E854-4C68-8C85-5331837D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0">
            <a:extLst xmlns:a="http://schemas.openxmlformats.org/drawingml/2006/main">
              <a:ext uri="{FF2B5EF4-FFF2-40B4-BE49-F238E27FC236}">
                <a16:creationId xmlns:a16="http://schemas.microsoft.com/office/drawing/2014/main" id="{D235B7F9-0BC8-42B6-B7EB-0CDAB0D8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1">
            <a:extLst xmlns:a="http://schemas.openxmlformats.org/drawingml/2006/main">
              <a:ext uri="{FF2B5EF4-FFF2-40B4-BE49-F238E27FC236}">
                <a16:creationId xmlns:a16="http://schemas.microsoft.com/office/drawing/2014/main" id="{06BE5876-C32A-4F25-B56A-0158B56B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執行</a:t>
            </a:r>
          </a:p>
        </p:txBody>
      </p:sp>
      <p:sp>
        <p:nvSpPr>
          <p:cNvPr id="22" name="text-132">
            <a:extLst xmlns:a="http://schemas.openxmlformats.org/drawingml/2006/main">
              <a:ext uri="{FF2B5EF4-FFF2-40B4-BE49-F238E27FC236}">
                <a16:creationId xmlns:a16="http://schemas.microsoft.com/office/drawing/2014/main" id="{E61A4BBE-7E8F-4169-B463-24CAED44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把想法轉成程式、流程、介面與可操作作品</a:t>
            </a:r>
          </a:p>
        </p:txBody>
      </p:sp>
      <p:sp>
        <p:nvSpPr>
          <p:cNvPr id="23" name="text-133">
            <a:extLst xmlns:a="http://schemas.openxmlformats.org/drawingml/2006/main">
              <a:ext uri="{FF2B5EF4-FFF2-40B4-BE49-F238E27FC236}">
                <a16:creationId xmlns:a16="http://schemas.microsoft.com/office/drawing/2014/main" id="{09FE6A59-62A8-4789-A187-6A7B9121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4">
            <a:extLst xmlns:a="http://schemas.openxmlformats.org/drawingml/2006/main">
              <a:ext uri="{FF2B5EF4-FFF2-40B4-BE49-F238E27FC236}">
                <a16:creationId xmlns:a16="http://schemas.microsoft.com/office/drawing/2014/main" id="{5C46CC26-589D-4EB5-BAF3-5BEEC615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135">
            <a:extLst xmlns:a="http://schemas.openxmlformats.org/drawingml/2006/main">
              <a:ext uri="{FF2B5EF4-FFF2-40B4-BE49-F238E27FC236}">
                <a16:creationId xmlns:a16="http://schemas.microsoft.com/office/drawing/2014/main" id="{9AAF9CEE-6136-4AC4-B4FA-86C31598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6">
            <a:extLst xmlns:a="http://schemas.openxmlformats.org/drawingml/2006/main">
              <a:ext uri="{FF2B5EF4-FFF2-40B4-BE49-F238E27FC236}">
                <a16:creationId xmlns:a16="http://schemas.microsoft.com/office/drawing/2014/main" id="{74B13FCF-03D4-49BD-ABD0-ED60218F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7">
            <a:extLst xmlns:a="http://schemas.openxmlformats.org/drawingml/2006/main">
              <a:ext uri="{FF2B5EF4-FFF2-40B4-BE49-F238E27FC236}">
                <a16:creationId xmlns:a16="http://schemas.microsoft.com/office/drawing/2014/main" id="{FD4BA189-FB0F-4D40-9183-69906C89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人來驗證</a:t>
            </a:r>
          </a:p>
        </p:txBody>
      </p:sp>
      <p:sp>
        <p:nvSpPr>
          <p:cNvPr id="28" name="text-138">
            <a:extLst xmlns:a="http://schemas.openxmlformats.org/drawingml/2006/main">
              <a:ext uri="{FF2B5EF4-FFF2-40B4-BE49-F238E27FC236}">
                <a16:creationId xmlns:a16="http://schemas.microsoft.com/office/drawing/2014/main" id="{8DE53F56-D21B-4C77-9355-D4855DD3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檢查內容、證據、權限、倫理與實際使用感受</a:t>
            </a:r>
          </a:p>
        </p:txBody>
      </p:sp>
      <p:sp>
        <p:nvSpPr>
          <p:cNvPr id="29" name="text-139">
            <a:extLst xmlns:a="http://schemas.openxmlformats.org/drawingml/2006/main">
              <a:ext uri="{FF2B5EF4-FFF2-40B4-BE49-F238E27FC236}">
                <a16:creationId xmlns:a16="http://schemas.microsoft.com/office/drawing/2014/main" id="{2AD07DEB-BFB6-4646-8A75-71B95C9A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40">
            <a:extLst xmlns:a="http://schemas.openxmlformats.org/drawingml/2006/main">
              <a:ext uri="{FF2B5EF4-FFF2-40B4-BE49-F238E27FC236}">
                <a16:creationId xmlns:a16="http://schemas.microsoft.com/office/drawing/2014/main" id="{9F2F7750-44E9-4E1C-A6C0-93AF7B8F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41">
            <a:extLst xmlns:a="http://schemas.openxmlformats.org/drawingml/2006/main">
              <a:ext uri="{FF2B5EF4-FFF2-40B4-BE49-F238E27FC236}">
                <a16:creationId xmlns:a16="http://schemas.microsoft.com/office/drawing/2014/main" id="{ACE5DECC-AF0E-4FE1-B563-43DA9927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42">
            <a:extLst xmlns:a="http://schemas.openxmlformats.org/drawingml/2006/main">
              <a:ext uri="{FF2B5EF4-FFF2-40B4-BE49-F238E27FC236}">
                <a16:creationId xmlns:a16="http://schemas.microsoft.com/office/drawing/2014/main" id="{34848188-BA7A-464A-9F97-77F591A5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43">
            <a:extLst xmlns:a="http://schemas.openxmlformats.org/drawingml/2006/main">
              <a:ext uri="{FF2B5EF4-FFF2-40B4-BE49-F238E27FC236}">
                <a16:creationId xmlns:a16="http://schemas.microsoft.com/office/drawing/2014/main" id="{A496EF60-162D-4BF7-99B5-C35AAA8C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把成果帶回生活</a:t>
            </a:r>
          </a:p>
        </p:txBody>
      </p:sp>
      <p:sp>
        <p:nvSpPr>
          <p:cNvPr id="34" name="text-144">
            <a:extLst xmlns:a="http://schemas.openxmlformats.org/drawingml/2006/main">
              <a:ext uri="{FF2B5EF4-FFF2-40B4-BE49-F238E27FC236}">
                <a16:creationId xmlns:a16="http://schemas.microsoft.com/office/drawing/2014/main" id="{0344CEE0-6F13-466C-A20A-6E90B899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讓省下的時間回到教學、研究、關係與志向</a:t>
            </a:r>
          </a:p>
        </p:txBody>
      </p:sp>
      <p:sp>
        <p:nvSpPr>
          <p:cNvPr id="35" name="text-145">
            <a:extLst xmlns:a="http://schemas.openxmlformats.org/drawingml/2006/main">
              <a:ext uri="{FF2B5EF4-FFF2-40B4-BE49-F238E27FC236}">
                <a16:creationId xmlns:a16="http://schemas.microsoft.com/office/drawing/2014/main" id="{9270B154-0298-44B2-91A5-8494ACCE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0920408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146">
            <a:extLst xmlns:a="http://schemas.openxmlformats.org/drawingml/2006/main">
              <a:ext uri="{FF2B5EF4-FFF2-40B4-BE49-F238E27FC236}">
                <a16:creationId xmlns:a16="http://schemas.microsoft.com/office/drawing/2014/main" id="{57AD3021-1C00-4934-8072-7F4D025F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8699CC-79A5-42D3-83A5-73244602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1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8">
            <a:extLst xmlns:a="http://schemas.openxmlformats.org/drawingml/2006/main">
              <a:ext uri="{FF2B5EF4-FFF2-40B4-BE49-F238E27FC236}">
                <a16:creationId xmlns:a16="http://schemas.microsoft.com/office/drawing/2014/main" id="{A29F496F-FD1F-4703-A6E1-934697FA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AAA656-19BC-4E05-B2F0-3041FB90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49">
            <a:extLst xmlns:a="http://schemas.openxmlformats.org/drawingml/2006/main">
              <a:ext uri="{FF2B5EF4-FFF2-40B4-BE49-F238E27FC236}">
                <a16:creationId xmlns:a16="http://schemas.microsoft.com/office/drawing/2014/main" id="{94F88C57-95FE-4976-915B-0B99F4D1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50">
            <a:extLst xmlns:a="http://schemas.openxmlformats.org/drawingml/2006/main">
              <a:ext uri="{FF2B5EF4-FFF2-40B4-BE49-F238E27FC236}">
                <a16:creationId xmlns:a16="http://schemas.microsoft.com/office/drawing/2014/main" id="{BE6EDCB0-89B4-4465-A7FD-E16A8221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1">
            <a:extLst xmlns:a="http://schemas.openxmlformats.org/drawingml/2006/main">
              <a:ext uri="{FF2B5EF4-FFF2-40B4-BE49-F238E27FC236}">
                <a16:creationId xmlns:a16="http://schemas.microsoft.com/office/drawing/2014/main" id="{E5303577-1F35-4526-B3C2-3489060E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2">
            <a:extLst xmlns:a="http://schemas.openxmlformats.org/drawingml/2006/main">
              <a:ext uri="{FF2B5EF4-FFF2-40B4-BE49-F238E27FC236}">
                <a16:creationId xmlns:a16="http://schemas.microsoft.com/office/drawing/2014/main" id="{F76A5848-56B1-43BA-9D42-58B523B4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153">
            <a:extLst xmlns:a="http://schemas.openxmlformats.org/drawingml/2006/main">
              <a:ext uri="{FF2B5EF4-FFF2-40B4-BE49-F238E27FC236}">
                <a16:creationId xmlns:a16="http://schemas.microsoft.com/office/drawing/2014/main" id="{3A376494-E062-4C86-806B-0FD92175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154">
            <a:extLst xmlns:a="http://schemas.openxmlformats.org/drawingml/2006/main">
              <a:ext uri="{FF2B5EF4-FFF2-40B4-BE49-F238E27FC236}">
                <a16:creationId xmlns:a16="http://schemas.microsoft.com/office/drawing/2014/main" id="{13EBDCB8-C31A-4700-8BC3-F72A9173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55">
            <a:extLst xmlns:a="http://schemas.openxmlformats.org/drawingml/2006/main">
              <a:ext uri="{FF2B5EF4-FFF2-40B4-BE49-F238E27FC236}">
                <a16:creationId xmlns:a16="http://schemas.microsoft.com/office/drawing/2014/main" id="{EA16BDB2-2E99-4CF3-B4F9-10E44C49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156">
            <a:extLst xmlns:a="http://schemas.openxmlformats.org/drawingml/2006/main">
              <a:ext uri="{FF2B5EF4-FFF2-40B4-BE49-F238E27FC236}">
                <a16:creationId xmlns:a16="http://schemas.microsoft.com/office/drawing/2014/main" id="{9A9855AA-0A0E-48B8-ABF0-43A7D562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57">
            <a:extLst xmlns:a="http://schemas.openxmlformats.org/drawingml/2006/main">
              <a:ext uri="{FF2B5EF4-FFF2-40B4-BE49-F238E27FC236}">
                <a16:creationId xmlns:a16="http://schemas.microsoft.com/office/drawing/2014/main" id="{95F373CA-9C93-47FE-B4E6-DDCB64B1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58">
            <a:extLst xmlns:a="http://schemas.openxmlformats.org/drawingml/2006/main">
              <a:ext uri="{FF2B5EF4-FFF2-40B4-BE49-F238E27FC236}">
                <a16:creationId xmlns:a16="http://schemas.microsoft.com/office/drawing/2014/main" id="{EB968A8B-9D39-4DB5-B3BF-CC365FE1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159">
            <a:extLst xmlns:a="http://schemas.openxmlformats.org/drawingml/2006/main">
              <a:ext uri="{FF2B5EF4-FFF2-40B4-BE49-F238E27FC236}">
                <a16:creationId xmlns:a16="http://schemas.microsoft.com/office/drawing/2014/main" id="{CA7E273D-F4B7-4BB0-AE4B-72FC7E1F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160">
            <a:extLst xmlns:a="http://schemas.openxmlformats.org/drawingml/2006/main">
              <a:ext uri="{FF2B5EF4-FFF2-40B4-BE49-F238E27FC236}">
                <a16:creationId xmlns:a16="http://schemas.microsoft.com/office/drawing/2014/main" id="{ADA03EB7-F507-4260-AC16-C96BA58E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61">
            <a:extLst xmlns:a="http://schemas.openxmlformats.org/drawingml/2006/main">
              <a:ext uri="{FF2B5EF4-FFF2-40B4-BE49-F238E27FC236}">
                <a16:creationId xmlns:a16="http://schemas.microsoft.com/office/drawing/2014/main" id="{804FE2EE-7F5A-428A-8072-9A30740C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162">
            <a:extLst xmlns:a="http://schemas.openxmlformats.org/drawingml/2006/main">
              <a:ext uri="{FF2B5EF4-FFF2-40B4-BE49-F238E27FC236}">
                <a16:creationId xmlns:a16="http://schemas.microsoft.com/office/drawing/2014/main" id="{60E06E2C-6826-4C9C-B51B-533DADBF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3">
            <a:extLst xmlns:a="http://schemas.openxmlformats.org/drawingml/2006/main">
              <a:ext uri="{FF2B5EF4-FFF2-40B4-BE49-F238E27FC236}">
                <a16:creationId xmlns:a16="http://schemas.microsoft.com/office/drawing/2014/main" id="{447E3F57-A151-48A4-AB50-132DA933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64">
            <a:extLst xmlns:a="http://schemas.openxmlformats.org/drawingml/2006/main">
              <a:ext uri="{FF2B5EF4-FFF2-40B4-BE49-F238E27FC236}">
                <a16:creationId xmlns:a16="http://schemas.microsoft.com/office/drawing/2014/main" id="{FEEB4F87-CADB-424C-AF79-1DB2491D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165">
            <a:extLst xmlns:a="http://schemas.openxmlformats.org/drawingml/2006/main">
              <a:ext uri="{FF2B5EF4-FFF2-40B4-BE49-F238E27FC236}">
                <a16:creationId xmlns:a16="http://schemas.microsoft.com/office/drawing/2014/main" id="{187CD865-DF95-4284-8325-42D7E29E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166">
            <a:extLst xmlns:a="http://schemas.openxmlformats.org/drawingml/2006/main">
              <a:ext uri="{FF2B5EF4-FFF2-40B4-BE49-F238E27FC236}">
                <a16:creationId xmlns:a16="http://schemas.microsoft.com/office/drawing/2014/main" id="{6B9CB9FE-7E89-488D-87CF-62A6C82D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67">
            <a:extLst xmlns:a="http://schemas.openxmlformats.org/drawingml/2006/main">
              <a:ext uri="{FF2B5EF4-FFF2-40B4-BE49-F238E27FC236}">
                <a16:creationId xmlns:a16="http://schemas.microsoft.com/office/drawing/2014/main" id="{4832E936-C399-401B-9459-30E3590C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168">
            <a:extLst xmlns:a="http://schemas.openxmlformats.org/drawingml/2006/main">
              <a:ext uri="{FF2B5EF4-FFF2-40B4-BE49-F238E27FC236}">
                <a16:creationId xmlns:a16="http://schemas.microsoft.com/office/drawing/2014/main" id="{1BFF2965-5D9E-4323-A597-8DA01028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69">
            <a:extLst xmlns:a="http://schemas.openxmlformats.org/drawingml/2006/main">
              <a:ext uri="{FF2B5EF4-FFF2-40B4-BE49-F238E27FC236}">
                <a16:creationId xmlns:a16="http://schemas.microsoft.com/office/drawing/2014/main" id="{6A23CF7C-A499-47C2-B343-638107B9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70">
            <a:extLst xmlns:a="http://schemas.openxmlformats.org/drawingml/2006/main">
              <a:ext uri="{FF2B5EF4-FFF2-40B4-BE49-F238E27FC236}">
                <a16:creationId xmlns:a16="http://schemas.microsoft.com/office/drawing/2014/main" id="{454944CB-43B1-4AE2-A9CF-218AA824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171">
            <a:extLst xmlns:a="http://schemas.openxmlformats.org/drawingml/2006/main">
              <a:ext uri="{FF2B5EF4-FFF2-40B4-BE49-F238E27FC236}">
                <a16:creationId xmlns:a16="http://schemas.microsoft.com/office/drawing/2014/main" id="{C5578422-6419-41E0-A20C-30B87E77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172">
            <a:extLst xmlns:a="http://schemas.openxmlformats.org/drawingml/2006/main">
              <a:ext uri="{FF2B5EF4-FFF2-40B4-BE49-F238E27FC236}">
                <a16:creationId xmlns:a16="http://schemas.microsoft.com/office/drawing/2014/main" id="{987B2B2D-4494-4980-8BA4-13D02972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73">
            <a:extLst xmlns:a="http://schemas.openxmlformats.org/drawingml/2006/main">
              <a:ext uri="{FF2B5EF4-FFF2-40B4-BE49-F238E27FC236}">
                <a16:creationId xmlns:a16="http://schemas.microsoft.com/office/drawing/2014/main" id="{F3B02905-F32A-4AD5-9CEE-54883DC8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74">
            <a:extLst xmlns:a="http://schemas.openxmlformats.org/drawingml/2006/main">
              <a:ext uri="{FF2B5EF4-FFF2-40B4-BE49-F238E27FC236}">
                <a16:creationId xmlns:a16="http://schemas.microsoft.com/office/drawing/2014/main" id="{0F1ABD23-1B73-4361-AC6A-F9B513BD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75">
            <a:extLst xmlns:a="http://schemas.openxmlformats.org/drawingml/2006/main">
              <a:ext uri="{FF2B5EF4-FFF2-40B4-BE49-F238E27FC236}">
                <a16:creationId xmlns:a16="http://schemas.microsoft.com/office/drawing/2014/main" id="{D36FBB61-EC8E-4FEF-AE15-3DD1FCFE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76">
            <a:extLst xmlns:a="http://schemas.openxmlformats.org/drawingml/2006/main">
              <a:ext uri="{FF2B5EF4-FFF2-40B4-BE49-F238E27FC236}">
                <a16:creationId xmlns:a16="http://schemas.microsoft.com/office/drawing/2014/main" id="{6A258999-48FF-46CD-857D-C4D73F76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177">
            <a:extLst xmlns:a="http://schemas.openxmlformats.org/drawingml/2006/main">
              <a:ext uri="{FF2B5EF4-FFF2-40B4-BE49-F238E27FC236}">
                <a16:creationId xmlns:a16="http://schemas.microsoft.com/office/drawing/2014/main" id="{B2A2B220-D6CC-4F75-9333-36522580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178">
            <a:extLst xmlns:a="http://schemas.openxmlformats.org/drawingml/2006/main">
              <a:ext uri="{FF2B5EF4-FFF2-40B4-BE49-F238E27FC236}">
                <a16:creationId xmlns:a16="http://schemas.microsoft.com/office/drawing/2014/main" id="{69C01B1D-8F50-4BA9-BE1D-69127E4A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03">
            <a:extLst xmlns:a="http://schemas.openxmlformats.org/drawingml/2006/main">
              <a:ext uri="{FF2B5EF4-FFF2-40B4-BE49-F238E27FC236}">
                <a16:creationId xmlns:a16="http://schemas.microsoft.com/office/drawing/2014/main" id="{A7C59D45-95A2-41BC-9C9E-2B5B1101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b2f2270ca44507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f8ec3210e644b73"/>
              </a:rPr>
              <a:t>Gemini Notebook ↗</a:t>
            </a:r>
          </a:p>
        </p:txBody>
      </p:sp>
      <p:sp>
        <p:nvSpPr>
          <p:cNvPr id="37" name="shape-933">
            <a:extLst xmlns:a="http://schemas.openxmlformats.org/drawingml/2006/main">
              <a:ext uri="{FF2B5EF4-FFF2-40B4-BE49-F238E27FC236}">
                <a16:creationId xmlns:a16="http://schemas.microsoft.com/office/drawing/2014/main" id="{2B8ACD05-6174-4A77-BC1D-72C5AA63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c1eef5442411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34">
            <a:extLst xmlns:a="http://schemas.openxmlformats.org/drawingml/2006/main">
              <a:ext uri="{FF2B5EF4-FFF2-40B4-BE49-F238E27FC236}">
                <a16:creationId xmlns:a16="http://schemas.microsoft.com/office/drawing/2014/main" id="{E8881B48-5011-4884-8AA5-794D2716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2725d84ad4c8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35">
            <a:extLst xmlns:a="http://schemas.openxmlformats.org/drawingml/2006/main">
              <a:ext uri="{FF2B5EF4-FFF2-40B4-BE49-F238E27FC236}">
                <a16:creationId xmlns:a16="http://schemas.microsoft.com/office/drawing/2014/main" id="{725CFF70-C887-42C3-A875-D4E8483B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406367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79">
            <a:extLst xmlns:a="http://schemas.openxmlformats.org/drawingml/2006/main">
              <a:ext uri="{FF2B5EF4-FFF2-40B4-BE49-F238E27FC236}">
                <a16:creationId xmlns:a16="http://schemas.microsoft.com/office/drawing/2014/main" id="{50C4011F-1D0B-40C7-A8F2-F75CA5A1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F7879A-F744-4BAC-9D47-59F448A5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1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81">
            <a:extLst xmlns:a="http://schemas.openxmlformats.org/drawingml/2006/main">
              <a:ext uri="{FF2B5EF4-FFF2-40B4-BE49-F238E27FC236}">
                <a16:creationId xmlns:a16="http://schemas.microsoft.com/office/drawing/2014/main" id="{9277C250-57A4-46E4-BC7D-B9349703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7152D3-BF2E-4028-864D-274F7C11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82">
            <a:extLst xmlns:a="http://schemas.openxmlformats.org/drawingml/2006/main">
              <a:ext uri="{FF2B5EF4-FFF2-40B4-BE49-F238E27FC236}">
                <a16:creationId xmlns:a16="http://schemas.microsoft.com/office/drawing/2014/main" id="{6EAC2B2D-DE7A-4E50-BAF9-0775E5E1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3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83">
            <a:extLst xmlns:a="http://schemas.openxmlformats.org/drawingml/2006/main">
              <a:ext uri="{FF2B5EF4-FFF2-40B4-BE49-F238E27FC236}">
                <a16:creationId xmlns:a16="http://schemas.microsoft.com/office/drawing/2014/main" id="{FC57AE65-8C93-42C6-82BC-C5F83878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84">
            <a:extLst xmlns:a="http://schemas.openxmlformats.org/drawingml/2006/main">
              <a:ext uri="{FF2B5EF4-FFF2-40B4-BE49-F238E27FC236}">
                <a16:creationId xmlns:a16="http://schemas.microsoft.com/office/drawing/2014/main" id="{0792E953-C5AA-4863-9112-3007BC64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185">
            <a:extLst xmlns:a="http://schemas.openxmlformats.org/drawingml/2006/main">
              <a:ext uri="{FF2B5EF4-FFF2-40B4-BE49-F238E27FC236}">
                <a16:creationId xmlns:a16="http://schemas.microsoft.com/office/drawing/2014/main" id="{487ACAEF-A991-4B60-BF7D-439F58B7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186">
            <a:extLst xmlns:a="http://schemas.openxmlformats.org/drawingml/2006/main">
              <a:ext uri="{FF2B5EF4-FFF2-40B4-BE49-F238E27FC236}">
                <a16:creationId xmlns:a16="http://schemas.microsoft.com/office/drawing/2014/main" id="{207ADBA5-293E-4BE6-AAF0-CE03EF80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187">
            <a:extLst xmlns:a="http://schemas.openxmlformats.org/drawingml/2006/main">
              <a:ext uri="{FF2B5EF4-FFF2-40B4-BE49-F238E27FC236}">
                <a16:creationId xmlns:a16="http://schemas.microsoft.com/office/drawing/2014/main" id="{5C5F1700-3122-4BB3-8F53-7BD61888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88">
            <a:extLst xmlns:a="http://schemas.openxmlformats.org/drawingml/2006/main">
              <a:ext uri="{FF2B5EF4-FFF2-40B4-BE49-F238E27FC236}">
                <a16:creationId xmlns:a16="http://schemas.microsoft.com/office/drawing/2014/main" id="{E95511A3-3C0E-47B7-9713-2534C4EA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189">
            <a:extLst xmlns:a="http://schemas.openxmlformats.org/drawingml/2006/main">
              <a:ext uri="{FF2B5EF4-FFF2-40B4-BE49-F238E27FC236}">
                <a16:creationId xmlns:a16="http://schemas.microsoft.com/office/drawing/2014/main" id="{14A2F2D6-5849-4989-8963-EC294347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190">
            <a:extLst xmlns:a="http://schemas.openxmlformats.org/drawingml/2006/main">
              <a:ext uri="{FF2B5EF4-FFF2-40B4-BE49-F238E27FC236}">
                <a16:creationId xmlns:a16="http://schemas.microsoft.com/office/drawing/2014/main" id="{180A7158-F0B3-4643-8E94-537E7C12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191">
            <a:extLst xmlns:a="http://schemas.openxmlformats.org/drawingml/2006/main">
              <a:ext uri="{FF2B5EF4-FFF2-40B4-BE49-F238E27FC236}">
                <a16:creationId xmlns:a16="http://schemas.microsoft.com/office/drawing/2014/main" id="{BC8133C0-2C4F-4F4B-80F1-569F48A1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92">
            <a:extLst xmlns:a="http://schemas.openxmlformats.org/drawingml/2006/main">
              <a:ext uri="{FF2B5EF4-FFF2-40B4-BE49-F238E27FC236}">
                <a16:creationId xmlns:a16="http://schemas.microsoft.com/office/drawing/2014/main" id="{9AFC777E-693F-4E42-80C6-8126F6DB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193">
            <a:extLst xmlns:a="http://schemas.openxmlformats.org/drawingml/2006/main">
              <a:ext uri="{FF2B5EF4-FFF2-40B4-BE49-F238E27FC236}">
                <a16:creationId xmlns:a16="http://schemas.microsoft.com/office/drawing/2014/main" id="{190394E1-1313-490E-A027-F024800B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194">
            <a:extLst xmlns:a="http://schemas.openxmlformats.org/drawingml/2006/main">
              <a:ext uri="{FF2B5EF4-FFF2-40B4-BE49-F238E27FC236}">
                <a16:creationId xmlns:a16="http://schemas.microsoft.com/office/drawing/2014/main" id="{653847F5-5E52-4FDA-9AA9-DA6CBA8F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195">
            <a:extLst xmlns:a="http://schemas.openxmlformats.org/drawingml/2006/main">
              <a:ext uri="{FF2B5EF4-FFF2-40B4-BE49-F238E27FC236}">
                <a16:creationId xmlns:a16="http://schemas.microsoft.com/office/drawing/2014/main" id="{2F86F04B-B6C0-47A3-B667-3FC01623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96">
            <a:extLst xmlns:a="http://schemas.openxmlformats.org/drawingml/2006/main">
              <a:ext uri="{FF2B5EF4-FFF2-40B4-BE49-F238E27FC236}">
                <a16:creationId xmlns:a16="http://schemas.microsoft.com/office/drawing/2014/main" id="{9742EA68-D6ED-4B50-ACBE-351E84A2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197">
            <a:extLst xmlns:a="http://schemas.openxmlformats.org/drawingml/2006/main">
              <a:ext uri="{FF2B5EF4-FFF2-40B4-BE49-F238E27FC236}">
                <a16:creationId xmlns:a16="http://schemas.microsoft.com/office/drawing/2014/main" id="{0C074969-988F-4FBA-9B01-BBA15FCE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98">
            <a:extLst xmlns:a="http://schemas.openxmlformats.org/drawingml/2006/main">
              <a:ext uri="{FF2B5EF4-FFF2-40B4-BE49-F238E27FC236}">
                <a16:creationId xmlns:a16="http://schemas.microsoft.com/office/drawing/2014/main" id="{F7950EC8-1510-4D65-B7C6-C6526516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199">
            <a:extLst xmlns:a="http://schemas.openxmlformats.org/drawingml/2006/main">
              <a:ext uri="{FF2B5EF4-FFF2-40B4-BE49-F238E27FC236}">
                <a16:creationId xmlns:a16="http://schemas.microsoft.com/office/drawing/2014/main" id="{9A70832D-2464-4871-ABDB-79876504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00">
            <a:extLst xmlns:a="http://schemas.openxmlformats.org/drawingml/2006/main">
              <a:ext uri="{FF2B5EF4-FFF2-40B4-BE49-F238E27FC236}">
                <a16:creationId xmlns:a16="http://schemas.microsoft.com/office/drawing/2014/main" id="{F28AD46A-E595-4959-8D28-C46B8EA8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201">
            <a:extLst xmlns:a="http://schemas.openxmlformats.org/drawingml/2006/main">
              <a:ext uri="{FF2B5EF4-FFF2-40B4-BE49-F238E27FC236}">
                <a16:creationId xmlns:a16="http://schemas.microsoft.com/office/drawing/2014/main" id="{6901D2C9-3800-46A3-8BFC-861834C5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202">
            <a:extLst xmlns:a="http://schemas.openxmlformats.org/drawingml/2006/main">
              <a:ext uri="{FF2B5EF4-FFF2-40B4-BE49-F238E27FC236}">
                <a16:creationId xmlns:a16="http://schemas.microsoft.com/office/drawing/2014/main" id="{765A5CEF-5A2A-4C68-8D39-7B26DFE3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203">
            <a:extLst xmlns:a="http://schemas.openxmlformats.org/drawingml/2006/main">
              <a:ext uri="{FF2B5EF4-FFF2-40B4-BE49-F238E27FC236}">
                <a16:creationId xmlns:a16="http://schemas.microsoft.com/office/drawing/2014/main" id="{CB964A4A-E773-4CF2-B615-45BDDE6F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204">
            <a:extLst xmlns:a="http://schemas.openxmlformats.org/drawingml/2006/main">
              <a:ext uri="{FF2B5EF4-FFF2-40B4-BE49-F238E27FC236}">
                <a16:creationId xmlns:a16="http://schemas.microsoft.com/office/drawing/2014/main" id="{7DD52C79-AA90-4DFF-80CF-9953D623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205">
            <a:extLst xmlns:a="http://schemas.openxmlformats.org/drawingml/2006/main">
              <a:ext uri="{FF2B5EF4-FFF2-40B4-BE49-F238E27FC236}">
                <a16:creationId xmlns:a16="http://schemas.microsoft.com/office/drawing/2014/main" id="{63F28102-7DB5-4E27-9199-6F3EF533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206">
            <a:extLst xmlns:a="http://schemas.openxmlformats.org/drawingml/2006/main">
              <a:ext uri="{FF2B5EF4-FFF2-40B4-BE49-F238E27FC236}">
                <a16:creationId xmlns:a16="http://schemas.microsoft.com/office/drawing/2014/main" id="{F8F8C72A-D21E-4432-AA28-7F027592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207">
            <a:extLst xmlns:a="http://schemas.openxmlformats.org/drawingml/2006/main">
              <a:ext uri="{FF2B5EF4-FFF2-40B4-BE49-F238E27FC236}">
                <a16:creationId xmlns:a16="http://schemas.microsoft.com/office/drawing/2014/main" id="{477B9143-D376-4618-BB09-5055E1EE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08">
            <a:extLst xmlns:a="http://schemas.openxmlformats.org/drawingml/2006/main">
              <a:ext uri="{FF2B5EF4-FFF2-40B4-BE49-F238E27FC236}">
                <a16:creationId xmlns:a16="http://schemas.microsoft.com/office/drawing/2014/main" id="{01AB3FF4-D962-4FE7-834F-5655574C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209">
            <a:extLst xmlns:a="http://schemas.openxmlformats.org/drawingml/2006/main">
              <a:ext uri="{FF2B5EF4-FFF2-40B4-BE49-F238E27FC236}">
                <a16:creationId xmlns:a16="http://schemas.microsoft.com/office/drawing/2014/main" id="{EE4E72FF-1331-40E0-8D4A-E413455D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210">
            <a:extLst xmlns:a="http://schemas.openxmlformats.org/drawingml/2006/main">
              <a:ext uri="{FF2B5EF4-FFF2-40B4-BE49-F238E27FC236}">
                <a16:creationId xmlns:a16="http://schemas.microsoft.com/office/drawing/2014/main" id="{9F864C22-58DA-4E2C-A1CC-A8F60B64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782100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1">
            <a:extLst xmlns:a="http://schemas.openxmlformats.org/drawingml/2006/main">
              <a:ext uri="{FF2B5EF4-FFF2-40B4-BE49-F238E27FC236}">
                <a16:creationId xmlns:a16="http://schemas.microsoft.com/office/drawing/2014/main" id="{46A708C8-EBC9-44C8-B96D-4A215678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934FA9-4020-4AB2-BAC5-5C771C6E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2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3">
            <a:extLst xmlns:a="http://schemas.openxmlformats.org/drawingml/2006/main">
              <a:ext uri="{FF2B5EF4-FFF2-40B4-BE49-F238E27FC236}">
                <a16:creationId xmlns:a16="http://schemas.microsoft.com/office/drawing/2014/main" id="{788900DE-0B0B-480C-A568-C70B9F3D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97469A-187D-4FA9-A2C8-6F981FDA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214">
            <a:extLst xmlns:a="http://schemas.openxmlformats.org/drawingml/2006/main">
              <a:ext uri="{FF2B5EF4-FFF2-40B4-BE49-F238E27FC236}">
                <a16:creationId xmlns:a16="http://schemas.microsoft.com/office/drawing/2014/main" id="{E18E0994-AB12-476F-848D-CC47774F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15">
            <a:extLst xmlns:a="http://schemas.openxmlformats.org/drawingml/2006/main">
              <a:ext uri="{FF2B5EF4-FFF2-40B4-BE49-F238E27FC236}">
                <a16:creationId xmlns:a16="http://schemas.microsoft.com/office/drawing/2014/main" id="{5DE955A4-61A2-43CB-B3C4-E0D5D53F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16">
            <a:extLst xmlns:a="http://schemas.openxmlformats.org/drawingml/2006/main">
              <a:ext uri="{FF2B5EF4-FFF2-40B4-BE49-F238E27FC236}">
                <a16:creationId xmlns:a16="http://schemas.microsoft.com/office/drawing/2014/main" id="{5ACB6ED5-4114-44DC-9DB7-A7031E7A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217">
            <a:extLst xmlns:a="http://schemas.openxmlformats.org/drawingml/2006/main">
              <a:ext uri="{FF2B5EF4-FFF2-40B4-BE49-F238E27FC236}">
                <a16:creationId xmlns:a16="http://schemas.microsoft.com/office/drawing/2014/main" id="{5CA31BC2-BE98-45C1-9FF4-921B27FF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218">
            <a:extLst xmlns:a="http://schemas.openxmlformats.org/drawingml/2006/main">
              <a:ext uri="{FF2B5EF4-FFF2-40B4-BE49-F238E27FC236}">
                <a16:creationId xmlns:a16="http://schemas.microsoft.com/office/drawing/2014/main" id="{AD07D1BC-89FF-4645-991E-11020957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19">
            <a:extLst xmlns:a="http://schemas.openxmlformats.org/drawingml/2006/main">
              <a:ext uri="{FF2B5EF4-FFF2-40B4-BE49-F238E27FC236}">
                <a16:creationId xmlns:a16="http://schemas.microsoft.com/office/drawing/2014/main" id="{F63CB0BF-AE35-47D1-AEA5-1821E321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20">
            <a:extLst xmlns:a="http://schemas.openxmlformats.org/drawingml/2006/main">
              <a:ext uri="{FF2B5EF4-FFF2-40B4-BE49-F238E27FC236}">
                <a16:creationId xmlns:a16="http://schemas.microsoft.com/office/drawing/2014/main" id="{67A0AD38-D495-45EA-98EC-02975A0C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221">
            <a:extLst xmlns:a="http://schemas.openxmlformats.org/drawingml/2006/main">
              <a:ext uri="{FF2B5EF4-FFF2-40B4-BE49-F238E27FC236}">
                <a16:creationId xmlns:a16="http://schemas.microsoft.com/office/drawing/2014/main" id="{213595C4-1DE8-46CD-92FB-54F7CAB9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222">
            <a:extLst xmlns:a="http://schemas.openxmlformats.org/drawingml/2006/main">
              <a:ext uri="{FF2B5EF4-FFF2-40B4-BE49-F238E27FC236}">
                <a16:creationId xmlns:a16="http://schemas.microsoft.com/office/drawing/2014/main" id="{55308D90-780D-4ACE-8E77-F6BEE747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3">
            <a:extLst xmlns:a="http://schemas.openxmlformats.org/drawingml/2006/main">
              <a:ext uri="{FF2B5EF4-FFF2-40B4-BE49-F238E27FC236}">
                <a16:creationId xmlns:a16="http://schemas.microsoft.com/office/drawing/2014/main" id="{831781AF-AC61-4F07-A9AE-806B00E1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24">
            <a:extLst xmlns:a="http://schemas.openxmlformats.org/drawingml/2006/main">
              <a:ext uri="{FF2B5EF4-FFF2-40B4-BE49-F238E27FC236}">
                <a16:creationId xmlns:a16="http://schemas.microsoft.com/office/drawing/2014/main" id="{23FC5724-078A-46B3-A9FB-F7C1BA44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225">
            <a:extLst xmlns:a="http://schemas.openxmlformats.org/drawingml/2006/main">
              <a:ext uri="{FF2B5EF4-FFF2-40B4-BE49-F238E27FC236}">
                <a16:creationId xmlns:a16="http://schemas.microsoft.com/office/drawing/2014/main" id="{72E70C01-D8B3-433F-AD5F-DAB49557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226">
            <a:extLst xmlns:a="http://schemas.openxmlformats.org/drawingml/2006/main">
              <a:ext uri="{FF2B5EF4-FFF2-40B4-BE49-F238E27FC236}">
                <a16:creationId xmlns:a16="http://schemas.microsoft.com/office/drawing/2014/main" id="{DD4DD3BC-CF1D-44BD-9D6D-2B0D484F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27">
            <a:extLst xmlns:a="http://schemas.openxmlformats.org/drawingml/2006/main">
              <a:ext uri="{FF2B5EF4-FFF2-40B4-BE49-F238E27FC236}">
                <a16:creationId xmlns:a16="http://schemas.microsoft.com/office/drawing/2014/main" id="{63BF14CD-47A4-4A92-845D-5C7DE684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28">
            <a:extLst xmlns:a="http://schemas.openxmlformats.org/drawingml/2006/main">
              <a:ext uri="{FF2B5EF4-FFF2-40B4-BE49-F238E27FC236}">
                <a16:creationId xmlns:a16="http://schemas.microsoft.com/office/drawing/2014/main" id="{13EEDA01-82AA-4A6D-9C98-733A3FC5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229">
            <a:extLst xmlns:a="http://schemas.openxmlformats.org/drawingml/2006/main">
              <a:ext uri="{FF2B5EF4-FFF2-40B4-BE49-F238E27FC236}">
                <a16:creationId xmlns:a16="http://schemas.microsoft.com/office/drawing/2014/main" id="{AC5599F5-9F8F-4619-AE0D-E47A5275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3665519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30">
            <a:extLst xmlns:a="http://schemas.openxmlformats.org/drawingml/2006/main">
              <a:ext uri="{FF2B5EF4-FFF2-40B4-BE49-F238E27FC236}">
                <a16:creationId xmlns:a16="http://schemas.microsoft.com/office/drawing/2014/main" id="{20E06F10-1ECC-4625-928C-0782BE46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F0CB5A-42C4-421C-AB14-6BEE2FCB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2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2">
            <a:extLst xmlns:a="http://schemas.openxmlformats.org/drawingml/2006/main">
              <a:ext uri="{FF2B5EF4-FFF2-40B4-BE49-F238E27FC236}">
                <a16:creationId xmlns:a16="http://schemas.microsoft.com/office/drawing/2014/main" id="{366E0508-67EB-4533-8609-AA8EEB45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A05F7C-A01D-4D40-BE64-9E004A51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233">
            <a:extLst xmlns:a="http://schemas.openxmlformats.org/drawingml/2006/main">
              <a:ext uri="{FF2B5EF4-FFF2-40B4-BE49-F238E27FC236}">
                <a16:creationId xmlns:a16="http://schemas.microsoft.com/office/drawing/2014/main" id="{54709A25-5B5B-4A93-A0E4-B9F9B192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34">
            <a:extLst xmlns:a="http://schemas.openxmlformats.org/drawingml/2006/main">
              <a:ext uri="{FF2B5EF4-FFF2-40B4-BE49-F238E27FC236}">
                <a16:creationId xmlns:a16="http://schemas.microsoft.com/office/drawing/2014/main" id="{575B2CA2-54D0-4BD5-9FE3-95A64601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35">
            <a:extLst xmlns:a="http://schemas.openxmlformats.org/drawingml/2006/main">
              <a:ext uri="{FF2B5EF4-FFF2-40B4-BE49-F238E27FC236}">
                <a16:creationId xmlns:a16="http://schemas.microsoft.com/office/drawing/2014/main" id="{6D55BC2D-6A59-47AF-A641-B5B54BE1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236">
            <a:extLst xmlns:a="http://schemas.openxmlformats.org/drawingml/2006/main">
              <a:ext uri="{FF2B5EF4-FFF2-40B4-BE49-F238E27FC236}">
                <a16:creationId xmlns:a16="http://schemas.microsoft.com/office/drawing/2014/main" id="{8C551CBD-963A-4E5D-9500-CD247104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237">
            <a:extLst xmlns:a="http://schemas.openxmlformats.org/drawingml/2006/main">
              <a:ext uri="{FF2B5EF4-FFF2-40B4-BE49-F238E27FC236}">
                <a16:creationId xmlns:a16="http://schemas.microsoft.com/office/drawing/2014/main" id="{B054CEB2-1CA2-4367-AC1E-A3E594C5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238">
            <a:extLst xmlns:a="http://schemas.openxmlformats.org/drawingml/2006/main">
              <a:ext uri="{FF2B5EF4-FFF2-40B4-BE49-F238E27FC236}">
                <a16:creationId xmlns:a16="http://schemas.microsoft.com/office/drawing/2014/main" id="{F9ED4383-708A-4DFE-B640-AAC9C615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239">
            <a:extLst xmlns:a="http://schemas.openxmlformats.org/drawingml/2006/main">
              <a:ext uri="{FF2B5EF4-FFF2-40B4-BE49-F238E27FC236}">
                <a16:creationId xmlns:a16="http://schemas.microsoft.com/office/drawing/2014/main" id="{9C5EF8AE-6062-4FBA-8448-8FDE03F0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240">
            <a:extLst xmlns:a="http://schemas.openxmlformats.org/drawingml/2006/main">
              <a:ext uri="{FF2B5EF4-FFF2-40B4-BE49-F238E27FC236}">
                <a16:creationId xmlns:a16="http://schemas.microsoft.com/office/drawing/2014/main" id="{81FC54E0-ADCF-4640-B47E-436DE0DE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241">
            <a:extLst xmlns:a="http://schemas.openxmlformats.org/drawingml/2006/main">
              <a:ext uri="{FF2B5EF4-FFF2-40B4-BE49-F238E27FC236}">
                <a16:creationId xmlns:a16="http://schemas.microsoft.com/office/drawing/2014/main" id="{1742D281-8446-4DFD-A931-EBC61059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242">
            <a:extLst xmlns:a="http://schemas.openxmlformats.org/drawingml/2006/main">
              <a:ext uri="{FF2B5EF4-FFF2-40B4-BE49-F238E27FC236}">
                <a16:creationId xmlns:a16="http://schemas.microsoft.com/office/drawing/2014/main" id="{D1CCCF90-5C13-4711-845F-D6746363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7436186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43">
            <a:extLst xmlns:a="http://schemas.openxmlformats.org/drawingml/2006/main">
              <a:ext uri="{FF2B5EF4-FFF2-40B4-BE49-F238E27FC236}">
                <a16:creationId xmlns:a16="http://schemas.microsoft.com/office/drawing/2014/main" id="{299BBBE1-A841-4038-9239-54495B05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DEEF07-3DC6-4C7B-841C-4FB8F989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2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45">
            <a:extLst xmlns:a="http://schemas.openxmlformats.org/drawingml/2006/main">
              <a:ext uri="{FF2B5EF4-FFF2-40B4-BE49-F238E27FC236}">
                <a16:creationId xmlns:a16="http://schemas.microsoft.com/office/drawing/2014/main" id="{B276C712-C1D5-4F92-AC20-9675288B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FF2824-2EB7-407F-BFCF-8E1C28EC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46">
            <a:extLst xmlns:a="http://schemas.openxmlformats.org/drawingml/2006/main">
              <a:ext uri="{FF2B5EF4-FFF2-40B4-BE49-F238E27FC236}">
                <a16:creationId xmlns:a16="http://schemas.microsoft.com/office/drawing/2014/main" id="{DBC78065-701D-4BE6-AE9F-54DA2E33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47">
            <a:extLst xmlns:a="http://schemas.openxmlformats.org/drawingml/2006/main">
              <a:ext uri="{FF2B5EF4-FFF2-40B4-BE49-F238E27FC236}">
                <a16:creationId xmlns:a16="http://schemas.microsoft.com/office/drawing/2014/main" id="{552F146E-D338-476E-AAB4-D5936A7B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248">
            <a:extLst xmlns:a="http://schemas.openxmlformats.org/drawingml/2006/main">
              <a:ext uri="{FF2B5EF4-FFF2-40B4-BE49-F238E27FC236}">
                <a16:creationId xmlns:a16="http://schemas.microsoft.com/office/drawing/2014/main" id="{A7961037-0019-4E6C-9ADB-74038485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249">
            <a:extLst xmlns:a="http://schemas.openxmlformats.org/drawingml/2006/main">
              <a:ext uri="{FF2B5EF4-FFF2-40B4-BE49-F238E27FC236}">
                <a16:creationId xmlns:a16="http://schemas.microsoft.com/office/drawing/2014/main" id="{6D2F17F2-1A09-4F85-B942-76628B48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250">
            <a:extLst xmlns:a="http://schemas.openxmlformats.org/drawingml/2006/main">
              <a:ext uri="{FF2B5EF4-FFF2-40B4-BE49-F238E27FC236}">
                <a16:creationId xmlns:a16="http://schemas.microsoft.com/office/drawing/2014/main" id="{88A0630A-E3D4-40B5-843D-58AEEEA1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51">
            <a:extLst xmlns:a="http://schemas.openxmlformats.org/drawingml/2006/main">
              <a:ext uri="{FF2B5EF4-FFF2-40B4-BE49-F238E27FC236}">
                <a16:creationId xmlns:a16="http://schemas.microsoft.com/office/drawing/2014/main" id="{D49A393E-875B-4956-8CDD-E5CE127D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252">
            <a:extLst xmlns:a="http://schemas.openxmlformats.org/drawingml/2006/main">
              <a:ext uri="{FF2B5EF4-FFF2-40B4-BE49-F238E27FC236}">
                <a16:creationId xmlns:a16="http://schemas.microsoft.com/office/drawing/2014/main" id="{F5A93C0E-1507-4F26-89A8-DDE2CE3E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253">
            <a:extLst xmlns:a="http://schemas.openxmlformats.org/drawingml/2006/main">
              <a:ext uri="{FF2B5EF4-FFF2-40B4-BE49-F238E27FC236}">
                <a16:creationId xmlns:a16="http://schemas.microsoft.com/office/drawing/2014/main" id="{CC0F72BC-6563-43DC-8769-0B2280C4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254">
            <a:extLst xmlns:a="http://schemas.openxmlformats.org/drawingml/2006/main">
              <a:ext uri="{FF2B5EF4-FFF2-40B4-BE49-F238E27FC236}">
                <a16:creationId xmlns:a16="http://schemas.microsoft.com/office/drawing/2014/main" id="{3C0EB1A8-714E-4B3F-BEAB-07559541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55">
            <a:extLst xmlns:a="http://schemas.openxmlformats.org/drawingml/2006/main">
              <a:ext uri="{FF2B5EF4-FFF2-40B4-BE49-F238E27FC236}">
                <a16:creationId xmlns:a16="http://schemas.microsoft.com/office/drawing/2014/main" id="{372B13E4-8413-4340-A0F6-42F04D68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256">
            <a:extLst xmlns:a="http://schemas.openxmlformats.org/drawingml/2006/main">
              <a:ext uri="{FF2B5EF4-FFF2-40B4-BE49-F238E27FC236}">
                <a16:creationId xmlns:a16="http://schemas.microsoft.com/office/drawing/2014/main" id="{832DC635-0C4C-430B-81EA-F0C67E59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257">
            <a:extLst xmlns:a="http://schemas.openxmlformats.org/drawingml/2006/main">
              <a:ext uri="{FF2B5EF4-FFF2-40B4-BE49-F238E27FC236}">
                <a16:creationId xmlns:a16="http://schemas.microsoft.com/office/drawing/2014/main" id="{61E56582-4EA3-4AD7-840C-E8197FE7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258">
            <a:extLst xmlns:a="http://schemas.openxmlformats.org/drawingml/2006/main">
              <a:ext uri="{FF2B5EF4-FFF2-40B4-BE49-F238E27FC236}">
                <a16:creationId xmlns:a16="http://schemas.microsoft.com/office/drawing/2014/main" id="{F544D097-AFC3-4E75-B982-92663216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59">
            <a:extLst xmlns:a="http://schemas.openxmlformats.org/drawingml/2006/main">
              <a:ext uri="{FF2B5EF4-FFF2-40B4-BE49-F238E27FC236}">
                <a16:creationId xmlns:a16="http://schemas.microsoft.com/office/drawing/2014/main" id="{28819367-AC8F-4866-93CA-B70E395C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260">
            <a:extLst xmlns:a="http://schemas.openxmlformats.org/drawingml/2006/main">
              <a:ext uri="{FF2B5EF4-FFF2-40B4-BE49-F238E27FC236}">
                <a16:creationId xmlns:a16="http://schemas.microsoft.com/office/drawing/2014/main" id="{DB7AFD52-4BEF-4B04-BF6C-AD64D33B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261">
            <a:extLst xmlns:a="http://schemas.openxmlformats.org/drawingml/2006/main">
              <a:ext uri="{FF2B5EF4-FFF2-40B4-BE49-F238E27FC236}">
                <a16:creationId xmlns:a16="http://schemas.microsoft.com/office/drawing/2014/main" id="{AA772F4E-E038-478C-B910-C6422D32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1096829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62">
            <a:extLst xmlns:a="http://schemas.openxmlformats.org/drawingml/2006/main">
              <a:ext uri="{FF2B5EF4-FFF2-40B4-BE49-F238E27FC236}">
                <a16:creationId xmlns:a16="http://schemas.microsoft.com/office/drawing/2014/main" id="{E988DDCC-BAD0-4160-85F4-3B177FE3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49D638-D8F4-4693-B356-C7A40D15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2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4">
            <a:extLst xmlns:a="http://schemas.openxmlformats.org/drawingml/2006/main">
              <a:ext uri="{FF2B5EF4-FFF2-40B4-BE49-F238E27FC236}">
                <a16:creationId xmlns:a16="http://schemas.microsoft.com/office/drawing/2014/main" id="{CAA0322E-5EBE-451C-AE2C-D6391B82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55EB3A-80DD-4421-97F5-6B787144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d6aefe1d0f433e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265">
            <a:extLst xmlns:a="http://schemas.openxmlformats.org/drawingml/2006/main">
              <a:ext uri="{FF2B5EF4-FFF2-40B4-BE49-F238E27FC236}">
                <a16:creationId xmlns:a16="http://schemas.microsoft.com/office/drawing/2014/main" id="{E306200F-100F-43A5-8F99-62B0BD11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266">
            <a:extLst xmlns:a="http://schemas.openxmlformats.org/drawingml/2006/main">
              <a:ext uri="{FF2B5EF4-FFF2-40B4-BE49-F238E27FC236}">
                <a16:creationId xmlns:a16="http://schemas.microsoft.com/office/drawing/2014/main" id="{AD7CD985-0D4E-4A34-87D8-FB2EAB62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904">
            <a:extLst xmlns:a="http://schemas.openxmlformats.org/drawingml/2006/main">
              <a:ext uri="{FF2B5EF4-FFF2-40B4-BE49-F238E27FC236}">
                <a16:creationId xmlns:a16="http://schemas.microsoft.com/office/drawing/2014/main" id="{EF74727F-CF42-4EE3-AFE4-F5F1D77F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54edda78dd144f5"/>
              </a:rPr>
              <a:t>開啟教育科技創新專區 ↗</a:t>
            </a:r>
          </a:p>
        </p:txBody>
      </p:sp>
      <p:sp>
        <p:nvSpPr>
          <p:cNvPr id="10" name="shape-936">
            <a:extLst xmlns:a="http://schemas.openxmlformats.org/drawingml/2006/main">
              <a:ext uri="{FF2B5EF4-FFF2-40B4-BE49-F238E27FC236}">
                <a16:creationId xmlns:a16="http://schemas.microsoft.com/office/drawing/2014/main" id="{E19F1E75-36A9-4223-BE33-21854561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6da5b42e34b8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37">
            <a:extLst xmlns:a="http://schemas.openxmlformats.org/drawingml/2006/main">
              <a:ext uri="{FF2B5EF4-FFF2-40B4-BE49-F238E27FC236}">
                <a16:creationId xmlns:a16="http://schemas.microsoft.com/office/drawing/2014/main" id="{14C9B88A-4247-4C8F-AEDB-0A7D14E1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6482880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67">
            <a:extLst xmlns:a="http://schemas.openxmlformats.org/drawingml/2006/main">
              <a:ext uri="{FF2B5EF4-FFF2-40B4-BE49-F238E27FC236}">
                <a16:creationId xmlns:a16="http://schemas.microsoft.com/office/drawing/2014/main" id="{F6E8C297-4888-4F36-865F-FA97AEA6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B93AD2-B835-47E8-BE0C-7F35C949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2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9">
            <a:extLst xmlns:a="http://schemas.openxmlformats.org/drawingml/2006/main">
              <a:ext uri="{FF2B5EF4-FFF2-40B4-BE49-F238E27FC236}">
                <a16:creationId xmlns:a16="http://schemas.microsoft.com/office/drawing/2014/main" id="{77C15B72-E6F8-4D5A-BB02-880DC89B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B30352-9C17-408F-BACE-59AD136A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70">
            <a:extLst xmlns:a="http://schemas.openxmlformats.org/drawingml/2006/main">
              <a:ext uri="{FF2B5EF4-FFF2-40B4-BE49-F238E27FC236}">
                <a16:creationId xmlns:a16="http://schemas.microsoft.com/office/drawing/2014/main" id="{451E97ED-4D52-4661-AC26-ADC66B7C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271">
            <a:extLst xmlns:a="http://schemas.openxmlformats.org/drawingml/2006/main">
              <a:ext uri="{FF2B5EF4-FFF2-40B4-BE49-F238E27FC236}">
                <a16:creationId xmlns:a16="http://schemas.microsoft.com/office/drawing/2014/main" id="{0D3FB560-120E-4A65-B403-611632DC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72">
            <a:extLst xmlns:a="http://schemas.openxmlformats.org/drawingml/2006/main">
              <a:ext uri="{FF2B5EF4-FFF2-40B4-BE49-F238E27FC236}">
                <a16:creationId xmlns:a16="http://schemas.microsoft.com/office/drawing/2014/main" id="{606A0E6E-9B28-4750-89B2-CE319383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273">
            <a:extLst xmlns:a="http://schemas.openxmlformats.org/drawingml/2006/main">
              <a:ext uri="{FF2B5EF4-FFF2-40B4-BE49-F238E27FC236}">
                <a16:creationId xmlns:a16="http://schemas.microsoft.com/office/drawing/2014/main" id="{5FA7045F-214C-4880-AAB4-30466D68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274">
            <a:extLst xmlns:a="http://schemas.openxmlformats.org/drawingml/2006/main">
              <a:ext uri="{FF2B5EF4-FFF2-40B4-BE49-F238E27FC236}">
                <a16:creationId xmlns:a16="http://schemas.microsoft.com/office/drawing/2014/main" id="{9CD6879E-D829-4923-8C5B-5C4B869F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275">
            <a:extLst xmlns:a="http://schemas.openxmlformats.org/drawingml/2006/main">
              <a:ext uri="{FF2B5EF4-FFF2-40B4-BE49-F238E27FC236}">
                <a16:creationId xmlns:a16="http://schemas.microsoft.com/office/drawing/2014/main" id="{DBB94511-D6C3-4041-86AF-B01C5A87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57efd5b0d34428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8c4712fd754851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276">
            <a:extLst xmlns:a="http://schemas.openxmlformats.org/drawingml/2006/main">
              <a:ext uri="{FF2B5EF4-FFF2-40B4-BE49-F238E27FC236}">
                <a16:creationId xmlns:a16="http://schemas.microsoft.com/office/drawing/2014/main" id="{EA72544C-A596-4D65-A176-3891D530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0b07b7341714d08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1ebb793a24f60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277">
            <a:extLst xmlns:a="http://schemas.openxmlformats.org/drawingml/2006/main">
              <a:ext uri="{FF2B5EF4-FFF2-40B4-BE49-F238E27FC236}">
                <a16:creationId xmlns:a16="http://schemas.microsoft.com/office/drawing/2014/main" id="{DA0371FC-9854-4439-8B12-4A2E70CD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278">
            <a:extLst xmlns:a="http://schemas.openxmlformats.org/drawingml/2006/main">
              <a:ext uri="{FF2B5EF4-FFF2-40B4-BE49-F238E27FC236}">
                <a16:creationId xmlns:a16="http://schemas.microsoft.com/office/drawing/2014/main" id="{1690D8BE-B4BF-429A-9F84-1129D665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279">
            <a:extLst xmlns:a="http://schemas.openxmlformats.org/drawingml/2006/main">
              <a:ext uri="{FF2B5EF4-FFF2-40B4-BE49-F238E27FC236}">
                <a16:creationId xmlns:a16="http://schemas.microsoft.com/office/drawing/2014/main" id="{74B347E8-5A77-451B-9F25-7E5C721E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280">
            <a:extLst xmlns:a="http://schemas.openxmlformats.org/drawingml/2006/main">
              <a:ext uri="{FF2B5EF4-FFF2-40B4-BE49-F238E27FC236}">
                <a16:creationId xmlns:a16="http://schemas.microsoft.com/office/drawing/2014/main" id="{F898B1B1-3E9C-4D37-B7A5-453740B9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281">
            <a:extLst xmlns:a="http://schemas.openxmlformats.org/drawingml/2006/main">
              <a:ext uri="{FF2B5EF4-FFF2-40B4-BE49-F238E27FC236}">
                <a16:creationId xmlns:a16="http://schemas.microsoft.com/office/drawing/2014/main" id="{76D6BA3E-C40D-4222-83C2-6931D399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04b60c12e44f6d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04d844721b4af5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282">
            <a:extLst xmlns:a="http://schemas.openxmlformats.org/drawingml/2006/main">
              <a:ext uri="{FF2B5EF4-FFF2-40B4-BE49-F238E27FC236}">
                <a16:creationId xmlns:a16="http://schemas.microsoft.com/office/drawing/2014/main" id="{27763A5C-1425-4509-BC5D-01EF77C2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43cb5c98db4fee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e43830c774fa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283">
            <a:extLst xmlns:a="http://schemas.openxmlformats.org/drawingml/2006/main">
              <a:ext uri="{FF2B5EF4-FFF2-40B4-BE49-F238E27FC236}">
                <a16:creationId xmlns:a16="http://schemas.microsoft.com/office/drawing/2014/main" id="{E9115576-3F99-4188-8645-DD6BBDFB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284">
            <a:extLst xmlns:a="http://schemas.openxmlformats.org/drawingml/2006/main">
              <a:ext uri="{FF2B5EF4-FFF2-40B4-BE49-F238E27FC236}">
                <a16:creationId xmlns:a16="http://schemas.microsoft.com/office/drawing/2014/main" id="{82EE9A4D-63A0-4670-80EE-B7DB2B5F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285">
            <a:extLst xmlns:a="http://schemas.openxmlformats.org/drawingml/2006/main">
              <a:ext uri="{FF2B5EF4-FFF2-40B4-BE49-F238E27FC236}">
                <a16:creationId xmlns:a16="http://schemas.microsoft.com/office/drawing/2014/main" id="{0D890527-6374-479E-A667-3A51E523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286">
            <a:extLst xmlns:a="http://schemas.openxmlformats.org/drawingml/2006/main">
              <a:ext uri="{FF2B5EF4-FFF2-40B4-BE49-F238E27FC236}">
                <a16:creationId xmlns:a16="http://schemas.microsoft.com/office/drawing/2014/main" id="{2D38E771-6D75-442F-A63C-C0495F26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287">
            <a:extLst xmlns:a="http://schemas.openxmlformats.org/drawingml/2006/main">
              <a:ext uri="{FF2B5EF4-FFF2-40B4-BE49-F238E27FC236}">
                <a16:creationId xmlns:a16="http://schemas.microsoft.com/office/drawing/2014/main" id="{8FC1E81D-BAD7-460E-ACA8-5DA5F20A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a3d279a9bfe4251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c9d91d9fe47e7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88">
            <a:extLst xmlns:a="http://schemas.openxmlformats.org/drawingml/2006/main">
              <a:ext uri="{FF2B5EF4-FFF2-40B4-BE49-F238E27FC236}">
                <a16:creationId xmlns:a16="http://schemas.microsoft.com/office/drawing/2014/main" id="{4F9574F7-1E88-439D-91DA-B49194BA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bc45a5824414f4d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33a87f8404da4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8413381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9">
            <a:extLst xmlns:a="http://schemas.openxmlformats.org/drawingml/2006/main">
              <a:ext uri="{FF2B5EF4-FFF2-40B4-BE49-F238E27FC236}">
                <a16:creationId xmlns:a16="http://schemas.microsoft.com/office/drawing/2014/main" id="{7715B86C-70FA-423A-83F3-459049AF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8076F8-03BC-453D-BAD7-A91C2A1E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2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1">
            <a:extLst xmlns:a="http://schemas.openxmlformats.org/drawingml/2006/main">
              <a:ext uri="{FF2B5EF4-FFF2-40B4-BE49-F238E27FC236}">
                <a16:creationId xmlns:a16="http://schemas.microsoft.com/office/drawing/2014/main" id="{CB10FE32-F01F-4EC0-8FA5-A290E90D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5520A6-C944-4573-8B23-42ECD070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292">
            <a:extLst xmlns:a="http://schemas.openxmlformats.org/drawingml/2006/main">
              <a:ext uri="{FF2B5EF4-FFF2-40B4-BE49-F238E27FC236}">
                <a16:creationId xmlns:a16="http://schemas.microsoft.com/office/drawing/2014/main" id="{8BA83804-20C4-4267-B520-8A822700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293">
            <a:extLst xmlns:a="http://schemas.openxmlformats.org/drawingml/2006/main">
              <a:ext uri="{FF2B5EF4-FFF2-40B4-BE49-F238E27FC236}">
                <a16:creationId xmlns:a16="http://schemas.microsoft.com/office/drawing/2014/main" id="{A0867E60-72FD-4000-859D-D04E450D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94">
            <a:extLst xmlns:a="http://schemas.openxmlformats.org/drawingml/2006/main">
              <a:ext uri="{FF2B5EF4-FFF2-40B4-BE49-F238E27FC236}">
                <a16:creationId xmlns:a16="http://schemas.microsoft.com/office/drawing/2014/main" id="{6164A21C-C9F1-4695-AE37-3F9CD26B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295">
            <a:extLst xmlns:a="http://schemas.openxmlformats.org/drawingml/2006/main">
              <a:ext uri="{FF2B5EF4-FFF2-40B4-BE49-F238E27FC236}">
                <a16:creationId xmlns:a16="http://schemas.microsoft.com/office/drawing/2014/main" id="{DA0FF947-7E90-4542-8B60-5575EBA3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296">
            <a:extLst xmlns:a="http://schemas.openxmlformats.org/drawingml/2006/main">
              <a:ext uri="{FF2B5EF4-FFF2-40B4-BE49-F238E27FC236}">
                <a16:creationId xmlns:a16="http://schemas.microsoft.com/office/drawing/2014/main" id="{60F9FCB9-97BC-402C-9FDD-5112A6B8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297">
            <a:extLst xmlns:a="http://schemas.openxmlformats.org/drawingml/2006/main">
              <a:ext uri="{FF2B5EF4-FFF2-40B4-BE49-F238E27FC236}">
                <a16:creationId xmlns:a16="http://schemas.microsoft.com/office/drawing/2014/main" id="{738307AE-8A13-46D4-B9AD-77D3CD06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5902ae5a984b71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e5b5ed90e4e7b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298">
            <a:extLst xmlns:a="http://schemas.openxmlformats.org/drawingml/2006/main">
              <a:ext uri="{FF2B5EF4-FFF2-40B4-BE49-F238E27FC236}">
                <a16:creationId xmlns:a16="http://schemas.microsoft.com/office/drawing/2014/main" id="{E35A5BD3-8D55-4845-B15D-0314A3E2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1687f1c1ba4137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21adb9ed14858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299">
            <a:extLst xmlns:a="http://schemas.openxmlformats.org/drawingml/2006/main">
              <a:ext uri="{FF2B5EF4-FFF2-40B4-BE49-F238E27FC236}">
                <a16:creationId xmlns:a16="http://schemas.microsoft.com/office/drawing/2014/main" id="{D6AFF2F0-1626-432C-904E-C75757F4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00">
            <a:extLst xmlns:a="http://schemas.openxmlformats.org/drawingml/2006/main">
              <a:ext uri="{FF2B5EF4-FFF2-40B4-BE49-F238E27FC236}">
                <a16:creationId xmlns:a16="http://schemas.microsoft.com/office/drawing/2014/main" id="{CD9725E2-2A27-4427-8790-752C70E3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301">
            <a:extLst xmlns:a="http://schemas.openxmlformats.org/drawingml/2006/main">
              <a:ext uri="{FF2B5EF4-FFF2-40B4-BE49-F238E27FC236}">
                <a16:creationId xmlns:a16="http://schemas.microsoft.com/office/drawing/2014/main" id="{4A00203D-5A92-41D2-B7EF-237C5905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302">
            <a:extLst xmlns:a="http://schemas.openxmlformats.org/drawingml/2006/main">
              <a:ext uri="{FF2B5EF4-FFF2-40B4-BE49-F238E27FC236}">
                <a16:creationId xmlns:a16="http://schemas.microsoft.com/office/drawing/2014/main" id="{0101100D-5D85-4FE9-B24F-BA5B47AA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303">
            <a:extLst xmlns:a="http://schemas.openxmlformats.org/drawingml/2006/main">
              <a:ext uri="{FF2B5EF4-FFF2-40B4-BE49-F238E27FC236}">
                <a16:creationId xmlns:a16="http://schemas.microsoft.com/office/drawing/2014/main" id="{C39A5B29-4E57-46CD-BA64-8B4355FD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827ddf8453f4e93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300de50714614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04">
            <a:extLst xmlns:a="http://schemas.openxmlformats.org/drawingml/2006/main">
              <a:ext uri="{FF2B5EF4-FFF2-40B4-BE49-F238E27FC236}">
                <a16:creationId xmlns:a16="http://schemas.microsoft.com/office/drawing/2014/main" id="{725047D7-A0F8-4C40-825F-BE7E47A0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b57b1dd6fd4b26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2a679a775342d3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05">
            <a:extLst xmlns:a="http://schemas.openxmlformats.org/drawingml/2006/main">
              <a:ext uri="{FF2B5EF4-FFF2-40B4-BE49-F238E27FC236}">
                <a16:creationId xmlns:a16="http://schemas.microsoft.com/office/drawing/2014/main" id="{A1B213A4-2B56-4F29-B36D-6ABD366C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06">
            <a:extLst xmlns:a="http://schemas.openxmlformats.org/drawingml/2006/main">
              <a:ext uri="{FF2B5EF4-FFF2-40B4-BE49-F238E27FC236}">
                <a16:creationId xmlns:a16="http://schemas.microsoft.com/office/drawing/2014/main" id="{AAC0973B-EF17-4D95-ADF0-B53329BB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307">
            <a:extLst xmlns:a="http://schemas.openxmlformats.org/drawingml/2006/main">
              <a:ext uri="{FF2B5EF4-FFF2-40B4-BE49-F238E27FC236}">
                <a16:creationId xmlns:a16="http://schemas.microsoft.com/office/drawing/2014/main" id="{4A974C8D-505B-42DB-B16F-8DF30935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86D1EE38-5CD9-4967-BEB2-A371E057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309">
            <a:extLst xmlns:a="http://schemas.openxmlformats.org/drawingml/2006/main">
              <a:ext uri="{FF2B5EF4-FFF2-40B4-BE49-F238E27FC236}">
                <a16:creationId xmlns:a16="http://schemas.microsoft.com/office/drawing/2014/main" id="{C26234AC-50C5-4894-A0B8-B1E0D89C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a791c570f7476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c6f54f8b0414e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10">
            <a:extLst xmlns:a="http://schemas.openxmlformats.org/drawingml/2006/main">
              <a:ext uri="{FF2B5EF4-FFF2-40B4-BE49-F238E27FC236}">
                <a16:creationId xmlns:a16="http://schemas.microsoft.com/office/drawing/2014/main" id="{A3784121-2BC3-4ABA-881F-54B188B4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6eb85afdf3423e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8440bcec7465f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5284683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311">
            <a:extLst xmlns:a="http://schemas.openxmlformats.org/drawingml/2006/main">
              <a:ext uri="{FF2B5EF4-FFF2-40B4-BE49-F238E27FC236}">
                <a16:creationId xmlns:a16="http://schemas.microsoft.com/office/drawing/2014/main" id="{D68B41C7-CA0B-4A02-9E3C-48125716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INPUT OPTIONS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DA64FC-7C17-4D3D-B402-F8A85975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語音輸入有兩條路：Typeless × Codex Voice</a:t>
            </a:r>
          </a:p>
        </p:txBody>
      </p:sp>
      <p:cxnSp>
        <p:nvCxnSpPr>
          <p:cNvPr id="30" name="shape-3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3">
            <a:extLst xmlns:a="http://schemas.openxmlformats.org/drawingml/2006/main">
              <a:ext uri="{FF2B5EF4-FFF2-40B4-BE49-F238E27FC236}">
                <a16:creationId xmlns:a16="http://schemas.microsoft.com/office/drawing/2014/main" id="{A34DDF37-98D1-4759-9A55-2DF01F6A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FC2E49-BED0-47EA-85DC-B314F5B2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314">
            <a:extLst xmlns:a="http://schemas.openxmlformats.org/drawingml/2006/main">
              <a:ext uri="{FF2B5EF4-FFF2-40B4-BE49-F238E27FC236}">
                <a16:creationId xmlns:a16="http://schemas.microsoft.com/office/drawing/2014/main" id="{4182B648-BADC-4C06-A1D1-6E0D334D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15">
            <a:extLst xmlns:a="http://schemas.openxmlformats.org/drawingml/2006/main">
              <a:ext uri="{FF2B5EF4-FFF2-40B4-BE49-F238E27FC236}">
                <a16:creationId xmlns:a16="http://schemas.microsoft.com/office/drawing/2014/main" id="{7552D5FF-6610-4C5C-A201-72E9D9FE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316">
            <a:extLst xmlns:a="http://schemas.openxmlformats.org/drawingml/2006/main">
              <a:ext uri="{FF2B5EF4-FFF2-40B4-BE49-F238E27FC236}">
                <a16:creationId xmlns:a16="http://schemas.microsoft.com/office/drawing/2014/main" id="{59932725-D663-46D9-944F-5ACE738E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Typeless｜跨應用</a:t>
            </a:r>
          </a:p>
        </p:txBody>
      </p:sp>
      <p:sp>
        <p:nvSpPr>
          <p:cNvPr id="9" name="text-317">
            <a:extLst xmlns:a="http://schemas.openxmlformats.org/drawingml/2006/main">
              <a:ext uri="{FF2B5EF4-FFF2-40B4-BE49-F238E27FC236}">
                <a16:creationId xmlns:a16="http://schemas.microsoft.com/office/drawing/2014/main" id="{565D9824-150E-48FD-B9D0-DF2B618B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在原本的輸入框直接說，先把課程構想、研究問題或行政需求整理成可複製文字。</a:t>
            </a:r>
          </a:p>
        </p:txBody>
      </p:sp>
      <p:sp>
        <p:nvSpPr>
          <p:cNvPr id="10" name="shape-318">
            <a:extLst xmlns:a="http://schemas.openxmlformats.org/drawingml/2006/main">
              <a:ext uri="{FF2B5EF4-FFF2-40B4-BE49-F238E27FC236}">
                <a16:creationId xmlns:a16="http://schemas.microsoft.com/office/drawing/2014/main" id="{1A21F0D5-AF9B-49F1-BA13-8D46965E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9">
            <a:extLst xmlns:a="http://schemas.openxmlformats.org/drawingml/2006/main">
              <a:ext uri="{FF2B5EF4-FFF2-40B4-BE49-F238E27FC236}">
                <a16:creationId xmlns:a16="http://schemas.microsoft.com/office/drawing/2014/main" id="{D2305993-02B4-45E6-B442-CFF7443C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320">
            <a:extLst xmlns:a="http://schemas.openxmlformats.org/drawingml/2006/main">
              <a:ext uri="{FF2B5EF4-FFF2-40B4-BE49-F238E27FC236}">
                <a16:creationId xmlns:a16="http://schemas.microsoft.com/office/drawing/2014/main" id="{1426534A-561E-48DD-B42F-7673755A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Codex Voice｜原生</a:t>
            </a:r>
          </a:p>
        </p:txBody>
      </p:sp>
      <p:sp>
        <p:nvSpPr>
          <p:cNvPr id="13" name="text-321">
            <a:extLst xmlns:a="http://schemas.openxmlformats.org/drawingml/2006/main">
              <a:ext uri="{FF2B5EF4-FFF2-40B4-BE49-F238E27FC236}">
                <a16:creationId xmlns:a16="http://schemas.microsoft.com/office/drawing/2014/main" id="{735EE1C2-01ED-4E93-8464-02A0967A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 ChatGPT 桌面版 Work／Codex 內直接口述任務、追問進度，讓 Agent 依工作區與權限協作。</a:t>
            </a:r>
          </a:p>
        </p:txBody>
      </p:sp>
      <p:sp>
        <p:nvSpPr>
          <p:cNvPr id="14" name="shape-322">
            <a:extLst xmlns:a="http://schemas.openxmlformats.org/drawingml/2006/main">
              <a:ext uri="{FF2B5EF4-FFF2-40B4-BE49-F238E27FC236}">
                <a16:creationId xmlns:a16="http://schemas.microsoft.com/office/drawing/2014/main" id="{EB56F890-EDF0-4D7E-B9EF-02CEDF1F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3">
            <a:extLst xmlns:a="http://schemas.openxmlformats.org/drawingml/2006/main">
              <a:ext uri="{FF2B5EF4-FFF2-40B4-BE49-F238E27FC236}">
                <a16:creationId xmlns:a16="http://schemas.microsoft.com/office/drawing/2014/main" id="{089C035B-6854-4CEE-BD45-1C48795D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24">
            <a:extLst xmlns:a="http://schemas.openxmlformats.org/drawingml/2006/main">
              <a:ext uri="{FF2B5EF4-FFF2-40B4-BE49-F238E27FC236}">
                <a16:creationId xmlns:a16="http://schemas.microsoft.com/office/drawing/2014/main" id="{4291E044-3F3A-41FE-928C-17F365FF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共同流程</a:t>
            </a:r>
          </a:p>
        </p:txBody>
      </p:sp>
      <p:sp>
        <p:nvSpPr>
          <p:cNvPr id="17" name="text-325">
            <a:extLst xmlns:a="http://schemas.openxmlformats.org/drawingml/2006/main">
              <a:ext uri="{FF2B5EF4-FFF2-40B4-BE49-F238E27FC236}">
                <a16:creationId xmlns:a16="http://schemas.microsoft.com/office/drawing/2014/main" id="{F3B03B6E-5430-4B9E-9143-FB223DCD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說清楚對象、痛點、限制與完成標準；再人工檢查，才交給 Notebook 或 Agent。</a:t>
            </a:r>
          </a:p>
        </p:txBody>
      </p:sp>
      <p:sp>
        <p:nvSpPr>
          <p:cNvPr id="18" name="shape-326">
            <a:extLst xmlns:a="http://schemas.openxmlformats.org/drawingml/2006/main">
              <a:ext uri="{FF2B5EF4-FFF2-40B4-BE49-F238E27FC236}">
                <a16:creationId xmlns:a16="http://schemas.microsoft.com/office/drawing/2014/main" id="{348627D5-026D-4814-B44A-EEEB9712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27">
            <a:extLst xmlns:a="http://schemas.openxmlformats.org/drawingml/2006/main">
              <a:ext uri="{FF2B5EF4-FFF2-40B4-BE49-F238E27FC236}">
                <a16:creationId xmlns:a16="http://schemas.microsoft.com/office/drawing/2014/main" id="{BD508DCC-E211-4687-A5E5-19768B9A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328">
            <a:extLst xmlns:a="http://schemas.openxmlformats.org/drawingml/2006/main">
              <a:ext uri="{FF2B5EF4-FFF2-40B4-BE49-F238E27FC236}">
                <a16:creationId xmlns:a16="http://schemas.microsoft.com/office/drawing/2014/main" id="{8954D626-3818-4ACD-B250-73E65683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隱私選擇</a:t>
            </a:r>
          </a:p>
        </p:txBody>
      </p:sp>
      <p:sp>
        <p:nvSpPr>
          <p:cNvPr id="21" name="text-329">
            <a:extLst xmlns:a="http://schemas.openxmlformats.org/drawingml/2006/main">
              <a:ext uri="{FF2B5EF4-FFF2-40B4-BE49-F238E27FC236}">
                <a16:creationId xmlns:a16="http://schemas.microsoft.com/office/drawing/2014/main" id="{C0AF005B-DE5F-4F44-8238-6FF9F3F5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敏感資料先匿名化。可改用 Codex Voice，但仍要確認麥克風、工作區權限與資料控制設定；不等於離線或零留存。</a:t>
            </a:r>
          </a:p>
        </p:txBody>
      </p:sp>
      <p:sp>
        <p:nvSpPr>
          <p:cNvPr id="22" name="text-905">
            <a:extLst xmlns:a="http://schemas.openxmlformats.org/drawingml/2006/main">
              <a:ext uri="{FF2B5EF4-FFF2-40B4-BE49-F238E27FC236}">
                <a16:creationId xmlns:a16="http://schemas.microsoft.com/office/drawing/2014/main" id="{B5D2F1AC-F5EE-4E0C-9519-3FE86112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0b204d126f4b99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9101c8727174627"/>
              </a:rPr>
              <a:t>Codex Voice ↗</a:t>
            </a:r>
          </a:p>
        </p:txBody>
      </p:sp>
      <p:sp>
        <p:nvSpPr>
          <p:cNvPr id="23" name="shape-938">
            <a:extLst xmlns:a="http://schemas.openxmlformats.org/drawingml/2006/main">
              <a:ext uri="{FF2B5EF4-FFF2-40B4-BE49-F238E27FC236}">
                <a16:creationId xmlns:a16="http://schemas.microsoft.com/office/drawing/2014/main" id="{A9F768CE-790A-4149-BF19-BE198AC4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16bd463054b1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39">
            <a:extLst xmlns:a="http://schemas.openxmlformats.org/drawingml/2006/main">
              <a:ext uri="{FF2B5EF4-FFF2-40B4-BE49-F238E27FC236}">
                <a16:creationId xmlns:a16="http://schemas.microsoft.com/office/drawing/2014/main" id="{C10229DE-B654-498D-9850-A6F22A22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335980acf44d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40">
            <a:extLst xmlns:a="http://schemas.openxmlformats.org/drawingml/2006/main">
              <a:ext uri="{FF2B5EF4-FFF2-40B4-BE49-F238E27FC236}">
                <a16:creationId xmlns:a16="http://schemas.microsoft.com/office/drawing/2014/main" id="{BE806B3A-FA1C-4265-AF1B-C36BF1F2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6677406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330">
            <a:extLst xmlns:a="http://schemas.openxmlformats.org/drawingml/2006/main">
              <a:ext uri="{FF2B5EF4-FFF2-40B4-BE49-F238E27FC236}">
                <a16:creationId xmlns:a16="http://schemas.microsoft.com/office/drawing/2014/main" id="{82C71111-5EDE-467E-9C70-0EFB1257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TYPELESS ↔ CODEX VOICE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A0F416-0624-4B77-AD93-6EF8564A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同一個痛點，兩種語音路徑</a:t>
            </a:r>
          </a:p>
        </p:txBody>
      </p:sp>
      <p:cxnSp>
        <p:nvCxnSpPr>
          <p:cNvPr id="20" name="shape-3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2">
            <a:extLst xmlns:a="http://schemas.openxmlformats.org/drawingml/2006/main">
              <a:ext uri="{FF2B5EF4-FFF2-40B4-BE49-F238E27FC236}">
                <a16:creationId xmlns:a16="http://schemas.microsoft.com/office/drawing/2014/main" id="{083D153E-EACD-4EDB-86A3-24E502D7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EF7917-738A-4FDB-88F4-931E05A6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33">
            <a:extLst xmlns:a="http://schemas.openxmlformats.org/drawingml/2006/main">
              <a:ext uri="{FF2B5EF4-FFF2-40B4-BE49-F238E27FC236}">
                <a16:creationId xmlns:a16="http://schemas.microsoft.com/office/drawing/2014/main" id="{D13A0408-2887-4178-98A6-10F6C14F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34">
            <a:extLst xmlns:a="http://schemas.openxmlformats.org/drawingml/2006/main">
              <a:ext uri="{FF2B5EF4-FFF2-40B4-BE49-F238E27FC236}">
                <a16:creationId xmlns:a16="http://schemas.microsoft.com/office/drawing/2014/main" id="{F2F319AC-AD7A-4347-869E-EE7F30E7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5">
            <a:extLst xmlns:a="http://schemas.openxmlformats.org/drawingml/2006/main">
              <a:ext uri="{FF2B5EF4-FFF2-40B4-BE49-F238E27FC236}">
                <a16:creationId xmlns:a16="http://schemas.microsoft.com/office/drawing/2014/main" id="{0080171B-9040-4501-BECA-6B99638B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Typeless：口述 → 文字</a:t>
            </a:r>
          </a:p>
        </p:txBody>
      </p:sp>
      <p:sp>
        <p:nvSpPr>
          <p:cNvPr id="9" name="text-336">
            <a:extLst xmlns:a="http://schemas.openxmlformats.org/drawingml/2006/main">
              <a:ext uri="{FF2B5EF4-FFF2-40B4-BE49-F238E27FC236}">
                <a16:creationId xmlns:a16="http://schemas.microsoft.com/office/drawing/2014/main" id="{FBD9D9D8-1FE9-4E14-86DC-497BB640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337">
            <a:extLst xmlns:a="http://schemas.openxmlformats.org/drawingml/2006/main">
              <a:ext uri="{FF2B5EF4-FFF2-40B4-BE49-F238E27FC236}">
                <a16:creationId xmlns:a16="http://schemas.microsoft.com/office/drawing/2014/main" id="{D80ABAFA-3B5A-4DBE-B287-1FA5A958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Codex Voice：口述 → 任務</a:t>
            </a:r>
          </a:p>
        </p:txBody>
      </p:sp>
      <p:sp>
        <p:nvSpPr>
          <p:cNvPr id="11" name="text-338">
            <a:extLst xmlns:a="http://schemas.openxmlformats.org/drawingml/2006/main">
              <a:ext uri="{FF2B5EF4-FFF2-40B4-BE49-F238E27FC236}">
                <a16:creationId xmlns:a16="http://schemas.microsoft.com/office/drawing/2014/main" id="{164BBB1A-3C4A-425A-AB7F-7EC99CD5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請先閱讀目前工作區的研習素材，整理三個教學／研究痛點，提出可驗證計畫，等我確認後再執行；最後回報變更與證據。</a:t>
            </a:r>
          </a:p>
        </p:txBody>
      </p:sp>
      <p:sp>
        <p:nvSpPr>
          <p:cNvPr id="12" name="text-906">
            <a:extLst xmlns:a="http://schemas.openxmlformats.org/drawingml/2006/main">
              <a:ext uri="{FF2B5EF4-FFF2-40B4-BE49-F238E27FC236}">
                <a16:creationId xmlns:a16="http://schemas.microsoft.com/office/drawing/2014/main" id="{FD8AE653-62C6-48C2-8011-06E77D7F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24f377bbca4f53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5406d1065ab4007"/>
              </a:rPr>
              <a:t>Codex Voice ↗</a:t>
            </a:r>
          </a:p>
        </p:txBody>
      </p:sp>
      <p:sp>
        <p:nvSpPr>
          <p:cNvPr id="13" name="shape-941">
            <a:extLst xmlns:a="http://schemas.openxmlformats.org/drawingml/2006/main">
              <a:ext uri="{FF2B5EF4-FFF2-40B4-BE49-F238E27FC236}">
                <a16:creationId xmlns:a16="http://schemas.microsoft.com/office/drawing/2014/main" id="{829A9DDA-2268-4635-8181-709B3EB0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7d42656f5426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942">
            <a:extLst xmlns:a="http://schemas.openxmlformats.org/drawingml/2006/main">
              <a:ext uri="{FF2B5EF4-FFF2-40B4-BE49-F238E27FC236}">
                <a16:creationId xmlns:a16="http://schemas.microsoft.com/office/drawing/2014/main" id="{6F3CF4D0-4A83-488F-AEB4-DD6EC2F7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8b1a19c2f476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943">
            <a:extLst xmlns:a="http://schemas.openxmlformats.org/drawingml/2006/main">
              <a:ext uri="{FF2B5EF4-FFF2-40B4-BE49-F238E27FC236}">
                <a16:creationId xmlns:a16="http://schemas.microsoft.com/office/drawing/2014/main" id="{3ED2C170-77F7-4732-8310-ABCA7158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42342420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339">
            <a:extLst xmlns:a="http://schemas.openxmlformats.org/drawingml/2006/main">
              <a:ext uri="{FF2B5EF4-FFF2-40B4-BE49-F238E27FC236}">
                <a16:creationId xmlns:a16="http://schemas.microsoft.com/office/drawing/2014/main" id="{C4A087BF-2801-4182-8FA1-30110A6B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980A92-71F7-45AA-9421-43792DED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實作｜選一條語音路徑說出真實痛點</a:t>
            </a:r>
          </a:p>
        </p:txBody>
      </p:sp>
      <p:cxnSp>
        <p:nvCxnSpPr>
          <p:cNvPr id="27" name="shape-3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1">
            <a:extLst xmlns:a="http://schemas.openxmlformats.org/drawingml/2006/main">
              <a:ext uri="{FF2B5EF4-FFF2-40B4-BE49-F238E27FC236}">
                <a16:creationId xmlns:a16="http://schemas.microsoft.com/office/drawing/2014/main" id="{26C03197-CF22-440F-A79B-66DBD52A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7FAC97-AE93-4311-A694-EEC587C2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342">
            <a:extLst xmlns:a="http://schemas.openxmlformats.org/drawingml/2006/main">
              <a:ext uri="{FF2B5EF4-FFF2-40B4-BE49-F238E27FC236}">
                <a16:creationId xmlns:a16="http://schemas.microsoft.com/office/drawing/2014/main" id="{37A631D2-2782-4CD2-B4DC-78E8C046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43">
            <a:extLst xmlns:a="http://schemas.openxmlformats.org/drawingml/2006/main">
              <a:ext uri="{FF2B5EF4-FFF2-40B4-BE49-F238E27FC236}">
                <a16:creationId xmlns:a16="http://schemas.microsoft.com/office/drawing/2014/main" id="{CEDE05CC-C94E-40B3-8F0E-20E9EFD8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44">
            <a:extLst xmlns:a="http://schemas.openxmlformats.org/drawingml/2006/main">
              <a:ext uri="{FF2B5EF4-FFF2-40B4-BE49-F238E27FC236}">
                <a16:creationId xmlns:a16="http://schemas.microsoft.com/office/drawing/2014/main" id="{2484BB4E-DA40-4734-8DA0-C6F42581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45">
            <a:extLst xmlns:a="http://schemas.openxmlformats.org/drawingml/2006/main">
              <a:ext uri="{FF2B5EF4-FFF2-40B4-BE49-F238E27FC236}">
                <a16:creationId xmlns:a16="http://schemas.microsoft.com/office/drawing/2014/main" id="{311D6F2E-09FA-42DF-BB70-CA5DA96A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 Typeless 或 ChatGPT 桌面版 Work／Codex Voice</a:t>
            </a:r>
          </a:p>
        </p:txBody>
      </p:sp>
      <p:sp>
        <p:nvSpPr>
          <p:cNvPr id="10" name="text-346">
            <a:extLst xmlns:a="http://schemas.openxmlformats.org/drawingml/2006/main">
              <a:ext uri="{FF2B5EF4-FFF2-40B4-BE49-F238E27FC236}">
                <a16:creationId xmlns:a16="http://schemas.microsoft.com/office/drawing/2014/main" id="{42F263BC-1404-49F6-978C-91F8493A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47">
            <a:extLst xmlns:a="http://schemas.openxmlformats.org/drawingml/2006/main">
              <a:ext uri="{FF2B5EF4-FFF2-40B4-BE49-F238E27FC236}">
                <a16:creationId xmlns:a16="http://schemas.microsoft.com/office/drawing/2014/main" id="{4603BBAA-3941-40EA-B4B4-525C1366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348">
            <a:extLst xmlns:a="http://schemas.openxmlformats.org/drawingml/2006/main">
              <a:ext uri="{FF2B5EF4-FFF2-40B4-BE49-F238E27FC236}">
                <a16:creationId xmlns:a16="http://schemas.microsoft.com/office/drawing/2014/main" id="{AAA034E1-8D9D-474F-930A-74A930E6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49">
            <a:extLst xmlns:a="http://schemas.openxmlformats.org/drawingml/2006/main">
              <a:ext uri="{FF2B5EF4-FFF2-40B4-BE49-F238E27FC236}">
                <a16:creationId xmlns:a16="http://schemas.microsoft.com/office/drawing/2014/main" id="{794BE6AE-37DF-4DEF-B7B3-35B80410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複製整理稿；Codex 先要求計畫，暫不直接執行</a:t>
            </a:r>
          </a:p>
        </p:txBody>
      </p:sp>
      <p:sp>
        <p:nvSpPr>
          <p:cNvPr id="14" name="text-350">
            <a:extLst xmlns:a="http://schemas.openxmlformats.org/drawingml/2006/main">
              <a:ext uri="{FF2B5EF4-FFF2-40B4-BE49-F238E27FC236}">
                <a16:creationId xmlns:a16="http://schemas.microsoft.com/office/drawing/2014/main" id="{B82CFB64-80F8-45A6-8F03-92B59A8F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51">
            <a:extLst xmlns:a="http://schemas.openxmlformats.org/drawingml/2006/main">
              <a:ext uri="{FF2B5EF4-FFF2-40B4-BE49-F238E27FC236}">
                <a16:creationId xmlns:a16="http://schemas.microsoft.com/office/drawing/2014/main" id="{9BC86B23-CBFF-421C-91CE-9232AEAB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人工檢查個資、權限與邊界，再交給 Notebook 或 Codex</a:t>
            </a:r>
          </a:p>
        </p:txBody>
      </p:sp>
      <p:sp>
        <p:nvSpPr>
          <p:cNvPr id="16" name="shape-352">
            <a:extLst xmlns:a="http://schemas.openxmlformats.org/drawingml/2006/main">
              <a:ext uri="{FF2B5EF4-FFF2-40B4-BE49-F238E27FC236}">
                <a16:creationId xmlns:a16="http://schemas.microsoft.com/office/drawing/2014/main" id="{19A44EA9-02A4-4F3C-9A72-83F049B1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53">
            <a:extLst xmlns:a="http://schemas.openxmlformats.org/drawingml/2006/main">
              <a:ext uri="{FF2B5EF4-FFF2-40B4-BE49-F238E27FC236}">
                <a16:creationId xmlns:a16="http://schemas.microsoft.com/office/drawing/2014/main" id="{33443C78-8C8C-4427-95C9-D69EF588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54">
            <a:extLst xmlns:a="http://schemas.openxmlformats.org/drawingml/2006/main">
              <a:ext uri="{FF2B5EF4-FFF2-40B4-BE49-F238E27FC236}">
                <a16:creationId xmlns:a16="http://schemas.microsoft.com/office/drawing/2014/main" id="{7897662E-BA01-49F9-A8C7-33B98469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內容已匿名化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路徑與工具選擇有記錄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下一個工具與人工確認點清楚</a:t>
            </a:r>
          </a:p>
        </p:txBody>
      </p:sp>
      <p:sp>
        <p:nvSpPr>
          <p:cNvPr id="19" name="text-907">
            <a:extLst xmlns:a="http://schemas.openxmlformats.org/drawingml/2006/main">
              <a:ext uri="{FF2B5EF4-FFF2-40B4-BE49-F238E27FC236}">
                <a16:creationId xmlns:a16="http://schemas.microsoft.com/office/drawing/2014/main" id="{75CD0081-C53E-4B18-8D40-D581DEA4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0f1cacaf97f4d3b"/>
              </a:rPr>
              <a:t>下載 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3d9902477d415e"/>
              </a:rPr>
              <a:t>Codex Voice ↗</a:t>
            </a:r>
          </a:p>
        </p:txBody>
      </p:sp>
      <p:sp>
        <p:nvSpPr>
          <p:cNvPr id="20" name="shape-944">
            <a:extLst xmlns:a="http://schemas.openxmlformats.org/drawingml/2006/main">
              <a:ext uri="{FF2B5EF4-FFF2-40B4-BE49-F238E27FC236}">
                <a16:creationId xmlns:a16="http://schemas.microsoft.com/office/drawing/2014/main" id="{FFE7A9C3-82B0-46AD-822A-7AEF66AE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dff588a80453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945">
            <a:extLst xmlns:a="http://schemas.openxmlformats.org/drawingml/2006/main">
              <a:ext uri="{FF2B5EF4-FFF2-40B4-BE49-F238E27FC236}">
                <a16:creationId xmlns:a16="http://schemas.microsoft.com/office/drawing/2014/main" id="{40C1CB2F-9579-4AED-A915-8AF82459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c84c390fe5454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946">
            <a:extLst xmlns:a="http://schemas.openxmlformats.org/drawingml/2006/main">
              <a:ext uri="{FF2B5EF4-FFF2-40B4-BE49-F238E27FC236}">
                <a16:creationId xmlns:a16="http://schemas.microsoft.com/office/drawing/2014/main" id="{83384967-659E-4016-B330-C4BF1A8B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51990164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355">
            <a:extLst xmlns:a="http://schemas.openxmlformats.org/drawingml/2006/main">
              <a:ext uri="{FF2B5EF4-FFF2-40B4-BE49-F238E27FC236}">
                <a16:creationId xmlns:a16="http://schemas.microsoft.com/office/drawing/2014/main" id="{10088E53-2527-405A-8789-8744E919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B9748B-2112-45FB-82E3-740257C5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 → 證據 → 作品：兩條路徑可會合</a:t>
            </a:r>
          </a:p>
        </p:txBody>
      </p:sp>
      <p:cxnSp>
        <p:nvCxnSpPr>
          <p:cNvPr id="44" name="shape-3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57">
            <a:extLst xmlns:a="http://schemas.openxmlformats.org/drawingml/2006/main">
              <a:ext uri="{FF2B5EF4-FFF2-40B4-BE49-F238E27FC236}">
                <a16:creationId xmlns:a16="http://schemas.microsoft.com/office/drawing/2014/main" id="{E3F42817-A69F-4A07-9ED9-5D227E01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7C3ABC4-4227-4E0E-B52F-36BF9E0C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58">
            <a:extLst xmlns:a="http://schemas.openxmlformats.org/drawingml/2006/main">
              <a:ext uri="{FF2B5EF4-FFF2-40B4-BE49-F238E27FC236}">
                <a16:creationId xmlns:a16="http://schemas.microsoft.com/office/drawing/2014/main" id="{6940419F-F2A7-4D3B-A628-1DE1DEFD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59">
            <a:extLst xmlns:a="http://schemas.openxmlformats.org/drawingml/2006/main">
              <a:ext uri="{FF2B5EF4-FFF2-40B4-BE49-F238E27FC236}">
                <a16:creationId xmlns:a16="http://schemas.microsoft.com/office/drawing/2014/main" id="{D7B83DA6-2E60-4A09-94A8-EB64A247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60">
            <a:extLst xmlns:a="http://schemas.openxmlformats.org/drawingml/2006/main">
              <a:ext uri="{FF2B5EF4-FFF2-40B4-BE49-F238E27FC236}">
                <a16:creationId xmlns:a16="http://schemas.microsoft.com/office/drawing/2014/main" id="{97209F78-EDAB-4A15-B638-E2C54D5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61">
            <a:extLst xmlns:a="http://schemas.openxmlformats.org/drawingml/2006/main">
              <a:ext uri="{FF2B5EF4-FFF2-40B4-BE49-F238E27FC236}">
                <a16:creationId xmlns:a16="http://schemas.microsoft.com/office/drawing/2014/main" id="{255C0416-3F1C-41AC-821B-AC733128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選入口</a:t>
            </a:r>
          </a:p>
        </p:txBody>
      </p:sp>
      <p:sp>
        <p:nvSpPr>
          <p:cNvPr id="10" name="text-362">
            <a:extLst xmlns:a="http://schemas.openxmlformats.org/drawingml/2006/main">
              <a:ext uri="{FF2B5EF4-FFF2-40B4-BE49-F238E27FC236}">
                <a16:creationId xmlns:a16="http://schemas.microsoft.com/office/drawing/2014/main" id="{2A347253-E026-4ACB-B5F8-6EB1AB66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 跨應用；Codex Voice 工作區內直接說</a:t>
            </a:r>
          </a:p>
        </p:txBody>
      </p:sp>
      <p:sp>
        <p:nvSpPr>
          <p:cNvPr id="11" name="text-363">
            <a:extLst xmlns:a="http://schemas.openxmlformats.org/drawingml/2006/main">
              <a:ext uri="{FF2B5EF4-FFF2-40B4-BE49-F238E27FC236}">
                <a16:creationId xmlns:a16="http://schemas.microsoft.com/office/drawing/2014/main" id="{084E8AB7-1200-42D4-B9FA-9D278167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64">
            <a:extLst xmlns:a="http://schemas.openxmlformats.org/drawingml/2006/main">
              <a:ext uri="{FF2B5EF4-FFF2-40B4-BE49-F238E27FC236}">
                <a16:creationId xmlns:a16="http://schemas.microsoft.com/office/drawing/2014/main" id="{5DCDDE58-E1D6-4383-A402-A0ED6B7E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65">
            <a:extLst xmlns:a="http://schemas.openxmlformats.org/drawingml/2006/main">
              <a:ext uri="{FF2B5EF4-FFF2-40B4-BE49-F238E27FC236}">
                <a16:creationId xmlns:a16="http://schemas.microsoft.com/office/drawing/2014/main" id="{52AF7A4D-1617-4D3F-80B8-1E9894CA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66">
            <a:extLst xmlns:a="http://schemas.openxmlformats.org/drawingml/2006/main">
              <a:ext uri="{FF2B5EF4-FFF2-40B4-BE49-F238E27FC236}">
                <a16:creationId xmlns:a16="http://schemas.microsoft.com/office/drawing/2014/main" id="{EE3BEC6B-D036-46C8-8589-3A62C384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67">
            <a:extLst xmlns:a="http://schemas.openxmlformats.org/drawingml/2006/main">
              <a:ext uri="{FF2B5EF4-FFF2-40B4-BE49-F238E27FC236}">
                <a16:creationId xmlns:a16="http://schemas.microsoft.com/office/drawing/2014/main" id="{E383D644-6F0D-4654-BBEF-010B356D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說清楚痛點</a:t>
            </a:r>
          </a:p>
        </p:txBody>
      </p:sp>
      <p:sp>
        <p:nvSpPr>
          <p:cNvPr id="16" name="text-368">
            <a:extLst xmlns:a="http://schemas.openxmlformats.org/drawingml/2006/main">
              <a:ext uri="{FF2B5EF4-FFF2-40B4-BE49-F238E27FC236}">
                <a16:creationId xmlns:a16="http://schemas.microsoft.com/office/drawing/2014/main" id="{33881E25-7A9F-4435-8F6B-04E4C6F6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對象、情境、限制與想完成的改變</a:t>
            </a:r>
          </a:p>
        </p:txBody>
      </p:sp>
      <p:sp>
        <p:nvSpPr>
          <p:cNvPr id="17" name="text-369">
            <a:extLst xmlns:a="http://schemas.openxmlformats.org/drawingml/2006/main">
              <a:ext uri="{FF2B5EF4-FFF2-40B4-BE49-F238E27FC236}">
                <a16:creationId xmlns:a16="http://schemas.microsoft.com/office/drawing/2014/main" id="{2A0ADEB3-1A43-4A97-88DB-7DC82218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370">
            <a:extLst xmlns:a="http://schemas.openxmlformats.org/drawingml/2006/main">
              <a:ext uri="{FF2B5EF4-FFF2-40B4-BE49-F238E27FC236}">
                <a16:creationId xmlns:a16="http://schemas.microsoft.com/office/drawing/2014/main" id="{D927D0F5-6574-4BC0-9090-9AFE8EC5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371">
            <a:extLst xmlns:a="http://schemas.openxmlformats.org/drawingml/2006/main">
              <a:ext uri="{FF2B5EF4-FFF2-40B4-BE49-F238E27FC236}">
                <a16:creationId xmlns:a16="http://schemas.microsoft.com/office/drawing/2014/main" id="{817D5B56-FC52-49AB-964C-5C414D7D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372">
            <a:extLst xmlns:a="http://schemas.openxmlformats.org/drawingml/2006/main">
              <a:ext uri="{FF2B5EF4-FFF2-40B4-BE49-F238E27FC236}">
                <a16:creationId xmlns:a16="http://schemas.microsoft.com/office/drawing/2014/main" id="{4EF6E7D2-9040-4EFE-BA9A-4B65EE55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373">
            <a:extLst xmlns:a="http://schemas.openxmlformats.org/drawingml/2006/main">
              <a:ext uri="{FF2B5EF4-FFF2-40B4-BE49-F238E27FC236}">
                <a16:creationId xmlns:a16="http://schemas.microsoft.com/office/drawing/2014/main" id="{8BC6ACD6-3693-495F-8374-BD309661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留下可檢查文字</a:t>
            </a:r>
          </a:p>
        </p:txBody>
      </p:sp>
      <p:sp>
        <p:nvSpPr>
          <p:cNvPr id="22" name="text-374">
            <a:extLst xmlns:a="http://schemas.openxmlformats.org/drawingml/2006/main">
              <a:ext uri="{FF2B5EF4-FFF2-40B4-BE49-F238E27FC236}">
                <a16:creationId xmlns:a16="http://schemas.microsoft.com/office/drawing/2014/main" id="{B3290FFB-EB97-4455-ACB8-835B2044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整理稿或 Agent 計畫，先人工確認</a:t>
            </a:r>
          </a:p>
        </p:txBody>
      </p:sp>
      <p:sp>
        <p:nvSpPr>
          <p:cNvPr id="23" name="text-375">
            <a:extLst xmlns:a="http://schemas.openxmlformats.org/drawingml/2006/main">
              <a:ext uri="{FF2B5EF4-FFF2-40B4-BE49-F238E27FC236}">
                <a16:creationId xmlns:a16="http://schemas.microsoft.com/office/drawing/2014/main" id="{311B377E-DFD0-42B2-B0BE-21B950BB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376">
            <a:extLst xmlns:a="http://schemas.openxmlformats.org/drawingml/2006/main">
              <a:ext uri="{FF2B5EF4-FFF2-40B4-BE49-F238E27FC236}">
                <a16:creationId xmlns:a16="http://schemas.microsoft.com/office/drawing/2014/main" id="{CBC94A19-F306-476D-B873-0B91393D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377">
            <a:extLst xmlns:a="http://schemas.openxmlformats.org/drawingml/2006/main">
              <a:ext uri="{FF2B5EF4-FFF2-40B4-BE49-F238E27FC236}">
                <a16:creationId xmlns:a16="http://schemas.microsoft.com/office/drawing/2014/main" id="{FB3149A8-9512-480B-A295-DB7CABC8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78">
            <a:extLst xmlns:a="http://schemas.openxmlformats.org/drawingml/2006/main">
              <a:ext uri="{FF2B5EF4-FFF2-40B4-BE49-F238E27FC236}">
                <a16:creationId xmlns:a16="http://schemas.microsoft.com/office/drawing/2014/main" id="{FF578E9E-F328-4735-AC96-D8189266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79">
            <a:extLst xmlns:a="http://schemas.openxmlformats.org/drawingml/2006/main">
              <a:ext uri="{FF2B5EF4-FFF2-40B4-BE49-F238E27FC236}">
                <a16:creationId xmlns:a16="http://schemas.microsoft.com/office/drawing/2014/main" id="{360AE372-404E-4960-8D2B-90B60013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接到工作流</a:t>
            </a:r>
          </a:p>
        </p:txBody>
      </p:sp>
      <p:sp>
        <p:nvSpPr>
          <p:cNvPr id="28" name="text-380">
            <a:extLst xmlns:a="http://schemas.openxmlformats.org/drawingml/2006/main">
              <a:ext uri="{FF2B5EF4-FFF2-40B4-BE49-F238E27FC236}">
                <a16:creationId xmlns:a16="http://schemas.microsoft.com/office/drawing/2014/main" id="{A923965A-2B92-4912-8FEB-5D20B6A8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 管來源；Codex 管檔案、測試與任務</a:t>
            </a:r>
          </a:p>
        </p:txBody>
      </p:sp>
      <p:sp>
        <p:nvSpPr>
          <p:cNvPr id="29" name="text-381">
            <a:extLst xmlns:a="http://schemas.openxmlformats.org/drawingml/2006/main">
              <a:ext uri="{FF2B5EF4-FFF2-40B4-BE49-F238E27FC236}">
                <a16:creationId xmlns:a16="http://schemas.microsoft.com/office/drawing/2014/main" id="{824EDB0A-FE83-4195-B8C4-90EF31CD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382">
            <a:extLst xmlns:a="http://schemas.openxmlformats.org/drawingml/2006/main">
              <a:ext uri="{FF2B5EF4-FFF2-40B4-BE49-F238E27FC236}">
                <a16:creationId xmlns:a16="http://schemas.microsoft.com/office/drawing/2014/main" id="{59123817-C494-4B17-B644-031B0933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383">
            <a:extLst xmlns:a="http://schemas.openxmlformats.org/drawingml/2006/main">
              <a:ext uri="{FF2B5EF4-FFF2-40B4-BE49-F238E27FC236}">
                <a16:creationId xmlns:a16="http://schemas.microsoft.com/office/drawing/2014/main" id="{2AF91DAD-3954-48FE-BE4A-D4147900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384">
            <a:extLst xmlns:a="http://schemas.openxmlformats.org/drawingml/2006/main">
              <a:ext uri="{FF2B5EF4-FFF2-40B4-BE49-F238E27FC236}">
                <a16:creationId xmlns:a16="http://schemas.microsoft.com/office/drawing/2014/main" id="{E5C5E333-494F-4ED0-9C1B-F29E04CA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385">
            <a:extLst xmlns:a="http://schemas.openxmlformats.org/drawingml/2006/main">
              <a:ext uri="{FF2B5EF4-FFF2-40B4-BE49-F238E27FC236}">
                <a16:creationId xmlns:a16="http://schemas.microsoft.com/office/drawing/2014/main" id="{AAA0F4CE-9851-416B-AFAD-E9C6B0BC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做成成果</a:t>
            </a:r>
          </a:p>
        </p:txBody>
      </p:sp>
      <p:sp>
        <p:nvSpPr>
          <p:cNvPr id="34" name="text-386">
            <a:extLst xmlns:a="http://schemas.openxmlformats.org/drawingml/2006/main">
              <a:ext uri="{FF2B5EF4-FFF2-40B4-BE49-F238E27FC236}">
                <a16:creationId xmlns:a16="http://schemas.microsoft.com/office/drawing/2014/main" id="{A4D66835-AC8A-4633-ACEF-41277529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Gem、Canvas、網站或可追查交付</a:t>
            </a:r>
          </a:p>
        </p:txBody>
      </p:sp>
      <p:sp>
        <p:nvSpPr>
          <p:cNvPr id="35" name="text-387">
            <a:extLst xmlns:a="http://schemas.openxmlformats.org/drawingml/2006/main">
              <a:ext uri="{FF2B5EF4-FFF2-40B4-BE49-F238E27FC236}">
                <a16:creationId xmlns:a16="http://schemas.microsoft.com/office/drawing/2014/main" id="{6E361515-7DA4-4A02-949B-EA63DAB9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08">
            <a:extLst xmlns:a="http://schemas.openxmlformats.org/drawingml/2006/main">
              <a:ext uri="{FF2B5EF4-FFF2-40B4-BE49-F238E27FC236}">
                <a16:creationId xmlns:a16="http://schemas.microsoft.com/office/drawing/2014/main" id="{743EC1AF-C1F7-43B4-8D27-4E5C78BF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f5bc8efd24f49d3"/>
              </a:rPr>
              <a:t>Typeless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118a81b5c64801"/>
              </a:rPr>
              <a:t>Codex Voice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85d362544dc40c2"/>
              </a:rPr>
              <a:t>Gemini Notebook ↗</a:t>
            </a:r>
          </a:p>
        </p:txBody>
      </p:sp>
      <p:sp>
        <p:nvSpPr>
          <p:cNvPr id="37" name="shape-947">
            <a:extLst xmlns:a="http://schemas.openxmlformats.org/drawingml/2006/main">
              <a:ext uri="{FF2B5EF4-FFF2-40B4-BE49-F238E27FC236}">
                <a16:creationId xmlns:a16="http://schemas.microsoft.com/office/drawing/2014/main" id="{865438B0-06BE-44FA-9E05-C5A54C0B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f81a806424c1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48">
            <a:extLst xmlns:a="http://schemas.openxmlformats.org/drawingml/2006/main">
              <a:ext uri="{FF2B5EF4-FFF2-40B4-BE49-F238E27FC236}">
                <a16:creationId xmlns:a16="http://schemas.microsoft.com/office/drawing/2014/main" id="{F349C99B-01D0-4363-A2AB-51FE202D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77d5d0e0b742e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49">
            <a:extLst xmlns:a="http://schemas.openxmlformats.org/drawingml/2006/main">
              <a:ext uri="{FF2B5EF4-FFF2-40B4-BE49-F238E27FC236}">
                <a16:creationId xmlns:a16="http://schemas.microsoft.com/office/drawing/2014/main" id="{99121740-B91D-4168-98D5-DC8FE79B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54853856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388">
            <a:extLst xmlns:a="http://schemas.openxmlformats.org/drawingml/2006/main">
              <a:ext uri="{FF2B5EF4-FFF2-40B4-BE49-F238E27FC236}">
                <a16:creationId xmlns:a16="http://schemas.microsoft.com/office/drawing/2014/main" id="{7B7AA1E1-217D-44F9-ABE1-2A67E343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888BA4-3440-47BF-8F68-2D9CD5AC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88DE71FA-1B1F-483F-8280-FD7805C8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4E21B9-B2F2-4DFB-BE27-5E6227F6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B2A2852E-8B96-47C4-AD8F-6777CAB6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92">
            <a:extLst xmlns:a="http://schemas.openxmlformats.org/drawingml/2006/main">
              <a:ext uri="{FF2B5EF4-FFF2-40B4-BE49-F238E27FC236}">
                <a16:creationId xmlns:a16="http://schemas.microsoft.com/office/drawing/2014/main" id="{8B527F8E-FAF5-4A74-994C-3AD5E0EF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005B8299-D46E-4844-9E54-3B98A6A1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25950778-C534-4FB8-BD7C-828B0AB2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395">
            <a:extLst xmlns:a="http://schemas.openxmlformats.org/drawingml/2006/main">
              <a:ext uri="{FF2B5EF4-FFF2-40B4-BE49-F238E27FC236}">
                <a16:creationId xmlns:a16="http://schemas.microsoft.com/office/drawing/2014/main" id="{7FFCFB62-EDC8-4FA4-9B93-C82DFF28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CBF08182-F8AB-4680-8BD7-F7BBA110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97">
            <a:extLst xmlns:a="http://schemas.openxmlformats.org/drawingml/2006/main">
              <a:ext uri="{FF2B5EF4-FFF2-40B4-BE49-F238E27FC236}">
                <a16:creationId xmlns:a16="http://schemas.microsoft.com/office/drawing/2014/main" id="{F305EE11-7F34-4CA8-9022-9B26CE27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98">
            <a:extLst xmlns:a="http://schemas.openxmlformats.org/drawingml/2006/main">
              <a:ext uri="{FF2B5EF4-FFF2-40B4-BE49-F238E27FC236}">
                <a16:creationId xmlns:a16="http://schemas.microsoft.com/office/drawing/2014/main" id="{FA85D0F8-FEDC-44D4-8DD6-266D3142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99">
            <a:extLst xmlns:a="http://schemas.openxmlformats.org/drawingml/2006/main">
              <a:ext uri="{FF2B5EF4-FFF2-40B4-BE49-F238E27FC236}">
                <a16:creationId xmlns:a16="http://schemas.microsoft.com/office/drawing/2014/main" id="{DE8B57FF-5839-467D-A22F-93F9F8E8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39A918DF-2AE8-4666-ABC1-6F7D0E5B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6E9C151E-2136-403B-8904-848CBE0A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B0BE9744-F84F-4969-A7C1-E0D16535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52420B6B-E2A6-47CE-AA8A-3ABF9541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04">
            <a:extLst xmlns:a="http://schemas.openxmlformats.org/drawingml/2006/main">
              <a:ext uri="{FF2B5EF4-FFF2-40B4-BE49-F238E27FC236}">
                <a16:creationId xmlns:a16="http://schemas.microsoft.com/office/drawing/2014/main" id="{CC836D03-0A20-4965-B5BF-5553588B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32FBA0D7-61BE-470E-BDF1-F7A0DFC9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943AFC6B-79D5-4C59-8977-2D4001C8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407">
            <a:extLst xmlns:a="http://schemas.openxmlformats.org/drawingml/2006/main">
              <a:ext uri="{FF2B5EF4-FFF2-40B4-BE49-F238E27FC236}">
                <a16:creationId xmlns:a16="http://schemas.microsoft.com/office/drawing/2014/main" id="{439872EA-E63A-4067-B957-93A2B991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408">
            <a:extLst xmlns:a="http://schemas.openxmlformats.org/drawingml/2006/main">
              <a:ext uri="{FF2B5EF4-FFF2-40B4-BE49-F238E27FC236}">
                <a16:creationId xmlns:a16="http://schemas.microsoft.com/office/drawing/2014/main" id="{17319A47-E38F-4AE4-82DD-1AEC9254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09">
            <a:extLst xmlns:a="http://schemas.openxmlformats.org/drawingml/2006/main">
              <a:ext uri="{FF2B5EF4-FFF2-40B4-BE49-F238E27FC236}">
                <a16:creationId xmlns:a16="http://schemas.microsoft.com/office/drawing/2014/main" id="{56AB1A7B-EC19-4D04-A093-810527C5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10">
            <a:extLst xmlns:a="http://schemas.openxmlformats.org/drawingml/2006/main">
              <a:ext uri="{FF2B5EF4-FFF2-40B4-BE49-F238E27FC236}">
                <a16:creationId xmlns:a16="http://schemas.microsoft.com/office/drawing/2014/main" id="{15B19DA5-7D3A-42EE-AD75-E4429E0E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11">
            <a:extLst xmlns:a="http://schemas.openxmlformats.org/drawingml/2006/main">
              <a:ext uri="{FF2B5EF4-FFF2-40B4-BE49-F238E27FC236}">
                <a16:creationId xmlns:a16="http://schemas.microsoft.com/office/drawing/2014/main" id="{E04C19B6-1C0B-4E0A-854B-C5155A3C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12">
            <a:extLst xmlns:a="http://schemas.openxmlformats.org/drawingml/2006/main">
              <a:ext uri="{FF2B5EF4-FFF2-40B4-BE49-F238E27FC236}">
                <a16:creationId xmlns:a16="http://schemas.microsoft.com/office/drawing/2014/main" id="{6262783E-D3F5-4B0E-888A-1B87A162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413">
            <a:extLst xmlns:a="http://schemas.openxmlformats.org/drawingml/2006/main">
              <a:ext uri="{FF2B5EF4-FFF2-40B4-BE49-F238E27FC236}">
                <a16:creationId xmlns:a16="http://schemas.microsoft.com/office/drawing/2014/main" id="{EC4B7AFD-6E6F-4C0C-8672-1C129E99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414">
            <a:extLst xmlns:a="http://schemas.openxmlformats.org/drawingml/2006/main">
              <a:ext uri="{FF2B5EF4-FFF2-40B4-BE49-F238E27FC236}">
                <a16:creationId xmlns:a16="http://schemas.microsoft.com/office/drawing/2014/main" id="{3F498773-7743-4E7C-A320-12D94679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15">
            <a:extLst xmlns:a="http://schemas.openxmlformats.org/drawingml/2006/main">
              <a:ext uri="{FF2B5EF4-FFF2-40B4-BE49-F238E27FC236}">
                <a16:creationId xmlns:a16="http://schemas.microsoft.com/office/drawing/2014/main" id="{D3ACAD15-9A15-4F19-917F-CA53637F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16">
            <a:extLst xmlns:a="http://schemas.openxmlformats.org/drawingml/2006/main">
              <a:ext uri="{FF2B5EF4-FFF2-40B4-BE49-F238E27FC236}">
                <a16:creationId xmlns:a16="http://schemas.microsoft.com/office/drawing/2014/main" id="{23E933D0-D2B1-4F02-8DF8-84712934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17">
            <a:extLst xmlns:a="http://schemas.openxmlformats.org/drawingml/2006/main">
              <a:ext uri="{FF2B5EF4-FFF2-40B4-BE49-F238E27FC236}">
                <a16:creationId xmlns:a16="http://schemas.microsoft.com/office/drawing/2014/main" id="{17F84868-C7B8-4820-A4F9-8E94996B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18">
            <a:extLst xmlns:a="http://schemas.openxmlformats.org/drawingml/2006/main">
              <a:ext uri="{FF2B5EF4-FFF2-40B4-BE49-F238E27FC236}">
                <a16:creationId xmlns:a16="http://schemas.microsoft.com/office/drawing/2014/main" id="{50AF0EFD-25AC-4D43-BF31-EC9B5B73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419">
            <a:extLst xmlns:a="http://schemas.openxmlformats.org/drawingml/2006/main">
              <a:ext uri="{FF2B5EF4-FFF2-40B4-BE49-F238E27FC236}">
                <a16:creationId xmlns:a16="http://schemas.microsoft.com/office/drawing/2014/main" id="{6AEBB107-8773-4B19-B256-BF02E9DD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420">
            <a:extLst xmlns:a="http://schemas.openxmlformats.org/drawingml/2006/main">
              <a:ext uri="{FF2B5EF4-FFF2-40B4-BE49-F238E27FC236}">
                <a16:creationId xmlns:a16="http://schemas.microsoft.com/office/drawing/2014/main" id="{3EBAB531-ADB2-4F04-AEE3-04B2FCEA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59512977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21">
            <a:extLst xmlns:a="http://schemas.openxmlformats.org/drawingml/2006/main">
              <a:ext uri="{FF2B5EF4-FFF2-40B4-BE49-F238E27FC236}">
                <a16:creationId xmlns:a16="http://schemas.microsoft.com/office/drawing/2014/main" id="{D0219C9A-7970-4D33-95AD-E41E1367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422">
            <a:extLst xmlns:a="http://schemas.openxmlformats.org/drawingml/2006/main">
              <a:ext uri="{FF2B5EF4-FFF2-40B4-BE49-F238E27FC236}">
                <a16:creationId xmlns:a16="http://schemas.microsoft.com/office/drawing/2014/main" id="{1696B5AC-803E-4995-9AFE-0A6D19B4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423">
            <a:extLst xmlns:a="http://schemas.openxmlformats.org/drawingml/2006/main">
              <a:ext uri="{FF2B5EF4-FFF2-40B4-BE49-F238E27FC236}">
                <a16:creationId xmlns:a16="http://schemas.microsoft.com/office/drawing/2014/main" id="{E9213EAD-508C-4166-85BD-F69850BA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424">
            <a:extLst xmlns:a="http://schemas.openxmlformats.org/drawingml/2006/main">
              <a:ext uri="{FF2B5EF4-FFF2-40B4-BE49-F238E27FC236}">
                <a16:creationId xmlns:a16="http://schemas.microsoft.com/office/drawing/2014/main" id="{7D258E15-280F-40C2-BD90-8B73D368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25">
            <a:extLst xmlns:a="http://schemas.openxmlformats.org/drawingml/2006/main">
              <a:ext uri="{FF2B5EF4-FFF2-40B4-BE49-F238E27FC236}">
                <a16:creationId xmlns:a16="http://schemas.microsoft.com/office/drawing/2014/main" id="{4AC9A454-8AFC-41BB-9438-8926A844B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27">
            <a:extLst xmlns:a="http://schemas.openxmlformats.org/drawingml/2006/main">
              <a:ext uri="{FF2B5EF4-FFF2-40B4-BE49-F238E27FC236}">
                <a16:creationId xmlns:a16="http://schemas.microsoft.com/office/drawing/2014/main" id="{55716A32-3E77-4641-9DFD-0C5E69FD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6B84648-D467-4108-BAEF-94590E9F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9" name="text-909">
            <a:extLst xmlns:a="http://schemas.openxmlformats.org/drawingml/2006/main">
              <a:ext uri="{FF2B5EF4-FFF2-40B4-BE49-F238E27FC236}">
                <a16:creationId xmlns:a16="http://schemas.microsoft.com/office/drawing/2014/main" id="{D5921F46-3F0F-4AE3-9BF7-4A1D572E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415ba9264804bcd"/>
              </a:rPr>
              <a:t>開啟 Gemini Notebook ↗</a:t>
            </a:r>
          </a:p>
        </p:txBody>
      </p:sp>
      <p:sp>
        <p:nvSpPr>
          <p:cNvPr id="10" name="shape-950">
            <a:extLst xmlns:a="http://schemas.openxmlformats.org/drawingml/2006/main">
              <a:ext uri="{FF2B5EF4-FFF2-40B4-BE49-F238E27FC236}">
                <a16:creationId xmlns:a16="http://schemas.microsoft.com/office/drawing/2014/main" id="{0F0A1D4C-D7F2-47A2-8B79-6A0D9D44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601c04a6340d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51">
            <a:extLst xmlns:a="http://schemas.openxmlformats.org/drawingml/2006/main">
              <a:ext uri="{FF2B5EF4-FFF2-40B4-BE49-F238E27FC236}">
                <a16:creationId xmlns:a16="http://schemas.microsoft.com/office/drawing/2014/main" id="{A4AB7915-68D4-4960-B447-3B176C58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3100205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28">
            <a:extLst xmlns:a="http://schemas.openxmlformats.org/drawingml/2006/main">
              <a:ext uri="{FF2B5EF4-FFF2-40B4-BE49-F238E27FC236}">
                <a16:creationId xmlns:a16="http://schemas.microsoft.com/office/drawing/2014/main" id="{23022C5A-D865-454A-BEB2-BAAC3FC7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3ED34B-6CD6-4325-8189-9C4AC8FF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42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0">
            <a:extLst xmlns:a="http://schemas.openxmlformats.org/drawingml/2006/main">
              <a:ext uri="{FF2B5EF4-FFF2-40B4-BE49-F238E27FC236}">
                <a16:creationId xmlns:a16="http://schemas.microsoft.com/office/drawing/2014/main" id="{C1810781-146C-4FA7-B282-189E7A6C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ED1DF2-0A76-4C02-BF7F-CA8F5E4D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shape-431">
            <a:extLst xmlns:a="http://schemas.openxmlformats.org/drawingml/2006/main">
              <a:ext uri="{FF2B5EF4-FFF2-40B4-BE49-F238E27FC236}">
                <a16:creationId xmlns:a16="http://schemas.microsoft.com/office/drawing/2014/main" id="{65AE5570-EA16-4197-AD02-58026F69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32">
            <a:extLst xmlns:a="http://schemas.openxmlformats.org/drawingml/2006/main">
              <a:ext uri="{FF2B5EF4-FFF2-40B4-BE49-F238E27FC236}">
                <a16:creationId xmlns:a16="http://schemas.microsoft.com/office/drawing/2014/main" id="{9BED8DE6-F95C-4D60-B563-B4009BCE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33">
            <a:extLst xmlns:a="http://schemas.openxmlformats.org/drawingml/2006/main">
              <a:ext uri="{FF2B5EF4-FFF2-40B4-BE49-F238E27FC236}">
                <a16:creationId xmlns:a16="http://schemas.microsoft.com/office/drawing/2014/main" id="{92DE337D-C71C-45D3-AE0A-D1BE45D7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434">
            <a:extLst xmlns:a="http://schemas.openxmlformats.org/drawingml/2006/main">
              <a:ext uri="{FF2B5EF4-FFF2-40B4-BE49-F238E27FC236}">
                <a16:creationId xmlns:a16="http://schemas.microsoft.com/office/drawing/2014/main" id="{6E4D907A-2D60-4FBE-B992-F193CBD0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435">
            <a:extLst xmlns:a="http://schemas.openxmlformats.org/drawingml/2006/main">
              <a:ext uri="{FF2B5EF4-FFF2-40B4-BE49-F238E27FC236}">
                <a16:creationId xmlns:a16="http://schemas.microsoft.com/office/drawing/2014/main" id="{1FBC02EB-2387-4B7E-920D-853A2358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436">
            <a:extLst xmlns:a="http://schemas.openxmlformats.org/drawingml/2006/main">
              <a:ext uri="{FF2B5EF4-FFF2-40B4-BE49-F238E27FC236}">
                <a16:creationId xmlns:a16="http://schemas.microsoft.com/office/drawing/2014/main" id="{22188D4E-13DE-451B-98F1-1E7C50BB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437">
            <a:extLst xmlns:a="http://schemas.openxmlformats.org/drawingml/2006/main">
              <a:ext uri="{FF2B5EF4-FFF2-40B4-BE49-F238E27FC236}">
                <a16:creationId xmlns:a16="http://schemas.microsoft.com/office/drawing/2014/main" id="{3FD5ED3D-3013-4925-9EE8-477AD178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438">
            <a:extLst xmlns:a="http://schemas.openxmlformats.org/drawingml/2006/main">
              <a:ext uri="{FF2B5EF4-FFF2-40B4-BE49-F238E27FC236}">
                <a16:creationId xmlns:a16="http://schemas.microsoft.com/office/drawing/2014/main" id="{63049BC3-4251-4980-9541-60AA56BA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439">
            <a:extLst xmlns:a="http://schemas.openxmlformats.org/drawingml/2006/main">
              <a:ext uri="{FF2B5EF4-FFF2-40B4-BE49-F238E27FC236}">
                <a16:creationId xmlns:a16="http://schemas.microsoft.com/office/drawing/2014/main" id="{55DC300C-2B21-4A4A-A472-130D756C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440">
            <a:extLst xmlns:a="http://schemas.openxmlformats.org/drawingml/2006/main">
              <a:ext uri="{FF2B5EF4-FFF2-40B4-BE49-F238E27FC236}">
                <a16:creationId xmlns:a16="http://schemas.microsoft.com/office/drawing/2014/main" id="{014F76B2-E8DE-4A82-8D4B-A15B80A0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910">
            <a:extLst xmlns:a="http://schemas.openxmlformats.org/drawingml/2006/main">
              <a:ext uri="{FF2B5EF4-FFF2-40B4-BE49-F238E27FC236}">
                <a16:creationId xmlns:a16="http://schemas.microsoft.com/office/drawing/2014/main" id="{2E605FE0-B6BA-4151-A1E8-1F7B6B8A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b2449f9d904528"/>
              </a:rPr>
              <a:t>開啟 Gemini Notebook ↗</a:t>
            </a:r>
          </a:p>
        </p:txBody>
      </p:sp>
      <p:sp>
        <p:nvSpPr>
          <p:cNvPr id="19" name="shape-952">
            <a:extLst xmlns:a="http://schemas.openxmlformats.org/drawingml/2006/main">
              <a:ext uri="{FF2B5EF4-FFF2-40B4-BE49-F238E27FC236}">
                <a16:creationId xmlns:a16="http://schemas.microsoft.com/office/drawing/2014/main" id="{D2C9DDC4-63B0-49F7-B8EE-A0B7561A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3584a0d95493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953">
            <a:extLst xmlns:a="http://schemas.openxmlformats.org/drawingml/2006/main">
              <a:ext uri="{FF2B5EF4-FFF2-40B4-BE49-F238E27FC236}">
                <a16:creationId xmlns:a16="http://schemas.microsoft.com/office/drawing/2014/main" id="{D90C1EA8-D8BF-4185-A367-78E355DC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51526660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41">
            <a:extLst xmlns:a="http://schemas.openxmlformats.org/drawingml/2006/main">
              <a:ext uri="{FF2B5EF4-FFF2-40B4-BE49-F238E27FC236}">
                <a16:creationId xmlns:a16="http://schemas.microsoft.com/office/drawing/2014/main" id="{9E79D721-8D6B-41F7-905D-1F1F13B4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629026-5466-46C0-A8D1-2446A0A8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4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43">
            <a:extLst xmlns:a="http://schemas.openxmlformats.org/drawingml/2006/main">
              <a:ext uri="{FF2B5EF4-FFF2-40B4-BE49-F238E27FC236}">
                <a16:creationId xmlns:a16="http://schemas.microsoft.com/office/drawing/2014/main" id="{62D5C516-52D4-4358-B4FF-383EC4BF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244726-8D22-4D44-A2EB-644CD414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44">
            <a:extLst xmlns:a="http://schemas.openxmlformats.org/drawingml/2006/main">
              <a:ext uri="{FF2B5EF4-FFF2-40B4-BE49-F238E27FC236}">
                <a16:creationId xmlns:a16="http://schemas.microsoft.com/office/drawing/2014/main" id="{108C4859-C2C7-41A3-B23C-339FAE23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45">
            <a:extLst xmlns:a="http://schemas.openxmlformats.org/drawingml/2006/main">
              <a:ext uri="{FF2B5EF4-FFF2-40B4-BE49-F238E27FC236}">
                <a16:creationId xmlns:a16="http://schemas.microsoft.com/office/drawing/2014/main" id="{F643F3AB-F5E3-4929-81E8-16ED7D0A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446">
            <a:extLst xmlns:a="http://schemas.openxmlformats.org/drawingml/2006/main">
              <a:ext uri="{FF2B5EF4-FFF2-40B4-BE49-F238E27FC236}">
                <a16:creationId xmlns:a16="http://schemas.microsoft.com/office/drawing/2014/main" id="{B9471B27-8091-4915-B56A-A46171CA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447">
            <a:extLst xmlns:a="http://schemas.openxmlformats.org/drawingml/2006/main">
              <a:ext uri="{FF2B5EF4-FFF2-40B4-BE49-F238E27FC236}">
                <a16:creationId xmlns:a16="http://schemas.microsoft.com/office/drawing/2014/main" id="{DC285D9F-B1E4-45DF-AA1E-CB3864D4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448">
            <a:extLst xmlns:a="http://schemas.openxmlformats.org/drawingml/2006/main">
              <a:ext uri="{FF2B5EF4-FFF2-40B4-BE49-F238E27FC236}">
                <a16:creationId xmlns:a16="http://schemas.microsoft.com/office/drawing/2014/main" id="{47A6C389-9A7C-4FC4-A563-187FA203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49">
            <a:extLst xmlns:a="http://schemas.openxmlformats.org/drawingml/2006/main">
              <a:ext uri="{FF2B5EF4-FFF2-40B4-BE49-F238E27FC236}">
                <a16:creationId xmlns:a16="http://schemas.microsoft.com/office/drawing/2014/main" id="{B9B1E5C6-DC15-4A0C-B832-5A064E64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50">
            <a:extLst xmlns:a="http://schemas.openxmlformats.org/drawingml/2006/main">
              <a:ext uri="{FF2B5EF4-FFF2-40B4-BE49-F238E27FC236}">
                <a16:creationId xmlns:a16="http://schemas.microsoft.com/office/drawing/2014/main" id="{5F45080D-10D7-4142-AE22-8A7F120C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451">
            <a:extLst xmlns:a="http://schemas.openxmlformats.org/drawingml/2006/main">
              <a:ext uri="{FF2B5EF4-FFF2-40B4-BE49-F238E27FC236}">
                <a16:creationId xmlns:a16="http://schemas.microsoft.com/office/drawing/2014/main" id="{959108CA-8081-49E1-8243-23BF5E3B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452">
            <a:extLst xmlns:a="http://schemas.openxmlformats.org/drawingml/2006/main">
              <a:ext uri="{FF2B5EF4-FFF2-40B4-BE49-F238E27FC236}">
                <a16:creationId xmlns:a16="http://schemas.microsoft.com/office/drawing/2014/main" id="{0DC15AA5-C162-4124-86DB-38E0F1A7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53">
            <a:extLst xmlns:a="http://schemas.openxmlformats.org/drawingml/2006/main">
              <a:ext uri="{FF2B5EF4-FFF2-40B4-BE49-F238E27FC236}">
                <a16:creationId xmlns:a16="http://schemas.microsoft.com/office/drawing/2014/main" id="{1E1CD0A6-EB45-471A-BCB4-3894C507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454">
            <a:extLst xmlns:a="http://schemas.openxmlformats.org/drawingml/2006/main">
              <a:ext uri="{FF2B5EF4-FFF2-40B4-BE49-F238E27FC236}">
                <a16:creationId xmlns:a16="http://schemas.microsoft.com/office/drawing/2014/main" id="{61EF071B-B5A4-4CA3-B54E-E5D39914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455">
            <a:extLst xmlns:a="http://schemas.openxmlformats.org/drawingml/2006/main">
              <a:ext uri="{FF2B5EF4-FFF2-40B4-BE49-F238E27FC236}">
                <a16:creationId xmlns:a16="http://schemas.microsoft.com/office/drawing/2014/main" id="{9DBBF8E8-8685-461F-9E3E-7772147B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911">
            <a:extLst xmlns:a="http://schemas.openxmlformats.org/drawingml/2006/main">
              <a:ext uri="{FF2B5EF4-FFF2-40B4-BE49-F238E27FC236}">
                <a16:creationId xmlns:a16="http://schemas.microsoft.com/office/drawing/2014/main" id="{A71AF429-C89F-4B07-A7B3-31F3D6BB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e638b08725f42b1"/>
              </a:rPr>
              <a:t>開啟 Gemini Notebook ↗</a:t>
            </a:r>
          </a:p>
        </p:txBody>
      </p:sp>
      <p:sp>
        <p:nvSpPr>
          <p:cNvPr id="19" name="shape-954">
            <a:extLst xmlns:a="http://schemas.openxmlformats.org/drawingml/2006/main">
              <a:ext uri="{FF2B5EF4-FFF2-40B4-BE49-F238E27FC236}">
                <a16:creationId xmlns:a16="http://schemas.microsoft.com/office/drawing/2014/main" id="{4A2CA6FB-AC40-4008-A765-51A8612B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5e31c558d4a5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955">
            <a:extLst xmlns:a="http://schemas.openxmlformats.org/drawingml/2006/main">
              <a:ext uri="{FF2B5EF4-FFF2-40B4-BE49-F238E27FC236}">
                <a16:creationId xmlns:a16="http://schemas.microsoft.com/office/drawing/2014/main" id="{7A9DF245-9FA6-477D-8F41-721FAE67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70737718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456">
            <a:extLst xmlns:a="http://schemas.openxmlformats.org/drawingml/2006/main">
              <a:ext uri="{FF2B5EF4-FFF2-40B4-BE49-F238E27FC236}">
                <a16:creationId xmlns:a16="http://schemas.microsoft.com/office/drawing/2014/main" id="{D9E3AD41-19B8-45C3-8F13-4620CA19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FE3E0D-D9FD-4F3A-984D-18C4B439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4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58">
            <a:extLst xmlns:a="http://schemas.openxmlformats.org/drawingml/2006/main">
              <a:ext uri="{FF2B5EF4-FFF2-40B4-BE49-F238E27FC236}">
                <a16:creationId xmlns:a16="http://schemas.microsoft.com/office/drawing/2014/main" id="{7DCE0187-3226-44EF-BFD8-2FB197B3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F7E9AD-6398-43AD-8478-4BED4F6C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459">
            <a:extLst xmlns:a="http://schemas.openxmlformats.org/drawingml/2006/main">
              <a:ext uri="{FF2B5EF4-FFF2-40B4-BE49-F238E27FC236}">
                <a16:creationId xmlns:a16="http://schemas.microsoft.com/office/drawing/2014/main" id="{0EB844C4-7D3B-4054-B19E-C66536BB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60">
            <a:extLst xmlns:a="http://schemas.openxmlformats.org/drawingml/2006/main">
              <a:ext uri="{FF2B5EF4-FFF2-40B4-BE49-F238E27FC236}">
                <a16:creationId xmlns:a16="http://schemas.microsoft.com/office/drawing/2014/main" id="{5805A9EE-D1E9-44E4-9EE7-6822B040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61">
            <a:extLst xmlns:a="http://schemas.openxmlformats.org/drawingml/2006/main">
              <a:ext uri="{FF2B5EF4-FFF2-40B4-BE49-F238E27FC236}">
                <a16:creationId xmlns:a16="http://schemas.microsoft.com/office/drawing/2014/main" id="{1C758FF2-9D9E-4EB3-947B-702CDE81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2">
            <a:extLst xmlns:a="http://schemas.openxmlformats.org/drawingml/2006/main">
              <a:ext uri="{FF2B5EF4-FFF2-40B4-BE49-F238E27FC236}">
                <a16:creationId xmlns:a16="http://schemas.microsoft.com/office/drawing/2014/main" id="{9A71F5AD-A16C-4608-91EC-92CE3E3E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463">
            <a:extLst xmlns:a="http://schemas.openxmlformats.org/drawingml/2006/main">
              <a:ext uri="{FF2B5EF4-FFF2-40B4-BE49-F238E27FC236}">
                <a16:creationId xmlns:a16="http://schemas.microsoft.com/office/drawing/2014/main" id="{9B536903-EDFF-4503-B3EF-1CC835E5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464">
            <a:extLst xmlns:a="http://schemas.openxmlformats.org/drawingml/2006/main">
              <a:ext uri="{FF2B5EF4-FFF2-40B4-BE49-F238E27FC236}">
                <a16:creationId xmlns:a16="http://schemas.microsoft.com/office/drawing/2014/main" id="{E0B62B64-7F7F-4298-953E-72D898F3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65">
            <a:extLst xmlns:a="http://schemas.openxmlformats.org/drawingml/2006/main">
              <a:ext uri="{FF2B5EF4-FFF2-40B4-BE49-F238E27FC236}">
                <a16:creationId xmlns:a16="http://schemas.microsoft.com/office/drawing/2014/main" id="{47FFBEB4-CAB8-4639-BF71-C22393FF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66">
            <a:extLst xmlns:a="http://schemas.openxmlformats.org/drawingml/2006/main">
              <a:ext uri="{FF2B5EF4-FFF2-40B4-BE49-F238E27FC236}">
                <a16:creationId xmlns:a16="http://schemas.microsoft.com/office/drawing/2014/main" id="{A2831629-DAFF-4FA8-B020-E3F0831F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67">
            <a:extLst xmlns:a="http://schemas.openxmlformats.org/drawingml/2006/main">
              <a:ext uri="{FF2B5EF4-FFF2-40B4-BE49-F238E27FC236}">
                <a16:creationId xmlns:a16="http://schemas.microsoft.com/office/drawing/2014/main" id="{871526E5-8341-4476-BA51-E3CA86F0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68">
            <a:extLst xmlns:a="http://schemas.openxmlformats.org/drawingml/2006/main">
              <a:ext uri="{FF2B5EF4-FFF2-40B4-BE49-F238E27FC236}">
                <a16:creationId xmlns:a16="http://schemas.microsoft.com/office/drawing/2014/main" id="{19D54FD7-3F60-4A13-A820-CA79EC15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469">
            <a:extLst xmlns:a="http://schemas.openxmlformats.org/drawingml/2006/main">
              <a:ext uri="{FF2B5EF4-FFF2-40B4-BE49-F238E27FC236}">
                <a16:creationId xmlns:a16="http://schemas.microsoft.com/office/drawing/2014/main" id="{D98E7E78-D963-4656-A04E-BC685587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470">
            <a:extLst xmlns:a="http://schemas.openxmlformats.org/drawingml/2006/main">
              <a:ext uri="{FF2B5EF4-FFF2-40B4-BE49-F238E27FC236}">
                <a16:creationId xmlns:a16="http://schemas.microsoft.com/office/drawing/2014/main" id="{97A3943F-4D7F-4BBD-8FBD-6860DC15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71">
            <a:extLst xmlns:a="http://schemas.openxmlformats.org/drawingml/2006/main">
              <a:ext uri="{FF2B5EF4-FFF2-40B4-BE49-F238E27FC236}">
                <a16:creationId xmlns:a16="http://schemas.microsoft.com/office/drawing/2014/main" id="{2FC3F6B1-02B1-492B-81C8-765716A2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72">
            <a:extLst xmlns:a="http://schemas.openxmlformats.org/drawingml/2006/main">
              <a:ext uri="{FF2B5EF4-FFF2-40B4-BE49-F238E27FC236}">
                <a16:creationId xmlns:a16="http://schemas.microsoft.com/office/drawing/2014/main" id="{5E9B7997-8F0C-4857-8AB1-C24BA474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73">
            <a:extLst xmlns:a="http://schemas.openxmlformats.org/drawingml/2006/main">
              <a:ext uri="{FF2B5EF4-FFF2-40B4-BE49-F238E27FC236}">
                <a16:creationId xmlns:a16="http://schemas.microsoft.com/office/drawing/2014/main" id="{8EFD5332-CBA4-4244-A321-BFB0CAB6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74">
            <a:extLst xmlns:a="http://schemas.openxmlformats.org/drawingml/2006/main">
              <a:ext uri="{FF2B5EF4-FFF2-40B4-BE49-F238E27FC236}">
                <a16:creationId xmlns:a16="http://schemas.microsoft.com/office/drawing/2014/main" id="{3AEAC91E-AA77-4BB7-A127-6014477C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475">
            <a:extLst xmlns:a="http://schemas.openxmlformats.org/drawingml/2006/main">
              <a:ext uri="{FF2B5EF4-FFF2-40B4-BE49-F238E27FC236}">
                <a16:creationId xmlns:a16="http://schemas.microsoft.com/office/drawing/2014/main" id="{E7065524-B7A9-46CA-80B1-A135672B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476">
            <a:extLst xmlns:a="http://schemas.openxmlformats.org/drawingml/2006/main">
              <a:ext uri="{FF2B5EF4-FFF2-40B4-BE49-F238E27FC236}">
                <a16:creationId xmlns:a16="http://schemas.microsoft.com/office/drawing/2014/main" id="{8B8732C4-A67E-46CB-947D-79B26371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77">
            <a:extLst xmlns:a="http://schemas.openxmlformats.org/drawingml/2006/main">
              <a:ext uri="{FF2B5EF4-FFF2-40B4-BE49-F238E27FC236}">
                <a16:creationId xmlns:a16="http://schemas.microsoft.com/office/drawing/2014/main" id="{B2327649-42C2-4844-AA65-050AAB8F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78">
            <a:extLst xmlns:a="http://schemas.openxmlformats.org/drawingml/2006/main">
              <a:ext uri="{FF2B5EF4-FFF2-40B4-BE49-F238E27FC236}">
                <a16:creationId xmlns:a16="http://schemas.microsoft.com/office/drawing/2014/main" id="{1BF66CBC-0C41-4A95-AC8A-A24155C7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79">
            <a:extLst xmlns:a="http://schemas.openxmlformats.org/drawingml/2006/main">
              <a:ext uri="{FF2B5EF4-FFF2-40B4-BE49-F238E27FC236}">
                <a16:creationId xmlns:a16="http://schemas.microsoft.com/office/drawing/2014/main" id="{C01AA0A7-9436-4C6F-8CA2-3F7BFC72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80">
            <a:extLst xmlns:a="http://schemas.openxmlformats.org/drawingml/2006/main">
              <a:ext uri="{FF2B5EF4-FFF2-40B4-BE49-F238E27FC236}">
                <a16:creationId xmlns:a16="http://schemas.microsoft.com/office/drawing/2014/main" id="{981CC5FF-5568-4D83-9C35-520C532A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481">
            <a:extLst xmlns:a="http://schemas.openxmlformats.org/drawingml/2006/main">
              <a:ext uri="{FF2B5EF4-FFF2-40B4-BE49-F238E27FC236}">
                <a16:creationId xmlns:a16="http://schemas.microsoft.com/office/drawing/2014/main" id="{F8CF1E87-4635-4166-AF88-E61CFD81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482">
            <a:extLst xmlns:a="http://schemas.openxmlformats.org/drawingml/2006/main">
              <a:ext uri="{FF2B5EF4-FFF2-40B4-BE49-F238E27FC236}">
                <a16:creationId xmlns:a16="http://schemas.microsoft.com/office/drawing/2014/main" id="{1C89F81C-6EB9-40E0-8033-0F34FCC3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15">
            <a:extLst xmlns:a="http://schemas.openxmlformats.org/drawingml/2006/main">
              <a:ext uri="{FF2B5EF4-FFF2-40B4-BE49-F238E27FC236}">
                <a16:creationId xmlns:a16="http://schemas.microsoft.com/office/drawing/2014/main" id="{66AE7E14-D6FC-46D4-9184-AB51BDDB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54b832b056641cc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4d40fafe7544088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d8b4f1964504a08"/>
              </a:rPr>
              <a:t>Cockpit ↗</a:t>
            </a:r>
          </a:p>
        </p:txBody>
      </p:sp>
      <p:sp>
        <p:nvSpPr>
          <p:cNvPr id="31" name="shape-962">
            <a:extLst xmlns:a="http://schemas.openxmlformats.org/drawingml/2006/main">
              <a:ext uri="{FF2B5EF4-FFF2-40B4-BE49-F238E27FC236}">
                <a16:creationId xmlns:a16="http://schemas.microsoft.com/office/drawing/2014/main" id="{6C125665-DA66-4879-B820-8C86DD25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9580de9224140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963">
            <a:extLst xmlns:a="http://schemas.openxmlformats.org/drawingml/2006/main">
              <a:ext uri="{FF2B5EF4-FFF2-40B4-BE49-F238E27FC236}">
                <a16:creationId xmlns:a16="http://schemas.microsoft.com/office/drawing/2014/main" id="{3B9EA682-A5C7-4C89-8E5C-A55CFA0C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5c0ecd1104e9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964">
            <a:extLst xmlns:a="http://schemas.openxmlformats.org/drawingml/2006/main">
              <a:ext uri="{FF2B5EF4-FFF2-40B4-BE49-F238E27FC236}">
                <a16:creationId xmlns:a16="http://schemas.microsoft.com/office/drawing/2014/main" id="{121A4055-EC8B-40E7-9FAC-131B8A1F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f018416b6a4e84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965">
            <a:extLst xmlns:a="http://schemas.openxmlformats.org/drawingml/2006/main">
              <a:ext uri="{FF2B5EF4-FFF2-40B4-BE49-F238E27FC236}">
                <a16:creationId xmlns:a16="http://schemas.microsoft.com/office/drawing/2014/main" id="{5E4DA1F1-AFC8-44EC-9D1A-F9952FE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78433566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483">
            <a:extLst xmlns:a="http://schemas.openxmlformats.org/drawingml/2006/main">
              <a:ext uri="{FF2B5EF4-FFF2-40B4-BE49-F238E27FC236}">
                <a16:creationId xmlns:a16="http://schemas.microsoft.com/office/drawing/2014/main" id="{29D8DCAB-E0EE-4ED8-8623-D8BAADA4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397F39-3074-4C7D-9185-5AC88CBE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4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85">
            <a:extLst xmlns:a="http://schemas.openxmlformats.org/drawingml/2006/main">
              <a:ext uri="{FF2B5EF4-FFF2-40B4-BE49-F238E27FC236}">
                <a16:creationId xmlns:a16="http://schemas.microsoft.com/office/drawing/2014/main" id="{E8108E7F-31C1-4483-A871-5C7F1712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4571F82-EFE9-4FB8-8E06-4A4CFAF9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text-486">
            <a:extLst xmlns:a="http://schemas.openxmlformats.org/drawingml/2006/main">
              <a:ext uri="{FF2B5EF4-FFF2-40B4-BE49-F238E27FC236}">
                <a16:creationId xmlns:a16="http://schemas.microsoft.com/office/drawing/2014/main" id="{2C032A5E-80C2-4CE6-BED0-AD223E30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87">
            <a:extLst xmlns:a="http://schemas.openxmlformats.org/drawingml/2006/main">
              <a:ext uri="{FF2B5EF4-FFF2-40B4-BE49-F238E27FC236}">
                <a16:creationId xmlns:a16="http://schemas.microsoft.com/office/drawing/2014/main" id="{D6D48EAC-3C4C-4911-AABD-B3C873D3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88">
            <a:extLst xmlns:a="http://schemas.openxmlformats.org/drawingml/2006/main">
              <a:ext uri="{FF2B5EF4-FFF2-40B4-BE49-F238E27FC236}">
                <a16:creationId xmlns:a16="http://schemas.microsoft.com/office/drawing/2014/main" id="{C9FEEDB2-8F00-4312-B0E6-17777A51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89">
            <a:extLst xmlns:a="http://schemas.openxmlformats.org/drawingml/2006/main">
              <a:ext uri="{FF2B5EF4-FFF2-40B4-BE49-F238E27FC236}">
                <a16:creationId xmlns:a16="http://schemas.microsoft.com/office/drawing/2014/main" id="{526A322F-2836-4D52-82C9-8A6EFDE9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490">
            <a:extLst xmlns:a="http://schemas.openxmlformats.org/drawingml/2006/main">
              <a:ext uri="{FF2B5EF4-FFF2-40B4-BE49-F238E27FC236}">
                <a16:creationId xmlns:a16="http://schemas.microsoft.com/office/drawing/2014/main" id="{6D1794F9-2C26-4771-AA4A-C07A51B8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91">
            <a:extLst xmlns:a="http://schemas.openxmlformats.org/drawingml/2006/main">
              <a:ext uri="{FF2B5EF4-FFF2-40B4-BE49-F238E27FC236}">
                <a16:creationId xmlns:a16="http://schemas.microsoft.com/office/drawing/2014/main" id="{27E23A79-6A72-44B3-9184-C3D56A59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492">
            <a:extLst xmlns:a="http://schemas.openxmlformats.org/drawingml/2006/main">
              <a:ext uri="{FF2B5EF4-FFF2-40B4-BE49-F238E27FC236}">
                <a16:creationId xmlns:a16="http://schemas.microsoft.com/office/drawing/2014/main" id="{AAA32023-297B-4CF2-B7F6-7E4F3BCE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93">
            <a:extLst xmlns:a="http://schemas.openxmlformats.org/drawingml/2006/main">
              <a:ext uri="{FF2B5EF4-FFF2-40B4-BE49-F238E27FC236}">
                <a16:creationId xmlns:a16="http://schemas.microsoft.com/office/drawing/2014/main" id="{A07D23FA-AC12-4E0D-93C5-C51B84C6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494">
            <a:extLst xmlns:a="http://schemas.openxmlformats.org/drawingml/2006/main">
              <a:ext uri="{FF2B5EF4-FFF2-40B4-BE49-F238E27FC236}">
                <a16:creationId xmlns:a16="http://schemas.microsoft.com/office/drawing/2014/main" id="{DB7999C8-AA28-4640-A3D6-6D34673F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95">
            <a:extLst xmlns:a="http://schemas.openxmlformats.org/drawingml/2006/main">
              <a:ext uri="{FF2B5EF4-FFF2-40B4-BE49-F238E27FC236}">
                <a16:creationId xmlns:a16="http://schemas.microsoft.com/office/drawing/2014/main" id="{425E8C1B-84F3-4F15-937C-9C709074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496">
            <a:extLst xmlns:a="http://schemas.openxmlformats.org/drawingml/2006/main">
              <a:ext uri="{FF2B5EF4-FFF2-40B4-BE49-F238E27FC236}">
                <a16:creationId xmlns:a16="http://schemas.microsoft.com/office/drawing/2014/main" id="{48C0B0C1-095B-4F55-A981-46B5E374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97">
            <a:extLst xmlns:a="http://schemas.openxmlformats.org/drawingml/2006/main">
              <a:ext uri="{FF2B5EF4-FFF2-40B4-BE49-F238E27FC236}">
                <a16:creationId xmlns:a16="http://schemas.microsoft.com/office/drawing/2014/main" id="{7A7B0CA3-C088-4FB8-8633-40411551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98">
            <a:extLst xmlns:a="http://schemas.openxmlformats.org/drawingml/2006/main">
              <a:ext uri="{FF2B5EF4-FFF2-40B4-BE49-F238E27FC236}">
                <a16:creationId xmlns:a16="http://schemas.microsoft.com/office/drawing/2014/main" id="{1E83880B-0236-4869-B7D4-65C0C911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916">
            <a:extLst xmlns:a="http://schemas.openxmlformats.org/drawingml/2006/main">
              <a:ext uri="{FF2B5EF4-FFF2-40B4-BE49-F238E27FC236}">
                <a16:creationId xmlns:a16="http://schemas.microsoft.com/office/drawing/2014/main" id="{DA105B04-8F18-4B62-A173-32EFEEF8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a35a05e3074e07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71e1db5c534902"/>
              </a:rPr>
              <a:t>Cockpit ↗</a:t>
            </a:r>
          </a:p>
        </p:txBody>
      </p:sp>
      <p:sp>
        <p:nvSpPr>
          <p:cNvPr id="20" name="shape-966">
            <a:extLst xmlns:a="http://schemas.openxmlformats.org/drawingml/2006/main">
              <a:ext uri="{FF2B5EF4-FFF2-40B4-BE49-F238E27FC236}">
                <a16:creationId xmlns:a16="http://schemas.microsoft.com/office/drawing/2014/main" id="{838B31C0-FEB0-4264-BF21-A23B0870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1cf46833149d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967">
            <a:extLst xmlns:a="http://schemas.openxmlformats.org/drawingml/2006/main">
              <a:ext uri="{FF2B5EF4-FFF2-40B4-BE49-F238E27FC236}">
                <a16:creationId xmlns:a16="http://schemas.microsoft.com/office/drawing/2014/main" id="{F00B3E2F-FB3B-404B-A4B0-C3EC8CCF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061eac203432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968">
            <a:extLst xmlns:a="http://schemas.openxmlformats.org/drawingml/2006/main">
              <a:ext uri="{FF2B5EF4-FFF2-40B4-BE49-F238E27FC236}">
                <a16:creationId xmlns:a16="http://schemas.microsoft.com/office/drawing/2014/main" id="{4322B7E8-AC81-439C-B40F-4ED9C947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7209485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99">
            <a:extLst xmlns:a="http://schemas.openxmlformats.org/drawingml/2006/main">
              <a:ext uri="{FF2B5EF4-FFF2-40B4-BE49-F238E27FC236}">
                <a16:creationId xmlns:a16="http://schemas.microsoft.com/office/drawing/2014/main" id="{FD9CFB17-3C16-4E48-A3FB-188D5B29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1554E5-A4AD-415F-A4C6-323BED6F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5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1">
            <a:extLst xmlns:a="http://schemas.openxmlformats.org/drawingml/2006/main">
              <a:ext uri="{FF2B5EF4-FFF2-40B4-BE49-F238E27FC236}">
                <a16:creationId xmlns:a16="http://schemas.microsoft.com/office/drawing/2014/main" id="{F28BD850-5E75-4406-9C7E-3BBC1BB6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005A9A-847C-4395-AFF6-8A1A7F58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502">
            <a:extLst xmlns:a="http://schemas.openxmlformats.org/drawingml/2006/main">
              <a:ext uri="{FF2B5EF4-FFF2-40B4-BE49-F238E27FC236}">
                <a16:creationId xmlns:a16="http://schemas.microsoft.com/office/drawing/2014/main" id="{85C36C18-D69C-4465-AC90-93B6DFDD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03">
            <a:extLst xmlns:a="http://schemas.openxmlformats.org/drawingml/2006/main">
              <a:ext uri="{FF2B5EF4-FFF2-40B4-BE49-F238E27FC236}">
                <a16:creationId xmlns:a16="http://schemas.microsoft.com/office/drawing/2014/main" id="{6501B639-2760-41C7-946E-8CAB0381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04">
            <a:extLst xmlns:a="http://schemas.openxmlformats.org/drawingml/2006/main">
              <a:ext uri="{FF2B5EF4-FFF2-40B4-BE49-F238E27FC236}">
                <a16:creationId xmlns:a16="http://schemas.microsoft.com/office/drawing/2014/main" id="{5F146D79-D707-4B8B-B75A-AB25504F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505">
            <a:extLst xmlns:a="http://schemas.openxmlformats.org/drawingml/2006/main">
              <a:ext uri="{FF2B5EF4-FFF2-40B4-BE49-F238E27FC236}">
                <a16:creationId xmlns:a16="http://schemas.microsoft.com/office/drawing/2014/main" id="{04D85F18-722A-43B3-8F71-F2DF84D3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506">
            <a:extLst xmlns:a="http://schemas.openxmlformats.org/drawingml/2006/main">
              <a:ext uri="{FF2B5EF4-FFF2-40B4-BE49-F238E27FC236}">
                <a16:creationId xmlns:a16="http://schemas.microsoft.com/office/drawing/2014/main" id="{4C3748B3-5EE5-4165-93EA-8BDFFA74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07">
            <a:extLst xmlns:a="http://schemas.openxmlformats.org/drawingml/2006/main">
              <a:ext uri="{FF2B5EF4-FFF2-40B4-BE49-F238E27FC236}">
                <a16:creationId xmlns:a16="http://schemas.microsoft.com/office/drawing/2014/main" id="{34DC17D5-D95A-48B4-8D4B-CA3BD3AF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08">
            <a:extLst xmlns:a="http://schemas.openxmlformats.org/drawingml/2006/main">
              <a:ext uri="{FF2B5EF4-FFF2-40B4-BE49-F238E27FC236}">
                <a16:creationId xmlns:a16="http://schemas.microsoft.com/office/drawing/2014/main" id="{640910B3-3D68-41E5-B251-7815A876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509">
            <a:extLst xmlns:a="http://schemas.openxmlformats.org/drawingml/2006/main">
              <a:ext uri="{FF2B5EF4-FFF2-40B4-BE49-F238E27FC236}">
                <a16:creationId xmlns:a16="http://schemas.microsoft.com/office/drawing/2014/main" id="{9235971A-5472-4A03-A2FC-7D4A2198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510">
            <a:extLst xmlns:a="http://schemas.openxmlformats.org/drawingml/2006/main">
              <a:ext uri="{FF2B5EF4-FFF2-40B4-BE49-F238E27FC236}">
                <a16:creationId xmlns:a16="http://schemas.microsoft.com/office/drawing/2014/main" id="{7A1A38B3-39FF-49D3-A4E5-603A88B6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11">
            <a:extLst xmlns:a="http://schemas.openxmlformats.org/drawingml/2006/main">
              <a:ext uri="{FF2B5EF4-FFF2-40B4-BE49-F238E27FC236}">
                <a16:creationId xmlns:a16="http://schemas.microsoft.com/office/drawing/2014/main" id="{D1FD68D1-7B03-44C0-90D8-971957B4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12">
            <a:extLst xmlns:a="http://schemas.openxmlformats.org/drawingml/2006/main">
              <a:ext uri="{FF2B5EF4-FFF2-40B4-BE49-F238E27FC236}">
                <a16:creationId xmlns:a16="http://schemas.microsoft.com/office/drawing/2014/main" id="{56CD0C6F-B644-4314-84D8-415CFF9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513">
            <a:extLst xmlns:a="http://schemas.openxmlformats.org/drawingml/2006/main">
              <a:ext uri="{FF2B5EF4-FFF2-40B4-BE49-F238E27FC236}">
                <a16:creationId xmlns:a16="http://schemas.microsoft.com/office/drawing/2014/main" id="{E0BFE2E7-D845-4B20-B328-69FD5CCE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912">
            <a:extLst xmlns:a="http://schemas.openxmlformats.org/drawingml/2006/main">
              <a:ext uri="{FF2B5EF4-FFF2-40B4-BE49-F238E27FC236}">
                <a16:creationId xmlns:a16="http://schemas.microsoft.com/office/drawing/2014/main" id="{7B2EA64C-9D52-41BD-A244-67A4D31F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ae65e72f0ee47c9"/>
              </a:rPr>
              <a:t>開啟 Gemini Notebook ↗</a:t>
            </a:r>
          </a:p>
        </p:txBody>
      </p:sp>
      <p:sp>
        <p:nvSpPr>
          <p:cNvPr id="19" name="shape-956">
            <a:extLst xmlns:a="http://schemas.openxmlformats.org/drawingml/2006/main">
              <a:ext uri="{FF2B5EF4-FFF2-40B4-BE49-F238E27FC236}">
                <a16:creationId xmlns:a16="http://schemas.microsoft.com/office/drawing/2014/main" id="{A147C36F-21BD-4748-ADAD-BD49B074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091cd6ed3427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957">
            <a:extLst xmlns:a="http://schemas.openxmlformats.org/drawingml/2006/main">
              <a:ext uri="{FF2B5EF4-FFF2-40B4-BE49-F238E27FC236}">
                <a16:creationId xmlns:a16="http://schemas.microsoft.com/office/drawing/2014/main" id="{86373FFB-8D41-4745-B739-0193A8A9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2191337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14">
            <a:extLst xmlns:a="http://schemas.openxmlformats.org/drawingml/2006/main">
              <a:ext uri="{FF2B5EF4-FFF2-40B4-BE49-F238E27FC236}">
                <a16:creationId xmlns:a16="http://schemas.microsoft.com/office/drawing/2014/main" id="{C65038D1-9A79-4829-B9E2-A31220B0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7AC5C5-717D-42A7-B474-F34120AF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5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6">
            <a:extLst xmlns:a="http://schemas.openxmlformats.org/drawingml/2006/main">
              <a:ext uri="{FF2B5EF4-FFF2-40B4-BE49-F238E27FC236}">
                <a16:creationId xmlns:a16="http://schemas.microsoft.com/office/drawing/2014/main" id="{1AED151E-82B3-439A-AD48-7C79C6F4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AB0EC1-2E86-455B-9E01-5E51015D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517">
            <a:extLst xmlns:a="http://schemas.openxmlformats.org/drawingml/2006/main">
              <a:ext uri="{FF2B5EF4-FFF2-40B4-BE49-F238E27FC236}">
                <a16:creationId xmlns:a16="http://schemas.microsoft.com/office/drawing/2014/main" id="{24CA8314-7229-4548-8602-F033D544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18">
            <a:extLst xmlns:a="http://schemas.openxmlformats.org/drawingml/2006/main">
              <a:ext uri="{FF2B5EF4-FFF2-40B4-BE49-F238E27FC236}">
                <a16:creationId xmlns:a16="http://schemas.microsoft.com/office/drawing/2014/main" id="{C2C482FF-17AE-43B5-B9A9-1C910E65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19">
            <a:extLst xmlns:a="http://schemas.openxmlformats.org/drawingml/2006/main">
              <a:ext uri="{FF2B5EF4-FFF2-40B4-BE49-F238E27FC236}">
                <a16:creationId xmlns:a16="http://schemas.microsoft.com/office/drawing/2014/main" id="{5CE9BA5D-F39A-4BBC-BBE3-E0539CF8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520">
            <a:extLst xmlns:a="http://schemas.openxmlformats.org/drawingml/2006/main">
              <a:ext uri="{FF2B5EF4-FFF2-40B4-BE49-F238E27FC236}">
                <a16:creationId xmlns:a16="http://schemas.microsoft.com/office/drawing/2014/main" id="{24D8E334-5763-4B03-AF4F-41C3FFDD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521">
            <a:extLst xmlns:a="http://schemas.openxmlformats.org/drawingml/2006/main">
              <a:ext uri="{FF2B5EF4-FFF2-40B4-BE49-F238E27FC236}">
                <a16:creationId xmlns:a16="http://schemas.microsoft.com/office/drawing/2014/main" id="{811A4572-4F8E-4775-8190-4E69A340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22">
            <a:extLst xmlns:a="http://schemas.openxmlformats.org/drawingml/2006/main">
              <a:ext uri="{FF2B5EF4-FFF2-40B4-BE49-F238E27FC236}">
                <a16:creationId xmlns:a16="http://schemas.microsoft.com/office/drawing/2014/main" id="{C52F0726-AAEB-43F2-AAC1-FA2A6249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23">
            <a:extLst xmlns:a="http://schemas.openxmlformats.org/drawingml/2006/main">
              <a:ext uri="{FF2B5EF4-FFF2-40B4-BE49-F238E27FC236}">
                <a16:creationId xmlns:a16="http://schemas.microsoft.com/office/drawing/2014/main" id="{E6B928DA-685A-480E-AF53-EEE623C7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524">
            <a:extLst xmlns:a="http://schemas.openxmlformats.org/drawingml/2006/main">
              <a:ext uri="{FF2B5EF4-FFF2-40B4-BE49-F238E27FC236}">
                <a16:creationId xmlns:a16="http://schemas.microsoft.com/office/drawing/2014/main" id="{0FFBD6E7-9109-47E1-A61A-C497DC9D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525">
            <a:extLst xmlns:a="http://schemas.openxmlformats.org/drawingml/2006/main">
              <a:ext uri="{FF2B5EF4-FFF2-40B4-BE49-F238E27FC236}">
                <a16:creationId xmlns:a16="http://schemas.microsoft.com/office/drawing/2014/main" id="{B54B176F-0E7A-4A19-A7FD-A71D009F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26">
            <a:extLst xmlns:a="http://schemas.openxmlformats.org/drawingml/2006/main">
              <a:ext uri="{FF2B5EF4-FFF2-40B4-BE49-F238E27FC236}">
                <a16:creationId xmlns:a16="http://schemas.microsoft.com/office/drawing/2014/main" id="{8B19556D-97EB-4D6E-9109-5C715A15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27">
            <a:extLst xmlns:a="http://schemas.openxmlformats.org/drawingml/2006/main">
              <a:ext uri="{FF2B5EF4-FFF2-40B4-BE49-F238E27FC236}">
                <a16:creationId xmlns:a16="http://schemas.microsoft.com/office/drawing/2014/main" id="{9DA36177-9DC3-4C33-AC97-027336F2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528">
            <a:extLst xmlns:a="http://schemas.openxmlformats.org/drawingml/2006/main">
              <a:ext uri="{FF2B5EF4-FFF2-40B4-BE49-F238E27FC236}">
                <a16:creationId xmlns:a16="http://schemas.microsoft.com/office/drawing/2014/main" id="{5BEBAC80-FB55-4FF9-B093-1751B041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529">
            <a:extLst xmlns:a="http://schemas.openxmlformats.org/drawingml/2006/main">
              <a:ext uri="{FF2B5EF4-FFF2-40B4-BE49-F238E27FC236}">
                <a16:creationId xmlns:a16="http://schemas.microsoft.com/office/drawing/2014/main" id="{2B12B826-18F3-478C-8391-5AB1C410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30">
            <a:extLst xmlns:a="http://schemas.openxmlformats.org/drawingml/2006/main">
              <a:ext uri="{FF2B5EF4-FFF2-40B4-BE49-F238E27FC236}">
                <a16:creationId xmlns:a16="http://schemas.microsoft.com/office/drawing/2014/main" id="{A542DAD5-EC5F-4EAD-BE0D-27AA6E0F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31">
            <a:extLst xmlns:a="http://schemas.openxmlformats.org/drawingml/2006/main">
              <a:ext uri="{FF2B5EF4-FFF2-40B4-BE49-F238E27FC236}">
                <a16:creationId xmlns:a16="http://schemas.microsoft.com/office/drawing/2014/main" id="{456A8F30-D422-466C-A82D-EF54488C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532">
            <a:extLst xmlns:a="http://schemas.openxmlformats.org/drawingml/2006/main">
              <a:ext uri="{FF2B5EF4-FFF2-40B4-BE49-F238E27FC236}">
                <a16:creationId xmlns:a16="http://schemas.microsoft.com/office/drawing/2014/main" id="{26844555-1A44-4F34-9859-59D6A82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913">
            <a:extLst xmlns:a="http://schemas.openxmlformats.org/drawingml/2006/main">
              <a:ext uri="{FF2B5EF4-FFF2-40B4-BE49-F238E27FC236}">
                <a16:creationId xmlns:a16="http://schemas.microsoft.com/office/drawing/2014/main" id="{052F6A8A-7706-4A36-97BD-81E83005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466ca1f552042eb"/>
              </a:rPr>
              <a:t>開啟 Gemini Notebook ↗</a:t>
            </a:r>
          </a:p>
        </p:txBody>
      </p:sp>
      <p:sp>
        <p:nvSpPr>
          <p:cNvPr id="23" name="shape-958">
            <a:extLst xmlns:a="http://schemas.openxmlformats.org/drawingml/2006/main">
              <a:ext uri="{FF2B5EF4-FFF2-40B4-BE49-F238E27FC236}">
                <a16:creationId xmlns:a16="http://schemas.microsoft.com/office/drawing/2014/main" id="{ABF2F7F4-E4C7-401F-BD3E-CB5C5A04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3677fa9ac422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59">
            <a:extLst xmlns:a="http://schemas.openxmlformats.org/drawingml/2006/main">
              <a:ext uri="{FF2B5EF4-FFF2-40B4-BE49-F238E27FC236}">
                <a16:creationId xmlns:a16="http://schemas.microsoft.com/office/drawing/2014/main" id="{DA1EB55F-4C59-4690-B759-9886127E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08008122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33">
            <a:extLst xmlns:a="http://schemas.openxmlformats.org/drawingml/2006/main">
              <a:ext uri="{FF2B5EF4-FFF2-40B4-BE49-F238E27FC236}">
                <a16:creationId xmlns:a16="http://schemas.microsoft.com/office/drawing/2014/main" id="{B59FCCE1-3B28-4EC0-882E-3C23A59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764831-3BE5-4F45-A761-5EC2E918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5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5">
            <a:extLst xmlns:a="http://schemas.openxmlformats.org/drawingml/2006/main">
              <a:ext uri="{FF2B5EF4-FFF2-40B4-BE49-F238E27FC236}">
                <a16:creationId xmlns:a16="http://schemas.microsoft.com/office/drawing/2014/main" id="{8D2F4689-928F-42C6-AB7B-C536B787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CAFB29-7F4C-435A-BFED-26700DC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536">
            <a:extLst xmlns:a="http://schemas.openxmlformats.org/drawingml/2006/main">
              <a:ext uri="{FF2B5EF4-FFF2-40B4-BE49-F238E27FC236}">
                <a16:creationId xmlns:a16="http://schemas.microsoft.com/office/drawing/2014/main" id="{3A0C0290-D01B-40E3-9223-A06AA7D5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37">
            <a:extLst xmlns:a="http://schemas.openxmlformats.org/drawingml/2006/main">
              <a:ext uri="{FF2B5EF4-FFF2-40B4-BE49-F238E27FC236}">
                <a16:creationId xmlns:a16="http://schemas.microsoft.com/office/drawing/2014/main" id="{F1BE1001-2AB6-418C-8479-4BEFA7B1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38">
            <a:extLst xmlns:a="http://schemas.openxmlformats.org/drawingml/2006/main">
              <a:ext uri="{FF2B5EF4-FFF2-40B4-BE49-F238E27FC236}">
                <a16:creationId xmlns:a16="http://schemas.microsoft.com/office/drawing/2014/main" id="{426F32C5-0A9E-46CF-AD4F-7F829BFB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539">
            <a:extLst xmlns:a="http://schemas.openxmlformats.org/drawingml/2006/main">
              <a:ext uri="{FF2B5EF4-FFF2-40B4-BE49-F238E27FC236}">
                <a16:creationId xmlns:a16="http://schemas.microsoft.com/office/drawing/2014/main" id="{C5F5BDE8-96B2-4943-A0D2-2BA0FEA2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540">
            <a:extLst xmlns:a="http://schemas.openxmlformats.org/drawingml/2006/main">
              <a:ext uri="{FF2B5EF4-FFF2-40B4-BE49-F238E27FC236}">
                <a16:creationId xmlns:a16="http://schemas.microsoft.com/office/drawing/2014/main" id="{866C7F92-2615-44BA-A2FC-DD0E11CF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41">
            <a:extLst xmlns:a="http://schemas.openxmlformats.org/drawingml/2006/main">
              <a:ext uri="{FF2B5EF4-FFF2-40B4-BE49-F238E27FC236}">
                <a16:creationId xmlns:a16="http://schemas.microsoft.com/office/drawing/2014/main" id="{8BE08F7D-D6DE-4D60-921B-8BCC91C0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42">
            <a:extLst xmlns:a="http://schemas.openxmlformats.org/drawingml/2006/main">
              <a:ext uri="{FF2B5EF4-FFF2-40B4-BE49-F238E27FC236}">
                <a16:creationId xmlns:a16="http://schemas.microsoft.com/office/drawing/2014/main" id="{3C9ECF14-1A7F-410F-BA74-C9C010B4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543">
            <a:extLst xmlns:a="http://schemas.openxmlformats.org/drawingml/2006/main">
              <a:ext uri="{FF2B5EF4-FFF2-40B4-BE49-F238E27FC236}">
                <a16:creationId xmlns:a16="http://schemas.microsoft.com/office/drawing/2014/main" id="{7140D4E5-398A-4796-8910-34DAB6FC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544">
            <a:extLst xmlns:a="http://schemas.openxmlformats.org/drawingml/2006/main">
              <a:ext uri="{FF2B5EF4-FFF2-40B4-BE49-F238E27FC236}">
                <a16:creationId xmlns:a16="http://schemas.microsoft.com/office/drawing/2014/main" id="{D87E5F55-1039-4FA5-9E7F-154F4831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45">
            <a:extLst xmlns:a="http://schemas.openxmlformats.org/drawingml/2006/main">
              <a:ext uri="{FF2B5EF4-FFF2-40B4-BE49-F238E27FC236}">
                <a16:creationId xmlns:a16="http://schemas.microsoft.com/office/drawing/2014/main" id="{BDE466DC-9FBD-4281-BD4D-0846AC96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46">
            <a:extLst xmlns:a="http://schemas.openxmlformats.org/drawingml/2006/main">
              <a:ext uri="{FF2B5EF4-FFF2-40B4-BE49-F238E27FC236}">
                <a16:creationId xmlns:a16="http://schemas.microsoft.com/office/drawing/2014/main" id="{6494133E-ED8B-4ED3-818E-77A929F3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547">
            <a:extLst xmlns:a="http://schemas.openxmlformats.org/drawingml/2006/main">
              <a:ext uri="{FF2B5EF4-FFF2-40B4-BE49-F238E27FC236}">
                <a16:creationId xmlns:a16="http://schemas.microsoft.com/office/drawing/2014/main" id="{24575A08-5B38-4193-9215-4D2413D1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548">
            <a:extLst xmlns:a="http://schemas.openxmlformats.org/drawingml/2006/main">
              <a:ext uri="{FF2B5EF4-FFF2-40B4-BE49-F238E27FC236}">
                <a16:creationId xmlns:a16="http://schemas.microsoft.com/office/drawing/2014/main" id="{12E992A3-4DB3-46B6-B852-2CF3244A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49">
            <a:extLst xmlns:a="http://schemas.openxmlformats.org/drawingml/2006/main">
              <a:ext uri="{FF2B5EF4-FFF2-40B4-BE49-F238E27FC236}">
                <a16:creationId xmlns:a16="http://schemas.microsoft.com/office/drawing/2014/main" id="{A1C77E86-08FB-419F-91F0-71F744B3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50">
            <a:extLst xmlns:a="http://schemas.openxmlformats.org/drawingml/2006/main">
              <a:ext uri="{FF2B5EF4-FFF2-40B4-BE49-F238E27FC236}">
                <a16:creationId xmlns:a16="http://schemas.microsoft.com/office/drawing/2014/main" id="{58565EFA-9A83-4E20-A53F-B1C6C49B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551">
            <a:extLst xmlns:a="http://schemas.openxmlformats.org/drawingml/2006/main">
              <a:ext uri="{FF2B5EF4-FFF2-40B4-BE49-F238E27FC236}">
                <a16:creationId xmlns:a16="http://schemas.microsoft.com/office/drawing/2014/main" id="{1BD51B1F-1655-417C-9AFC-C514B0E0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914">
            <a:extLst xmlns:a="http://schemas.openxmlformats.org/drawingml/2006/main">
              <a:ext uri="{FF2B5EF4-FFF2-40B4-BE49-F238E27FC236}">
                <a16:creationId xmlns:a16="http://schemas.microsoft.com/office/drawing/2014/main" id="{6C890209-8854-49CE-8314-BC135781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97cf2e99924414"/>
              </a:rPr>
              <a:t>開啟 Gemini Notebook ↗</a:t>
            </a:r>
          </a:p>
        </p:txBody>
      </p:sp>
      <p:sp>
        <p:nvSpPr>
          <p:cNvPr id="23" name="shape-960">
            <a:extLst xmlns:a="http://schemas.openxmlformats.org/drawingml/2006/main">
              <a:ext uri="{FF2B5EF4-FFF2-40B4-BE49-F238E27FC236}">
                <a16:creationId xmlns:a16="http://schemas.microsoft.com/office/drawing/2014/main" id="{102947EE-8168-47D3-A1C9-4B3EB8A8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6b27111ae4ca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61">
            <a:extLst xmlns:a="http://schemas.openxmlformats.org/drawingml/2006/main">
              <a:ext uri="{FF2B5EF4-FFF2-40B4-BE49-F238E27FC236}">
                <a16:creationId xmlns:a16="http://schemas.microsoft.com/office/drawing/2014/main" id="{DF1996A5-A161-4F03-99EA-7256285B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25984994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552">
            <a:extLst xmlns:a="http://schemas.openxmlformats.org/drawingml/2006/main">
              <a:ext uri="{FF2B5EF4-FFF2-40B4-BE49-F238E27FC236}">
                <a16:creationId xmlns:a16="http://schemas.microsoft.com/office/drawing/2014/main" id="{2C466D62-6BC3-4B08-B765-56F998A1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553">
            <a:extLst xmlns:a="http://schemas.openxmlformats.org/drawingml/2006/main">
              <a:ext uri="{FF2B5EF4-FFF2-40B4-BE49-F238E27FC236}">
                <a16:creationId xmlns:a16="http://schemas.microsoft.com/office/drawing/2014/main" id="{D2D08DC5-C36C-42FA-AFEF-34F84FF3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554">
            <a:extLst xmlns:a="http://schemas.openxmlformats.org/drawingml/2006/main">
              <a:ext uri="{FF2B5EF4-FFF2-40B4-BE49-F238E27FC236}">
                <a16:creationId xmlns:a16="http://schemas.microsoft.com/office/drawing/2014/main" id="{2CDD6628-8BC5-4977-A0D6-90D88E98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555">
            <a:extLst xmlns:a="http://schemas.openxmlformats.org/drawingml/2006/main">
              <a:ext uri="{FF2B5EF4-FFF2-40B4-BE49-F238E27FC236}">
                <a16:creationId xmlns:a16="http://schemas.microsoft.com/office/drawing/2014/main" id="{8EA91354-EB03-4B48-9E6B-684B98DA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556">
            <a:extLst xmlns:a="http://schemas.openxmlformats.org/drawingml/2006/main">
              <a:ext uri="{FF2B5EF4-FFF2-40B4-BE49-F238E27FC236}">
                <a16:creationId xmlns:a16="http://schemas.microsoft.com/office/drawing/2014/main" id="{6C94CA6B-C09E-4987-986A-0102D6D0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5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558">
            <a:extLst xmlns:a="http://schemas.openxmlformats.org/drawingml/2006/main">
              <a:ext uri="{FF2B5EF4-FFF2-40B4-BE49-F238E27FC236}">
                <a16:creationId xmlns:a16="http://schemas.microsoft.com/office/drawing/2014/main" id="{A3D40DF3-EA14-46DA-ABE0-199E11CA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1AF953-8CDF-4F1D-876D-070DB48A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9" name="text-917">
            <a:extLst xmlns:a="http://schemas.openxmlformats.org/drawingml/2006/main">
              <a:ext uri="{FF2B5EF4-FFF2-40B4-BE49-F238E27FC236}">
                <a16:creationId xmlns:a16="http://schemas.microsoft.com/office/drawing/2014/main" id="{06B98CBD-143F-4C31-BBAA-EA1BBF5F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a535273a184a92"/>
              </a:rPr>
              <a:t>建立／查看 Gem ↗</a:t>
            </a:r>
          </a:p>
        </p:txBody>
      </p:sp>
      <p:sp>
        <p:nvSpPr>
          <p:cNvPr id="10" name="shape-969">
            <a:extLst xmlns:a="http://schemas.openxmlformats.org/drawingml/2006/main">
              <a:ext uri="{FF2B5EF4-FFF2-40B4-BE49-F238E27FC236}">
                <a16:creationId xmlns:a16="http://schemas.microsoft.com/office/drawing/2014/main" id="{AAC02DC2-8514-46C4-9E06-E04BECE3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010c68b39f4ed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70">
            <a:extLst xmlns:a="http://schemas.openxmlformats.org/drawingml/2006/main">
              <a:ext uri="{FF2B5EF4-FFF2-40B4-BE49-F238E27FC236}">
                <a16:creationId xmlns:a16="http://schemas.microsoft.com/office/drawing/2014/main" id="{8D7F3CDA-ECEB-4E59-B581-7A4C1D20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4220150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559">
            <a:extLst xmlns:a="http://schemas.openxmlformats.org/drawingml/2006/main">
              <a:ext uri="{FF2B5EF4-FFF2-40B4-BE49-F238E27FC236}">
                <a16:creationId xmlns:a16="http://schemas.microsoft.com/office/drawing/2014/main" id="{169343E1-AF42-4CEA-A61F-0A477386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4E2979-72FC-4CDF-91F4-CDF41D26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5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1">
            <a:extLst xmlns:a="http://schemas.openxmlformats.org/drawingml/2006/main">
              <a:ext uri="{FF2B5EF4-FFF2-40B4-BE49-F238E27FC236}">
                <a16:creationId xmlns:a16="http://schemas.microsoft.com/office/drawing/2014/main" id="{F6E4C5E9-377A-4416-8FB2-9B35F042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FCA8A1-313A-44EF-AFE3-EC213003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62">
            <a:extLst xmlns:a="http://schemas.openxmlformats.org/drawingml/2006/main">
              <a:ext uri="{FF2B5EF4-FFF2-40B4-BE49-F238E27FC236}">
                <a16:creationId xmlns:a16="http://schemas.microsoft.com/office/drawing/2014/main" id="{E6AEEE95-1EFB-4630-8E92-6E4C4A68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63">
            <a:extLst xmlns:a="http://schemas.openxmlformats.org/drawingml/2006/main">
              <a:ext uri="{FF2B5EF4-FFF2-40B4-BE49-F238E27FC236}">
                <a16:creationId xmlns:a16="http://schemas.microsoft.com/office/drawing/2014/main" id="{FDED77AD-CCEA-41B6-93B7-B5F72748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64">
            <a:extLst xmlns:a="http://schemas.openxmlformats.org/drawingml/2006/main">
              <a:ext uri="{FF2B5EF4-FFF2-40B4-BE49-F238E27FC236}">
                <a16:creationId xmlns:a16="http://schemas.microsoft.com/office/drawing/2014/main" id="{146BB450-2830-40D0-8974-DE059763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565">
            <a:extLst xmlns:a="http://schemas.openxmlformats.org/drawingml/2006/main">
              <a:ext uri="{FF2B5EF4-FFF2-40B4-BE49-F238E27FC236}">
                <a16:creationId xmlns:a16="http://schemas.microsoft.com/office/drawing/2014/main" id="{09A63A9D-7105-4C48-9B86-E2C22C37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566">
            <a:extLst xmlns:a="http://schemas.openxmlformats.org/drawingml/2006/main">
              <a:ext uri="{FF2B5EF4-FFF2-40B4-BE49-F238E27FC236}">
                <a16:creationId xmlns:a16="http://schemas.microsoft.com/office/drawing/2014/main" id="{36585369-D5E1-40DE-B7E1-CD0CBF2A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567">
            <a:extLst xmlns:a="http://schemas.openxmlformats.org/drawingml/2006/main">
              <a:ext uri="{FF2B5EF4-FFF2-40B4-BE49-F238E27FC236}">
                <a16:creationId xmlns:a16="http://schemas.microsoft.com/office/drawing/2014/main" id="{AA3600A9-BED9-405C-A606-F82D417F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918">
            <a:extLst xmlns:a="http://schemas.openxmlformats.org/drawingml/2006/main">
              <a:ext uri="{FF2B5EF4-FFF2-40B4-BE49-F238E27FC236}">
                <a16:creationId xmlns:a16="http://schemas.microsoft.com/office/drawing/2014/main" id="{136A9A52-BBBB-49E3-ACEC-DC7C286F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80feda2314436b"/>
              </a:rPr>
              <a:t>建立／查看 Gem ↗</a:t>
            </a:r>
          </a:p>
        </p:txBody>
      </p:sp>
      <p:sp>
        <p:nvSpPr>
          <p:cNvPr id="13" name="shape-971">
            <a:extLst xmlns:a="http://schemas.openxmlformats.org/drawingml/2006/main">
              <a:ext uri="{FF2B5EF4-FFF2-40B4-BE49-F238E27FC236}">
                <a16:creationId xmlns:a16="http://schemas.microsoft.com/office/drawing/2014/main" id="{582E5751-9544-4C4F-8A6B-D820B07F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d07e95c5a3466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972">
            <a:extLst xmlns:a="http://schemas.openxmlformats.org/drawingml/2006/main">
              <a:ext uri="{FF2B5EF4-FFF2-40B4-BE49-F238E27FC236}">
                <a16:creationId xmlns:a16="http://schemas.microsoft.com/office/drawing/2014/main" id="{421B0334-EDAA-4E07-8F55-3F77749F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07336918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68">
            <a:extLst xmlns:a="http://schemas.openxmlformats.org/drawingml/2006/main">
              <a:ext uri="{FF2B5EF4-FFF2-40B4-BE49-F238E27FC236}">
                <a16:creationId xmlns:a16="http://schemas.microsoft.com/office/drawing/2014/main" id="{C674A9F7-22A2-49A7-9D34-ED43F391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7BDB6F-986D-48DB-B98D-C9699AB9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5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70">
            <a:extLst xmlns:a="http://schemas.openxmlformats.org/drawingml/2006/main">
              <a:ext uri="{FF2B5EF4-FFF2-40B4-BE49-F238E27FC236}">
                <a16:creationId xmlns:a16="http://schemas.microsoft.com/office/drawing/2014/main" id="{79997BAD-5A03-459C-8F24-85E0618A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03E99D-BCF7-4E97-AE19-B0E9ACFF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71">
            <a:extLst xmlns:a="http://schemas.openxmlformats.org/drawingml/2006/main">
              <a:ext uri="{FF2B5EF4-FFF2-40B4-BE49-F238E27FC236}">
                <a16:creationId xmlns:a16="http://schemas.microsoft.com/office/drawing/2014/main" id="{29292839-A277-4D88-B062-4C9F454D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72">
            <a:extLst xmlns:a="http://schemas.openxmlformats.org/drawingml/2006/main">
              <a:ext uri="{FF2B5EF4-FFF2-40B4-BE49-F238E27FC236}">
                <a16:creationId xmlns:a16="http://schemas.microsoft.com/office/drawing/2014/main" id="{420FF8B3-5EDC-4C77-BE17-6D74568D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73">
            <a:extLst xmlns:a="http://schemas.openxmlformats.org/drawingml/2006/main">
              <a:ext uri="{FF2B5EF4-FFF2-40B4-BE49-F238E27FC236}">
                <a16:creationId xmlns:a16="http://schemas.microsoft.com/office/drawing/2014/main" id="{B566EB97-A453-4C2A-9D35-C91913A2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574">
            <a:extLst xmlns:a="http://schemas.openxmlformats.org/drawingml/2006/main">
              <a:ext uri="{FF2B5EF4-FFF2-40B4-BE49-F238E27FC236}">
                <a16:creationId xmlns:a16="http://schemas.microsoft.com/office/drawing/2014/main" id="{6213880B-7506-4B1A-AA3E-989ECD3F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575">
            <a:extLst xmlns:a="http://schemas.openxmlformats.org/drawingml/2006/main">
              <a:ext uri="{FF2B5EF4-FFF2-40B4-BE49-F238E27FC236}">
                <a16:creationId xmlns:a16="http://schemas.microsoft.com/office/drawing/2014/main" id="{7B53DC50-E8FB-47E9-AC47-CEDD04C9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76">
            <a:extLst xmlns:a="http://schemas.openxmlformats.org/drawingml/2006/main">
              <a:ext uri="{FF2B5EF4-FFF2-40B4-BE49-F238E27FC236}">
                <a16:creationId xmlns:a16="http://schemas.microsoft.com/office/drawing/2014/main" id="{CBDC1101-724C-449F-9EE7-863DC483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77">
            <a:extLst xmlns:a="http://schemas.openxmlformats.org/drawingml/2006/main">
              <a:ext uri="{FF2B5EF4-FFF2-40B4-BE49-F238E27FC236}">
                <a16:creationId xmlns:a16="http://schemas.microsoft.com/office/drawing/2014/main" id="{626A1E1F-C80F-4F82-B23A-3DA2745C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578">
            <a:extLst xmlns:a="http://schemas.openxmlformats.org/drawingml/2006/main">
              <a:ext uri="{FF2B5EF4-FFF2-40B4-BE49-F238E27FC236}">
                <a16:creationId xmlns:a16="http://schemas.microsoft.com/office/drawing/2014/main" id="{9027AD12-DE85-4F69-A0C1-5D58BFE4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579">
            <a:extLst xmlns:a="http://schemas.openxmlformats.org/drawingml/2006/main">
              <a:ext uri="{FF2B5EF4-FFF2-40B4-BE49-F238E27FC236}">
                <a16:creationId xmlns:a16="http://schemas.microsoft.com/office/drawing/2014/main" id="{63211A4F-6344-4A84-957B-9A90D0CF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80">
            <a:extLst xmlns:a="http://schemas.openxmlformats.org/drawingml/2006/main">
              <a:ext uri="{FF2B5EF4-FFF2-40B4-BE49-F238E27FC236}">
                <a16:creationId xmlns:a16="http://schemas.microsoft.com/office/drawing/2014/main" id="{B9EF4705-A7EF-4388-AA0F-534F8D6F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81">
            <a:extLst xmlns:a="http://schemas.openxmlformats.org/drawingml/2006/main">
              <a:ext uri="{FF2B5EF4-FFF2-40B4-BE49-F238E27FC236}">
                <a16:creationId xmlns:a16="http://schemas.microsoft.com/office/drawing/2014/main" id="{00FC6169-46D2-49EA-B6AF-7A6EE75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582">
            <a:extLst xmlns:a="http://schemas.openxmlformats.org/drawingml/2006/main">
              <a:ext uri="{FF2B5EF4-FFF2-40B4-BE49-F238E27FC236}">
                <a16:creationId xmlns:a16="http://schemas.microsoft.com/office/drawing/2014/main" id="{EEA450DB-64C6-4FE6-9D1A-6993FD76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583">
            <a:extLst xmlns:a="http://schemas.openxmlformats.org/drawingml/2006/main">
              <a:ext uri="{FF2B5EF4-FFF2-40B4-BE49-F238E27FC236}">
                <a16:creationId xmlns:a16="http://schemas.microsoft.com/office/drawing/2014/main" id="{E569D881-8973-4408-AA13-6FED5CD4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84">
            <a:extLst xmlns:a="http://schemas.openxmlformats.org/drawingml/2006/main">
              <a:ext uri="{FF2B5EF4-FFF2-40B4-BE49-F238E27FC236}">
                <a16:creationId xmlns:a16="http://schemas.microsoft.com/office/drawing/2014/main" id="{4DB5F1E2-C390-4D0A-9250-68B5B93A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585">
            <a:extLst xmlns:a="http://schemas.openxmlformats.org/drawingml/2006/main">
              <a:ext uri="{FF2B5EF4-FFF2-40B4-BE49-F238E27FC236}">
                <a16:creationId xmlns:a16="http://schemas.microsoft.com/office/drawing/2014/main" id="{E491CA8E-3C04-4490-B3AB-5465037F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586">
            <a:extLst xmlns:a="http://schemas.openxmlformats.org/drawingml/2006/main">
              <a:ext uri="{FF2B5EF4-FFF2-40B4-BE49-F238E27FC236}">
                <a16:creationId xmlns:a16="http://schemas.microsoft.com/office/drawing/2014/main" id="{20D7C5A0-92FD-4C88-B185-982D120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919">
            <a:extLst xmlns:a="http://schemas.openxmlformats.org/drawingml/2006/main">
              <a:ext uri="{FF2B5EF4-FFF2-40B4-BE49-F238E27FC236}">
                <a16:creationId xmlns:a16="http://schemas.microsoft.com/office/drawing/2014/main" id="{E10C882D-F064-49DE-934A-0553B040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48a10290294479"/>
              </a:rPr>
              <a:t>建立／查看 Gem ↗</a:t>
            </a:r>
          </a:p>
        </p:txBody>
      </p:sp>
      <p:sp>
        <p:nvSpPr>
          <p:cNvPr id="23" name="shape-973">
            <a:extLst xmlns:a="http://schemas.openxmlformats.org/drawingml/2006/main">
              <a:ext uri="{FF2B5EF4-FFF2-40B4-BE49-F238E27FC236}">
                <a16:creationId xmlns:a16="http://schemas.microsoft.com/office/drawing/2014/main" id="{EA4A7F9B-D26E-43E9-B78D-BFA8E5ED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c9e8008fd342c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74">
            <a:extLst xmlns:a="http://schemas.openxmlformats.org/drawingml/2006/main">
              <a:ext uri="{FF2B5EF4-FFF2-40B4-BE49-F238E27FC236}">
                <a16:creationId xmlns:a16="http://schemas.microsoft.com/office/drawing/2014/main" id="{4FBC19C9-4256-4DFC-B200-FEF4E7A8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261259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587">
            <a:extLst xmlns:a="http://schemas.openxmlformats.org/drawingml/2006/main">
              <a:ext uri="{FF2B5EF4-FFF2-40B4-BE49-F238E27FC236}">
                <a16:creationId xmlns:a16="http://schemas.microsoft.com/office/drawing/2014/main" id="{E8C11AA9-91EF-4627-AA9C-E1B3E538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D34414-D97A-4A4E-93E3-7730B161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5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9">
            <a:extLst xmlns:a="http://schemas.openxmlformats.org/drawingml/2006/main">
              <a:ext uri="{FF2B5EF4-FFF2-40B4-BE49-F238E27FC236}">
                <a16:creationId xmlns:a16="http://schemas.microsoft.com/office/drawing/2014/main" id="{04565E90-CF18-43B4-91AD-1CAE3A65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237D0B-B714-4E47-91E7-748C2517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text-590">
            <a:extLst xmlns:a="http://schemas.openxmlformats.org/drawingml/2006/main">
              <a:ext uri="{FF2B5EF4-FFF2-40B4-BE49-F238E27FC236}">
                <a16:creationId xmlns:a16="http://schemas.microsoft.com/office/drawing/2014/main" id="{E63D44BE-BFAE-4F6E-A3D6-481A62E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591">
            <a:extLst xmlns:a="http://schemas.openxmlformats.org/drawingml/2006/main">
              <a:ext uri="{FF2B5EF4-FFF2-40B4-BE49-F238E27FC236}">
                <a16:creationId xmlns:a16="http://schemas.microsoft.com/office/drawing/2014/main" id="{8B7D3A95-64FB-4F5F-98AE-262AE3AD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592">
            <a:extLst xmlns:a="http://schemas.openxmlformats.org/drawingml/2006/main">
              <a:ext uri="{FF2B5EF4-FFF2-40B4-BE49-F238E27FC236}">
                <a16:creationId xmlns:a16="http://schemas.microsoft.com/office/drawing/2014/main" id="{432B38C1-5AD1-477E-9E6E-39A2D6A5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593">
            <a:extLst xmlns:a="http://schemas.openxmlformats.org/drawingml/2006/main">
              <a:ext uri="{FF2B5EF4-FFF2-40B4-BE49-F238E27FC236}">
                <a16:creationId xmlns:a16="http://schemas.microsoft.com/office/drawing/2014/main" id="{BF15A0CE-2821-47CA-9CE4-4712255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594">
            <a:extLst xmlns:a="http://schemas.openxmlformats.org/drawingml/2006/main">
              <a:ext uri="{FF2B5EF4-FFF2-40B4-BE49-F238E27FC236}">
                <a16:creationId xmlns:a16="http://schemas.microsoft.com/office/drawing/2014/main" id="{C2DF5345-3D30-4245-BEAD-C9DFCD16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595">
            <a:extLst xmlns:a="http://schemas.openxmlformats.org/drawingml/2006/main">
              <a:ext uri="{FF2B5EF4-FFF2-40B4-BE49-F238E27FC236}">
                <a16:creationId xmlns:a16="http://schemas.microsoft.com/office/drawing/2014/main" id="{12FAFFC7-0146-461D-86F8-0032A37B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596">
            <a:extLst xmlns:a="http://schemas.openxmlformats.org/drawingml/2006/main">
              <a:ext uri="{FF2B5EF4-FFF2-40B4-BE49-F238E27FC236}">
                <a16:creationId xmlns:a16="http://schemas.microsoft.com/office/drawing/2014/main" id="{E3C6E032-3B93-410D-9BA8-4E535B8E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920">
            <a:extLst xmlns:a="http://schemas.openxmlformats.org/drawingml/2006/main">
              <a:ext uri="{FF2B5EF4-FFF2-40B4-BE49-F238E27FC236}">
                <a16:creationId xmlns:a16="http://schemas.microsoft.com/office/drawing/2014/main" id="{D9111E79-0BDC-4161-A6F0-F35B4B10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57bc607ac6a4974"/>
              </a:rPr>
              <a:t>建立／查看 Gem ↗</a:t>
            </a:r>
          </a:p>
        </p:txBody>
      </p:sp>
      <p:sp>
        <p:nvSpPr>
          <p:cNvPr id="14" name="shape-975">
            <a:extLst xmlns:a="http://schemas.openxmlformats.org/drawingml/2006/main">
              <a:ext uri="{FF2B5EF4-FFF2-40B4-BE49-F238E27FC236}">
                <a16:creationId xmlns:a16="http://schemas.microsoft.com/office/drawing/2014/main" id="{BCBB4F4C-DD8C-4AC8-8378-82E00398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d1b3aa951e4b3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976">
            <a:extLst xmlns:a="http://schemas.openxmlformats.org/drawingml/2006/main">
              <a:ext uri="{FF2B5EF4-FFF2-40B4-BE49-F238E27FC236}">
                <a16:creationId xmlns:a16="http://schemas.microsoft.com/office/drawing/2014/main" id="{F98FBDD5-302C-47B3-A482-50D42DA4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91030518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597">
            <a:extLst xmlns:a="http://schemas.openxmlformats.org/drawingml/2006/main">
              <a:ext uri="{FF2B5EF4-FFF2-40B4-BE49-F238E27FC236}">
                <a16:creationId xmlns:a16="http://schemas.microsoft.com/office/drawing/2014/main" id="{9B7B565E-A5CB-428F-A54B-37D4BADD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61C9C6-8009-40B8-8059-C116DE0F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5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9">
            <a:extLst xmlns:a="http://schemas.openxmlformats.org/drawingml/2006/main">
              <a:ext uri="{FF2B5EF4-FFF2-40B4-BE49-F238E27FC236}">
                <a16:creationId xmlns:a16="http://schemas.microsoft.com/office/drawing/2014/main" id="{98D86A80-1C1F-4249-BC9B-962259FD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5094CDA-5906-4241-AA23-3F535DA5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600">
            <a:extLst xmlns:a="http://schemas.openxmlformats.org/drawingml/2006/main">
              <a:ext uri="{FF2B5EF4-FFF2-40B4-BE49-F238E27FC236}">
                <a16:creationId xmlns:a16="http://schemas.microsoft.com/office/drawing/2014/main" id="{8F769E45-118C-44B8-AAE0-AB48FCD4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01">
            <a:extLst xmlns:a="http://schemas.openxmlformats.org/drawingml/2006/main">
              <a:ext uri="{FF2B5EF4-FFF2-40B4-BE49-F238E27FC236}">
                <a16:creationId xmlns:a16="http://schemas.microsoft.com/office/drawing/2014/main" id="{3406EF6B-5BCE-40B4-AB1A-F790F055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02">
            <a:extLst xmlns:a="http://schemas.openxmlformats.org/drawingml/2006/main">
              <a:ext uri="{FF2B5EF4-FFF2-40B4-BE49-F238E27FC236}">
                <a16:creationId xmlns:a16="http://schemas.microsoft.com/office/drawing/2014/main" id="{1F39D6F3-D63B-4A37-BB60-5570961A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3">
            <a:extLst xmlns:a="http://schemas.openxmlformats.org/drawingml/2006/main">
              <a:ext uri="{FF2B5EF4-FFF2-40B4-BE49-F238E27FC236}">
                <a16:creationId xmlns:a16="http://schemas.microsoft.com/office/drawing/2014/main" id="{9997F0BD-55A9-4B0D-AF12-787167B1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604">
            <a:extLst xmlns:a="http://schemas.openxmlformats.org/drawingml/2006/main">
              <a:ext uri="{FF2B5EF4-FFF2-40B4-BE49-F238E27FC236}">
                <a16:creationId xmlns:a16="http://schemas.microsoft.com/office/drawing/2014/main" id="{D8D2647C-E629-4273-B1F5-1AC7E9A8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05">
            <a:extLst xmlns:a="http://schemas.openxmlformats.org/drawingml/2006/main">
              <a:ext uri="{FF2B5EF4-FFF2-40B4-BE49-F238E27FC236}">
                <a16:creationId xmlns:a16="http://schemas.microsoft.com/office/drawing/2014/main" id="{DFCCBDD8-1BE4-448C-BA40-E7C1C959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606">
            <a:extLst xmlns:a="http://schemas.openxmlformats.org/drawingml/2006/main">
              <a:ext uri="{FF2B5EF4-FFF2-40B4-BE49-F238E27FC236}">
                <a16:creationId xmlns:a16="http://schemas.microsoft.com/office/drawing/2014/main" id="{CFF64073-7328-4500-A7CF-B26D66DB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07">
            <a:extLst xmlns:a="http://schemas.openxmlformats.org/drawingml/2006/main">
              <a:ext uri="{FF2B5EF4-FFF2-40B4-BE49-F238E27FC236}">
                <a16:creationId xmlns:a16="http://schemas.microsoft.com/office/drawing/2014/main" id="{3B394F00-A2B2-414F-982B-E8038183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608">
            <a:extLst xmlns:a="http://schemas.openxmlformats.org/drawingml/2006/main">
              <a:ext uri="{FF2B5EF4-FFF2-40B4-BE49-F238E27FC236}">
                <a16:creationId xmlns:a16="http://schemas.microsoft.com/office/drawing/2014/main" id="{DF2CA8BE-405C-4B88-81F9-B100889E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09">
            <a:extLst xmlns:a="http://schemas.openxmlformats.org/drawingml/2006/main">
              <a:ext uri="{FF2B5EF4-FFF2-40B4-BE49-F238E27FC236}">
                <a16:creationId xmlns:a16="http://schemas.microsoft.com/office/drawing/2014/main" id="{488105F0-56BF-4FF0-8E4A-6627D80C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610">
            <a:extLst xmlns:a="http://schemas.openxmlformats.org/drawingml/2006/main">
              <a:ext uri="{FF2B5EF4-FFF2-40B4-BE49-F238E27FC236}">
                <a16:creationId xmlns:a16="http://schemas.microsoft.com/office/drawing/2014/main" id="{3B9F36FB-0FEB-4A25-8495-C52DB707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11">
            <a:extLst xmlns:a="http://schemas.openxmlformats.org/drawingml/2006/main">
              <a:ext uri="{FF2B5EF4-FFF2-40B4-BE49-F238E27FC236}">
                <a16:creationId xmlns:a16="http://schemas.microsoft.com/office/drawing/2014/main" id="{8067A04A-F90F-47AB-81D1-F7B2E952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12">
            <a:extLst xmlns:a="http://schemas.openxmlformats.org/drawingml/2006/main">
              <a:ext uri="{FF2B5EF4-FFF2-40B4-BE49-F238E27FC236}">
                <a16:creationId xmlns:a16="http://schemas.microsoft.com/office/drawing/2014/main" id="{F149227D-90AC-4054-9657-776AB21A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921">
            <a:extLst xmlns:a="http://schemas.openxmlformats.org/drawingml/2006/main">
              <a:ext uri="{FF2B5EF4-FFF2-40B4-BE49-F238E27FC236}">
                <a16:creationId xmlns:a16="http://schemas.microsoft.com/office/drawing/2014/main" id="{88F5B0F4-C5DB-4019-8460-92323BD5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2c9ec3863f14feb"/>
              </a:rPr>
              <a:t>建立／查看 Gem ↗</a:t>
            </a:r>
          </a:p>
        </p:txBody>
      </p:sp>
      <p:sp>
        <p:nvSpPr>
          <p:cNvPr id="20" name="shape-977">
            <a:extLst xmlns:a="http://schemas.openxmlformats.org/drawingml/2006/main">
              <a:ext uri="{FF2B5EF4-FFF2-40B4-BE49-F238E27FC236}">
                <a16:creationId xmlns:a16="http://schemas.microsoft.com/office/drawing/2014/main" id="{26715DFF-3D17-41E4-A1DC-9DF3F47C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b777bccd2440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978">
            <a:extLst xmlns:a="http://schemas.openxmlformats.org/drawingml/2006/main">
              <a:ext uri="{FF2B5EF4-FFF2-40B4-BE49-F238E27FC236}">
                <a16:creationId xmlns:a16="http://schemas.microsoft.com/office/drawing/2014/main" id="{5509EE1F-3886-44C8-86C0-28814954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7000569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13">
            <a:extLst xmlns:a="http://schemas.openxmlformats.org/drawingml/2006/main">
              <a:ext uri="{FF2B5EF4-FFF2-40B4-BE49-F238E27FC236}">
                <a16:creationId xmlns:a16="http://schemas.microsoft.com/office/drawing/2014/main" id="{A40A9261-8BAB-4C33-8DF3-DC99E521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FEB713-8493-428E-B5C7-CB443A40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6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5">
            <a:extLst xmlns:a="http://schemas.openxmlformats.org/drawingml/2006/main">
              <a:ext uri="{FF2B5EF4-FFF2-40B4-BE49-F238E27FC236}">
                <a16:creationId xmlns:a16="http://schemas.microsoft.com/office/drawing/2014/main" id="{C1C7C8FA-B1A3-4674-85E5-B66B8683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D7E8C3-B2E7-4A3A-9F54-334467AF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6">
            <a:extLst xmlns:a="http://schemas.openxmlformats.org/drawingml/2006/main">
              <a:ext uri="{FF2B5EF4-FFF2-40B4-BE49-F238E27FC236}">
                <a16:creationId xmlns:a16="http://schemas.microsoft.com/office/drawing/2014/main" id="{0793634D-B184-4C05-AD62-38855A9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7">
            <a:extLst xmlns:a="http://schemas.openxmlformats.org/drawingml/2006/main">
              <a:ext uri="{FF2B5EF4-FFF2-40B4-BE49-F238E27FC236}">
                <a16:creationId xmlns:a16="http://schemas.microsoft.com/office/drawing/2014/main" id="{5BEFBA74-F858-45F4-8272-C48D660A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18">
            <a:extLst xmlns:a="http://schemas.openxmlformats.org/drawingml/2006/main">
              <a:ext uri="{FF2B5EF4-FFF2-40B4-BE49-F238E27FC236}">
                <a16:creationId xmlns:a16="http://schemas.microsoft.com/office/drawing/2014/main" id="{BF3D0ECF-B2A0-4F40-B5E0-602EF7FF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619">
            <a:extLst xmlns:a="http://schemas.openxmlformats.org/drawingml/2006/main">
              <a:ext uri="{FF2B5EF4-FFF2-40B4-BE49-F238E27FC236}">
                <a16:creationId xmlns:a16="http://schemas.microsoft.com/office/drawing/2014/main" id="{004DD2DC-0EAA-4BBB-B88C-C84A5C25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620">
            <a:extLst xmlns:a="http://schemas.openxmlformats.org/drawingml/2006/main">
              <a:ext uri="{FF2B5EF4-FFF2-40B4-BE49-F238E27FC236}">
                <a16:creationId xmlns:a16="http://schemas.microsoft.com/office/drawing/2014/main" id="{4903B14E-44A8-4E47-B850-7E111FEF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1">
            <a:extLst xmlns:a="http://schemas.openxmlformats.org/drawingml/2006/main">
              <a:ext uri="{FF2B5EF4-FFF2-40B4-BE49-F238E27FC236}">
                <a16:creationId xmlns:a16="http://schemas.microsoft.com/office/drawing/2014/main" id="{1C50FFDA-778C-4CDF-B36B-EF91C648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22">
            <a:extLst xmlns:a="http://schemas.openxmlformats.org/drawingml/2006/main">
              <a:ext uri="{FF2B5EF4-FFF2-40B4-BE49-F238E27FC236}">
                <a16:creationId xmlns:a16="http://schemas.microsoft.com/office/drawing/2014/main" id="{ECECD421-011A-4471-9E02-DE1872CA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623">
            <a:extLst xmlns:a="http://schemas.openxmlformats.org/drawingml/2006/main">
              <a:ext uri="{FF2B5EF4-FFF2-40B4-BE49-F238E27FC236}">
                <a16:creationId xmlns:a16="http://schemas.microsoft.com/office/drawing/2014/main" id="{052FD5AE-BB08-4C70-998C-BD58A555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624">
            <a:extLst xmlns:a="http://schemas.openxmlformats.org/drawingml/2006/main">
              <a:ext uri="{FF2B5EF4-FFF2-40B4-BE49-F238E27FC236}">
                <a16:creationId xmlns:a16="http://schemas.microsoft.com/office/drawing/2014/main" id="{B5240834-F86F-49B7-97E9-A46E1802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5">
            <a:extLst xmlns:a="http://schemas.openxmlformats.org/drawingml/2006/main">
              <a:ext uri="{FF2B5EF4-FFF2-40B4-BE49-F238E27FC236}">
                <a16:creationId xmlns:a16="http://schemas.microsoft.com/office/drawing/2014/main" id="{AA9A21FB-6486-4A78-B457-FC6B98E5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26">
            <a:extLst xmlns:a="http://schemas.openxmlformats.org/drawingml/2006/main">
              <a:ext uri="{FF2B5EF4-FFF2-40B4-BE49-F238E27FC236}">
                <a16:creationId xmlns:a16="http://schemas.microsoft.com/office/drawing/2014/main" id="{55A2376F-CA4E-4200-950A-5D2C0BCD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627">
            <a:extLst xmlns:a="http://schemas.openxmlformats.org/drawingml/2006/main">
              <a:ext uri="{FF2B5EF4-FFF2-40B4-BE49-F238E27FC236}">
                <a16:creationId xmlns:a16="http://schemas.microsoft.com/office/drawing/2014/main" id="{4F04658E-3304-4945-B0FA-32627ED9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628">
            <a:extLst xmlns:a="http://schemas.openxmlformats.org/drawingml/2006/main">
              <a:ext uri="{FF2B5EF4-FFF2-40B4-BE49-F238E27FC236}">
                <a16:creationId xmlns:a16="http://schemas.microsoft.com/office/drawing/2014/main" id="{CBFCCE5B-8647-4456-9F2D-E72461B1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29">
            <a:extLst xmlns:a="http://schemas.openxmlformats.org/drawingml/2006/main">
              <a:ext uri="{FF2B5EF4-FFF2-40B4-BE49-F238E27FC236}">
                <a16:creationId xmlns:a16="http://schemas.microsoft.com/office/drawing/2014/main" id="{079D3307-3B92-4234-8CA9-70C5F1A5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30">
            <a:extLst xmlns:a="http://schemas.openxmlformats.org/drawingml/2006/main">
              <a:ext uri="{FF2B5EF4-FFF2-40B4-BE49-F238E27FC236}">
                <a16:creationId xmlns:a16="http://schemas.microsoft.com/office/drawing/2014/main" id="{83880A07-6337-462F-8D8B-296D828A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631">
            <a:extLst xmlns:a="http://schemas.openxmlformats.org/drawingml/2006/main">
              <a:ext uri="{FF2B5EF4-FFF2-40B4-BE49-F238E27FC236}">
                <a16:creationId xmlns:a16="http://schemas.microsoft.com/office/drawing/2014/main" id="{221376FD-10D9-49A4-BE84-7618329C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922">
            <a:extLst xmlns:a="http://schemas.openxmlformats.org/drawingml/2006/main">
              <a:ext uri="{FF2B5EF4-FFF2-40B4-BE49-F238E27FC236}">
                <a16:creationId xmlns:a16="http://schemas.microsoft.com/office/drawing/2014/main" id="{D534B64C-C3D6-4F4D-B018-B5616430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576278c0ec941b8"/>
              </a:rPr>
              <a:t>建立／查看 Gem ↗</a:t>
            </a:r>
          </a:p>
        </p:txBody>
      </p:sp>
      <p:sp>
        <p:nvSpPr>
          <p:cNvPr id="23" name="shape-979">
            <a:extLst xmlns:a="http://schemas.openxmlformats.org/drawingml/2006/main">
              <a:ext uri="{FF2B5EF4-FFF2-40B4-BE49-F238E27FC236}">
                <a16:creationId xmlns:a16="http://schemas.microsoft.com/office/drawing/2014/main" id="{D2C857A0-B1B7-4888-8E5D-C3C8B386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44f46fb9d0462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80">
            <a:extLst xmlns:a="http://schemas.openxmlformats.org/drawingml/2006/main">
              <a:ext uri="{FF2B5EF4-FFF2-40B4-BE49-F238E27FC236}">
                <a16:creationId xmlns:a16="http://schemas.microsoft.com/office/drawing/2014/main" id="{8D2BC863-B41F-45D9-A552-7BE4BF76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08329298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32">
            <a:extLst xmlns:a="http://schemas.openxmlformats.org/drawingml/2006/main">
              <a:ext uri="{FF2B5EF4-FFF2-40B4-BE49-F238E27FC236}">
                <a16:creationId xmlns:a16="http://schemas.microsoft.com/office/drawing/2014/main" id="{908FAEF7-394E-4568-BDAC-5A95FD25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633">
            <a:extLst xmlns:a="http://schemas.openxmlformats.org/drawingml/2006/main">
              <a:ext uri="{FF2B5EF4-FFF2-40B4-BE49-F238E27FC236}">
                <a16:creationId xmlns:a16="http://schemas.microsoft.com/office/drawing/2014/main" id="{D4B9D5AD-9650-40CF-973D-465D3C77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634">
            <a:extLst xmlns:a="http://schemas.openxmlformats.org/drawingml/2006/main">
              <a:ext uri="{FF2B5EF4-FFF2-40B4-BE49-F238E27FC236}">
                <a16:creationId xmlns:a16="http://schemas.microsoft.com/office/drawing/2014/main" id="{62B367B3-047F-494E-AF95-E85453AD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635">
            <a:extLst xmlns:a="http://schemas.openxmlformats.org/drawingml/2006/main">
              <a:ext uri="{FF2B5EF4-FFF2-40B4-BE49-F238E27FC236}">
                <a16:creationId xmlns:a16="http://schemas.microsoft.com/office/drawing/2014/main" id="{CA1F0725-AA26-4200-9E03-928099F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36">
            <a:extLst xmlns:a="http://schemas.openxmlformats.org/drawingml/2006/main">
              <a:ext uri="{FF2B5EF4-FFF2-40B4-BE49-F238E27FC236}">
                <a16:creationId xmlns:a16="http://schemas.microsoft.com/office/drawing/2014/main" id="{1390FDBB-EE71-47CD-86B8-FB6CA55F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38">
            <a:extLst xmlns:a="http://schemas.openxmlformats.org/drawingml/2006/main">
              <a:ext uri="{FF2B5EF4-FFF2-40B4-BE49-F238E27FC236}">
                <a16:creationId xmlns:a16="http://schemas.microsoft.com/office/drawing/2014/main" id="{66073410-E207-4C67-9206-6244E81D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994EA9-BE3B-463D-9666-F7811125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9" name="text-923">
            <a:extLst xmlns:a="http://schemas.openxmlformats.org/drawingml/2006/main">
              <a:ext uri="{FF2B5EF4-FFF2-40B4-BE49-F238E27FC236}">
                <a16:creationId xmlns:a16="http://schemas.microsoft.com/office/drawing/2014/main" id="{F40E323D-27F2-451D-A53F-8106C218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519a5794f044080"/>
              </a:rPr>
              <a:t>開啟 Gemini Canvas ↗</a:t>
            </a:r>
          </a:p>
        </p:txBody>
      </p:sp>
      <p:sp>
        <p:nvSpPr>
          <p:cNvPr id="10" name="shape-981">
            <a:extLst xmlns:a="http://schemas.openxmlformats.org/drawingml/2006/main">
              <a:ext uri="{FF2B5EF4-FFF2-40B4-BE49-F238E27FC236}">
                <a16:creationId xmlns:a16="http://schemas.microsoft.com/office/drawing/2014/main" id="{FCA3FF0D-3A86-49F6-AEBA-81BA3E54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3bcd9f752d48e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82">
            <a:extLst xmlns:a="http://schemas.openxmlformats.org/drawingml/2006/main">
              <a:ext uri="{FF2B5EF4-FFF2-40B4-BE49-F238E27FC236}">
                <a16:creationId xmlns:a16="http://schemas.microsoft.com/office/drawing/2014/main" id="{39542F73-2D1A-4390-9708-8175413D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39621746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39">
            <a:extLst xmlns:a="http://schemas.openxmlformats.org/drawingml/2006/main">
              <a:ext uri="{FF2B5EF4-FFF2-40B4-BE49-F238E27FC236}">
                <a16:creationId xmlns:a16="http://schemas.microsoft.com/office/drawing/2014/main" id="{653D65C9-AA5E-4AE8-9EF8-CAFB37D4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4F4238-DC55-4DE0-A1D5-5108DCA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6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41">
            <a:extLst xmlns:a="http://schemas.openxmlformats.org/drawingml/2006/main">
              <a:ext uri="{FF2B5EF4-FFF2-40B4-BE49-F238E27FC236}">
                <a16:creationId xmlns:a16="http://schemas.microsoft.com/office/drawing/2014/main" id="{6252C0AB-B64B-491C-8D45-1EE2BA24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F8F027-C19C-4E16-B3DA-3C028ABF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642">
            <a:extLst xmlns:a="http://schemas.openxmlformats.org/drawingml/2006/main">
              <a:ext uri="{FF2B5EF4-FFF2-40B4-BE49-F238E27FC236}">
                <a16:creationId xmlns:a16="http://schemas.microsoft.com/office/drawing/2014/main" id="{2862159D-3127-411C-A401-062364CF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43">
            <a:extLst xmlns:a="http://schemas.openxmlformats.org/drawingml/2006/main">
              <a:ext uri="{FF2B5EF4-FFF2-40B4-BE49-F238E27FC236}">
                <a16:creationId xmlns:a16="http://schemas.microsoft.com/office/drawing/2014/main" id="{8396E53E-0E53-4E9F-B0EB-4825BC7D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44">
            <a:extLst xmlns:a="http://schemas.openxmlformats.org/drawingml/2006/main">
              <a:ext uri="{FF2B5EF4-FFF2-40B4-BE49-F238E27FC236}">
                <a16:creationId xmlns:a16="http://schemas.microsoft.com/office/drawing/2014/main" id="{6DA02F23-567F-4C82-9EE2-6EAFAC67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645">
            <a:extLst xmlns:a="http://schemas.openxmlformats.org/drawingml/2006/main">
              <a:ext uri="{FF2B5EF4-FFF2-40B4-BE49-F238E27FC236}">
                <a16:creationId xmlns:a16="http://schemas.microsoft.com/office/drawing/2014/main" id="{DC921B35-A688-4C41-A607-1D4D2AD4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646">
            <a:extLst xmlns:a="http://schemas.openxmlformats.org/drawingml/2006/main">
              <a:ext uri="{FF2B5EF4-FFF2-40B4-BE49-F238E27FC236}">
                <a16:creationId xmlns:a16="http://schemas.microsoft.com/office/drawing/2014/main" id="{838452E2-B0BA-4696-BC59-0B649810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47">
            <a:extLst xmlns:a="http://schemas.openxmlformats.org/drawingml/2006/main">
              <a:ext uri="{FF2B5EF4-FFF2-40B4-BE49-F238E27FC236}">
                <a16:creationId xmlns:a16="http://schemas.microsoft.com/office/drawing/2014/main" id="{E200AFF6-66EA-4C02-9CAE-6D3AB99A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48">
            <a:extLst xmlns:a="http://schemas.openxmlformats.org/drawingml/2006/main">
              <a:ext uri="{FF2B5EF4-FFF2-40B4-BE49-F238E27FC236}">
                <a16:creationId xmlns:a16="http://schemas.microsoft.com/office/drawing/2014/main" id="{528D70A7-B000-4EE4-ABEC-2428453A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649">
            <a:extLst xmlns:a="http://schemas.openxmlformats.org/drawingml/2006/main">
              <a:ext uri="{FF2B5EF4-FFF2-40B4-BE49-F238E27FC236}">
                <a16:creationId xmlns:a16="http://schemas.microsoft.com/office/drawing/2014/main" id="{63EE8FD9-BE99-4659-BE96-371BE534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650">
            <a:extLst xmlns:a="http://schemas.openxmlformats.org/drawingml/2006/main">
              <a:ext uri="{FF2B5EF4-FFF2-40B4-BE49-F238E27FC236}">
                <a16:creationId xmlns:a16="http://schemas.microsoft.com/office/drawing/2014/main" id="{C23D2E6B-4129-4E8A-8470-14CB9FE0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51">
            <a:extLst xmlns:a="http://schemas.openxmlformats.org/drawingml/2006/main">
              <a:ext uri="{FF2B5EF4-FFF2-40B4-BE49-F238E27FC236}">
                <a16:creationId xmlns:a16="http://schemas.microsoft.com/office/drawing/2014/main" id="{48AD43E6-454A-4B46-A30A-8F981FB6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52">
            <a:extLst xmlns:a="http://schemas.openxmlformats.org/drawingml/2006/main">
              <a:ext uri="{FF2B5EF4-FFF2-40B4-BE49-F238E27FC236}">
                <a16:creationId xmlns:a16="http://schemas.microsoft.com/office/drawing/2014/main" id="{37ADD626-D3E0-44B7-BA8E-0843C67A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653">
            <a:extLst xmlns:a="http://schemas.openxmlformats.org/drawingml/2006/main">
              <a:ext uri="{FF2B5EF4-FFF2-40B4-BE49-F238E27FC236}">
                <a16:creationId xmlns:a16="http://schemas.microsoft.com/office/drawing/2014/main" id="{475A8CB8-D8B3-4423-BF69-668F3A4D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654">
            <a:extLst xmlns:a="http://schemas.openxmlformats.org/drawingml/2006/main">
              <a:ext uri="{FF2B5EF4-FFF2-40B4-BE49-F238E27FC236}">
                <a16:creationId xmlns:a16="http://schemas.microsoft.com/office/drawing/2014/main" id="{22DFD0FB-A6F8-4848-BE7D-AD127A7B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55">
            <a:extLst xmlns:a="http://schemas.openxmlformats.org/drawingml/2006/main">
              <a:ext uri="{FF2B5EF4-FFF2-40B4-BE49-F238E27FC236}">
                <a16:creationId xmlns:a16="http://schemas.microsoft.com/office/drawing/2014/main" id="{BFB8C277-4A3D-4CB1-8B98-E83312EE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656">
            <a:extLst xmlns:a="http://schemas.openxmlformats.org/drawingml/2006/main">
              <a:ext uri="{FF2B5EF4-FFF2-40B4-BE49-F238E27FC236}">
                <a16:creationId xmlns:a16="http://schemas.microsoft.com/office/drawing/2014/main" id="{3DD95FE0-2098-4409-8D4F-5867040C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657">
            <a:extLst xmlns:a="http://schemas.openxmlformats.org/drawingml/2006/main">
              <a:ext uri="{FF2B5EF4-FFF2-40B4-BE49-F238E27FC236}">
                <a16:creationId xmlns:a16="http://schemas.microsoft.com/office/drawing/2014/main" id="{5DA4F210-952E-4C3B-99A4-A4679E83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924">
            <a:extLst xmlns:a="http://schemas.openxmlformats.org/drawingml/2006/main">
              <a:ext uri="{FF2B5EF4-FFF2-40B4-BE49-F238E27FC236}">
                <a16:creationId xmlns:a16="http://schemas.microsoft.com/office/drawing/2014/main" id="{B8990910-BF8D-4442-9B18-4197732D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cf007a5264d4222"/>
              </a:rPr>
              <a:t>開啟 Gemini Canvas ↗</a:t>
            </a:r>
          </a:p>
        </p:txBody>
      </p:sp>
      <p:sp>
        <p:nvSpPr>
          <p:cNvPr id="23" name="shape-983">
            <a:extLst xmlns:a="http://schemas.openxmlformats.org/drawingml/2006/main">
              <a:ext uri="{FF2B5EF4-FFF2-40B4-BE49-F238E27FC236}">
                <a16:creationId xmlns:a16="http://schemas.microsoft.com/office/drawing/2014/main" id="{6A7DE3EA-99F2-46FB-A5E4-85DFD031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dd259649b4bc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84">
            <a:extLst xmlns:a="http://schemas.openxmlformats.org/drawingml/2006/main">
              <a:ext uri="{FF2B5EF4-FFF2-40B4-BE49-F238E27FC236}">
                <a16:creationId xmlns:a16="http://schemas.microsoft.com/office/drawing/2014/main" id="{7D7F5D6E-0034-4501-87C2-809A6E7F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16978581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658">
            <a:extLst xmlns:a="http://schemas.openxmlformats.org/drawingml/2006/main">
              <a:ext uri="{FF2B5EF4-FFF2-40B4-BE49-F238E27FC236}">
                <a16:creationId xmlns:a16="http://schemas.microsoft.com/office/drawing/2014/main" id="{197AD2C2-9E87-4906-A681-C7815973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FF2328-58A7-4C7C-9991-4D5015C5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6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60">
            <a:extLst xmlns:a="http://schemas.openxmlformats.org/drawingml/2006/main">
              <a:ext uri="{FF2B5EF4-FFF2-40B4-BE49-F238E27FC236}">
                <a16:creationId xmlns:a16="http://schemas.microsoft.com/office/drawing/2014/main" id="{8FB27214-4382-4E7E-948F-BAD46F67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0F627D-5A3E-4C47-AF0E-193AAADB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661">
            <a:extLst xmlns:a="http://schemas.openxmlformats.org/drawingml/2006/main">
              <a:ext uri="{FF2B5EF4-FFF2-40B4-BE49-F238E27FC236}">
                <a16:creationId xmlns:a16="http://schemas.microsoft.com/office/drawing/2014/main" id="{2716FC18-D6BA-49D5-82DB-9F57F051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62">
            <a:extLst xmlns:a="http://schemas.openxmlformats.org/drawingml/2006/main">
              <a:ext uri="{FF2B5EF4-FFF2-40B4-BE49-F238E27FC236}">
                <a16:creationId xmlns:a16="http://schemas.microsoft.com/office/drawing/2014/main" id="{33C8403F-3B68-4376-A15E-22E94137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3">
            <a:extLst xmlns:a="http://schemas.openxmlformats.org/drawingml/2006/main">
              <a:ext uri="{FF2B5EF4-FFF2-40B4-BE49-F238E27FC236}">
                <a16:creationId xmlns:a16="http://schemas.microsoft.com/office/drawing/2014/main" id="{F9992E9D-1DFC-4EF6-9242-96F78D10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64">
            <a:extLst xmlns:a="http://schemas.openxmlformats.org/drawingml/2006/main">
              <a:ext uri="{FF2B5EF4-FFF2-40B4-BE49-F238E27FC236}">
                <a16:creationId xmlns:a16="http://schemas.microsoft.com/office/drawing/2014/main" id="{D58FF1F8-BEF4-49DA-9C95-12B0B7E7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665">
            <a:extLst xmlns:a="http://schemas.openxmlformats.org/drawingml/2006/main">
              <a:ext uri="{FF2B5EF4-FFF2-40B4-BE49-F238E27FC236}">
                <a16:creationId xmlns:a16="http://schemas.microsoft.com/office/drawing/2014/main" id="{36808E32-D818-4CD2-85E2-A7318F5F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666">
            <a:extLst xmlns:a="http://schemas.openxmlformats.org/drawingml/2006/main">
              <a:ext uri="{FF2B5EF4-FFF2-40B4-BE49-F238E27FC236}">
                <a16:creationId xmlns:a16="http://schemas.microsoft.com/office/drawing/2014/main" id="{726FDBE5-DAE3-4D3C-B0E0-AD34E7D2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67">
            <a:extLst xmlns:a="http://schemas.openxmlformats.org/drawingml/2006/main">
              <a:ext uri="{FF2B5EF4-FFF2-40B4-BE49-F238E27FC236}">
                <a16:creationId xmlns:a16="http://schemas.microsoft.com/office/drawing/2014/main" id="{7F310E24-F597-4B98-80C0-67F5D20F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668">
            <a:extLst xmlns:a="http://schemas.openxmlformats.org/drawingml/2006/main">
              <a:ext uri="{FF2B5EF4-FFF2-40B4-BE49-F238E27FC236}">
                <a16:creationId xmlns:a16="http://schemas.microsoft.com/office/drawing/2014/main" id="{59885738-6E39-4F3F-8AD5-B2CD49BB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69">
            <a:extLst xmlns:a="http://schemas.openxmlformats.org/drawingml/2006/main">
              <a:ext uri="{FF2B5EF4-FFF2-40B4-BE49-F238E27FC236}">
                <a16:creationId xmlns:a16="http://schemas.microsoft.com/office/drawing/2014/main" id="{E247FEE2-3ABE-45E6-9BE5-B3B5CDD9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70">
            <a:extLst xmlns:a="http://schemas.openxmlformats.org/drawingml/2006/main">
              <a:ext uri="{FF2B5EF4-FFF2-40B4-BE49-F238E27FC236}">
                <a16:creationId xmlns:a16="http://schemas.microsoft.com/office/drawing/2014/main" id="{DADBAEC3-7946-47ED-9766-E6DA862A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671">
            <a:extLst xmlns:a="http://schemas.openxmlformats.org/drawingml/2006/main">
              <a:ext uri="{FF2B5EF4-FFF2-40B4-BE49-F238E27FC236}">
                <a16:creationId xmlns:a16="http://schemas.microsoft.com/office/drawing/2014/main" id="{1AA58D5A-28AD-4E5E-B4A1-AC6F9F14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672">
            <a:extLst xmlns:a="http://schemas.openxmlformats.org/drawingml/2006/main">
              <a:ext uri="{FF2B5EF4-FFF2-40B4-BE49-F238E27FC236}">
                <a16:creationId xmlns:a16="http://schemas.microsoft.com/office/drawing/2014/main" id="{83F0119C-12BB-4E52-B9F6-A408B14C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73">
            <a:extLst xmlns:a="http://schemas.openxmlformats.org/drawingml/2006/main">
              <a:ext uri="{FF2B5EF4-FFF2-40B4-BE49-F238E27FC236}">
                <a16:creationId xmlns:a16="http://schemas.microsoft.com/office/drawing/2014/main" id="{4E20FCA4-3841-4137-9626-D4BEB6F6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674">
            <a:extLst xmlns:a="http://schemas.openxmlformats.org/drawingml/2006/main">
              <a:ext uri="{FF2B5EF4-FFF2-40B4-BE49-F238E27FC236}">
                <a16:creationId xmlns:a16="http://schemas.microsoft.com/office/drawing/2014/main" id="{9001E0D7-61B4-43DB-9660-B1ADDC5E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75">
            <a:extLst xmlns:a="http://schemas.openxmlformats.org/drawingml/2006/main">
              <a:ext uri="{FF2B5EF4-FFF2-40B4-BE49-F238E27FC236}">
                <a16:creationId xmlns:a16="http://schemas.microsoft.com/office/drawing/2014/main" id="{0D135A0D-E0AB-4D07-912D-53A7CF08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76">
            <a:extLst xmlns:a="http://schemas.openxmlformats.org/drawingml/2006/main">
              <a:ext uri="{FF2B5EF4-FFF2-40B4-BE49-F238E27FC236}">
                <a16:creationId xmlns:a16="http://schemas.microsoft.com/office/drawing/2014/main" id="{BA2DDAEE-4F53-47D3-9BCC-C8774637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677">
            <a:extLst xmlns:a="http://schemas.openxmlformats.org/drawingml/2006/main">
              <a:ext uri="{FF2B5EF4-FFF2-40B4-BE49-F238E27FC236}">
                <a16:creationId xmlns:a16="http://schemas.microsoft.com/office/drawing/2014/main" id="{05E76B32-8EA0-4F23-B5C4-547712B4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678">
            <a:extLst xmlns:a="http://schemas.openxmlformats.org/drawingml/2006/main">
              <a:ext uri="{FF2B5EF4-FFF2-40B4-BE49-F238E27FC236}">
                <a16:creationId xmlns:a16="http://schemas.microsoft.com/office/drawing/2014/main" id="{95159A48-8DCD-49EA-AF46-245C53AA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79">
            <a:extLst xmlns:a="http://schemas.openxmlformats.org/drawingml/2006/main">
              <a:ext uri="{FF2B5EF4-FFF2-40B4-BE49-F238E27FC236}">
                <a16:creationId xmlns:a16="http://schemas.microsoft.com/office/drawing/2014/main" id="{321AFC29-6070-4A7E-B2C6-93AD492F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680">
            <a:extLst xmlns:a="http://schemas.openxmlformats.org/drawingml/2006/main">
              <a:ext uri="{FF2B5EF4-FFF2-40B4-BE49-F238E27FC236}">
                <a16:creationId xmlns:a16="http://schemas.microsoft.com/office/drawing/2014/main" id="{81C95A57-AC97-4FEA-8FC7-92434697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81">
            <a:extLst xmlns:a="http://schemas.openxmlformats.org/drawingml/2006/main">
              <a:ext uri="{FF2B5EF4-FFF2-40B4-BE49-F238E27FC236}">
                <a16:creationId xmlns:a16="http://schemas.microsoft.com/office/drawing/2014/main" id="{BB6717C8-A191-43E5-8356-DC26B8D1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82">
            <a:extLst xmlns:a="http://schemas.openxmlformats.org/drawingml/2006/main">
              <a:ext uri="{FF2B5EF4-FFF2-40B4-BE49-F238E27FC236}">
                <a16:creationId xmlns:a16="http://schemas.microsoft.com/office/drawing/2014/main" id="{ECAA7539-C711-4598-99BF-4993BF97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683">
            <a:extLst xmlns:a="http://schemas.openxmlformats.org/drawingml/2006/main">
              <a:ext uri="{FF2B5EF4-FFF2-40B4-BE49-F238E27FC236}">
                <a16:creationId xmlns:a16="http://schemas.microsoft.com/office/drawing/2014/main" id="{10A9E450-16A7-4BE5-A684-5F17CAD0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684">
            <a:extLst xmlns:a="http://schemas.openxmlformats.org/drawingml/2006/main">
              <a:ext uri="{FF2B5EF4-FFF2-40B4-BE49-F238E27FC236}">
                <a16:creationId xmlns:a16="http://schemas.microsoft.com/office/drawing/2014/main" id="{1BFA8659-EAFD-4985-A105-6BBE5FC3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25">
            <a:extLst xmlns:a="http://schemas.openxmlformats.org/drawingml/2006/main">
              <a:ext uri="{FF2B5EF4-FFF2-40B4-BE49-F238E27FC236}">
                <a16:creationId xmlns:a16="http://schemas.microsoft.com/office/drawing/2014/main" id="{CAAAC42D-F827-41E9-B245-923302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ed6aa8b4e14059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0f624cf16b4c9b"/>
              </a:rPr>
              <a:t>會議紀錄系統 ↗</a:t>
            </a:r>
          </a:p>
        </p:txBody>
      </p:sp>
      <p:sp>
        <p:nvSpPr>
          <p:cNvPr id="31" name="shape-985">
            <a:extLst xmlns:a="http://schemas.openxmlformats.org/drawingml/2006/main">
              <a:ext uri="{FF2B5EF4-FFF2-40B4-BE49-F238E27FC236}">
                <a16:creationId xmlns:a16="http://schemas.microsoft.com/office/drawing/2014/main" id="{717EEDEC-A05C-4C35-96A0-E0DECE13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db234feb94da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986">
            <a:extLst xmlns:a="http://schemas.openxmlformats.org/drawingml/2006/main">
              <a:ext uri="{FF2B5EF4-FFF2-40B4-BE49-F238E27FC236}">
                <a16:creationId xmlns:a16="http://schemas.microsoft.com/office/drawing/2014/main" id="{DDC04F43-C874-48C2-A023-B0144031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79c34cdff47d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987">
            <a:extLst xmlns:a="http://schemas.openxmlformats.org/drawingml/2006/main">
              <a:ext uri="{FF2B5EF4-FFF2-40B4-BE49-F238E27FC236}">
                <a16:creationId xmlns:a16="http://schemas.microsoft.com/office/drawing/2014/main" id="{4C02C47F-62A1-4656-A915-A393ADBB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15192003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685">
            <a:extLst xmlns:a="http://schemas.openxmlformats.org/drawingml/2006/main">
              <a:ext uri="{FF2B5EF4-FFF2-40B4-BE49-F238E27FC236}">
                <a16:creationId xmlns:a16="http://schemas.microsoft.com/office/drawing/2014/main" id="{FE959B57-71BD-4394-83DC-71A22408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87042F-7AAD-4139-80FE-6C6C8334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6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87">
            <a:extLst xmlns:a="http://schemas.openxmlformats.org/drawingml/2006/main">
              <a:ext uri="{FF2B5EF4-FFF2-40B4-BE49-F238E27FC236}">
                <a16:creationId xmlns:a16="http://schemas.microsoft.com/office/drawing/2014/main" id="{D77432F1-7E85-4248-8725-6F0FF3F0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5D9D26-774C-4B37-95E0-C677A682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text-688">
            <a:extLst xmlns:a="http://schemas.openxmlformats.org/drawingml/2006/main">
              <a:ext uri="{FF2B5EF4-FFF2-40B4-BE49-F238E27FC236}">
                <a16:creationId xmlns:a16="http://schemas.microsoft.com/office/drawing/2014/main" id="{C89AE00B-53A5-4F32-B23A-0D71F44A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89">
            <a:extLst xmlns:a="http://schemas.openxmlformats.org/drawingml/2006/main">
              <a:ext uri="{FF2B5EF4-FFF2-40B4-BE49-F238E27FC236}">
                <a16:creationId xmlns:a16="http://schemas.microsoft.com/office/drawing/2014/main" id="{22829006-50A7-4477-B01A-C61471FF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90">
            <a:extLst xmlns:a="http://schemas.openxmlformats.org/drawingml/2006/main">
              <a:ext uri="{FF2B5EF4-FFF2-40B4-BE49-F238E27FC236}">
                <a16:creationId xmlns:a16="http://schemas.microsoft.com/office/drawing/2014/main" id="{7919D33A-00CB-4546-A808-1468C149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91">
            <a:extLst xmlns:a="http://schemas.openxmlformats.org/drawingml/2006/main">
              <a:ext uri="{FF2B5EF4-FFF2-40B4-BE49-F238E27FC236}">
                <a16:creationId xmlns:a16="http://schemas.microsoft.com/office/drawing/2014/main" id="{F3AC3DDE-0D63-4DEA-8A60-3F2ACEA7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692">
            <a:extLst xmlns:a="http://schemas.openxmlformats.org/drawingml/2006/main">
              <a:ext uri="{FF2B5EF4-FFF2-40B4-BE49-F238E27FC236}">
                <a16:creationId xmlns:a16="http://schemas.microsoft.com/office/drawing/2014/main" id="{6BEE5868-1BBD-4934-B01B-DFCFC79C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93">
            <a:extLst xmlns:a="http://schemas.openxmlformats.org/drawingml/2006/main">
              <a:ext uri="{FF2B5EF4-FFF2-40B4-BE49-F238E27FC236}">
                <a16:creationId xmlns:a16="http://schemas.microsoft.com/office/drawing/2014/main" id="{E9B30C3F-AB38-4F1F-ABCF-4E29E3ED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694">
            <a:extLst xmlns:a="http://schemas.openxmlformats.org/drawingml/2006/main">
              <a:ext uri="{FF2B5EF4-FFF2-40B4-BE49-F238E27FC236}">
                <a16:creationId xmlns:a16="http://schemas.microsoft.com/office/drawing/2014/main" id="{1419D618-436B-4660-B16C-9E9CFAE1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95">
            <a:extLst xmlns:a="http://schemas.openxmlformats.org/drawingml/2006/main">
              <a:ext uri="{FF2B5EF4-FFF2-40B4-BE49-F238E27FC236}">
                <a16:creationId xmlns:a16="http://schemas.microsoft.com/office/drawing/2014/main" id="{D4419051-4552-470F-96AA-F9FFE711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696">
            <a:extLst xmlns:a="http://schemas.openxmlformats.org/drawingml/2006/main">
              <a:ext uri="{FF2B5EF4-FFF2-40B4-BE49-F238E27FC236}">
                <a16:creationId xmlns:a16="http://schemas.microsoft.com/office/drawing/2014/main" id="{FB608329-C28B-47FA-8FF3-6BD9FB44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97">
            <a:extLst xmlns:a="http://schemas.openxmlformats.org/drawingml/2006/main">
              <a:ext uri="{FF2B5EF4-FFF2-40B4-BE49-F238E27FC236}">
                <a16:creationId xmlns:a16="http://schemas.microsoft.com/office/drawing/2014/main" id="{3A765B9A-436B-46CB-AB92-258F4571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698">
            <a:extLst xmlns:a="http://schemas.openxmlformats.org/drawingml/2006/main">
              <a:ext uri="{FF2B5EF4-FFF2-40B4-BE49-F238E27FC236}">
                <a16:creationId xmlns:a16="http://schemas.microsoft.com/office/drawing/2014/main" id="{E7FC8554-0826-41DE-8218-5D9BA4BF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99">
            <a:extLst xmlns:a="http://schemas.openxmlformats.org/drawingml/2006/main">
              <a:ext uri="{FF2B5EF4-FFF2-40B4-BE49-F238E27FC236}">
                <a16:creationId xmlns:a16="http://schemas.microsoft.com/office/drawing/2014/main" id="{6AA14128-612B-4BF4-A0D8-61562019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700">
            <a:extLst xmlns:a="http://schemas.openxmlformats.org/drawingml/2006/main">
              <a:ext uri="{FF2B5EF4-FFF2-40B4-BE49-F238E27FC236}">
                <a16:creationId xmlns:a16="http://schemas.microsoft.com/office/drawing/2014/main" id="{523449C2-8A3A-415C-9B9F-91FCB96A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926">
            <a:extLst xmlns:a="http://schemas.openxmlformats.org/drawingml/2006/main">
              <a:ext uri="{FF2B5EF4-FFF2-40B4-BE49-F238E27FC236}">
                <a16:creationId xmlns:a16="http://schemas.microsoft.com/office/drawing/2014/main" id="{0E38F20C-A725-4E3B-AD7B-235F3E21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dd145604514c61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155edf278d41cb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d3689b5e204ec0"/>
              </a:rPr>
              <a:t>Google Sites ↗</a:t>
            </a:r>
          </a:p>
        </p:txBody>
      </p:sp>
      <p:sp>
        <p:nvSpPr>
          <p:cNvPr id="20" name="shape-988">
            <a:extLst xmlns:a="http://schemas.openxmlformats.org/drawingml/2006/main">
              <a:ext uri="{FF2B5EF4-FFF2-40B4-BE49-F238E27FC236}">
                <a16:creationId xmlns:a16="http://schemas.microsoft.com/office/drawing/2014/main" id="{BCEBC55B-4643-4A0A-AC73-9719E385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0c508d3bf74ea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989">
            <a:extLst xmlns:a="http://schemas.openxmlformats.org/drawingml/2006/main">
              <a:ext uri="{FF2B5EF4-FFF2-40B4-BE49-F238E27FC236}">
                <a16:creationId xmlns:a16="http://schemas.microsoft.com/office/drawing/2014/main" id="{45400ED4-4E8E-49D6-B3F4-93DE8BC3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5818f86dd401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90">
            <a:extLst xmlns:a="http://schemas.openxmlformats.org/drawingml/2006/main">
              <a:ext uri="{FF2B5EF4-FFF2-40B4-BE49-F238E27FC236}">
                <a16:creationId xmlns:a16="http://schemas.microsoft.com/office/drawing/2014/main" id="{3E447848-B349-4EDF-B6DF-CE66A734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8d551282249a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91">
            <a:extLst xmlns:a="http://schemas.openxmlformats.org/drawingml/2006/main">
              <a:ext uri="{FF2B5EF4-FFF2-40B4-BE49-F238E27FC236}">
                <a16:creationId xmlns:a16="http://schemas.microsoft.com/office/drawing/2014/main" id="{82BFC3D0-100A-44D7-847D-ECE33939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89462333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701">
            <a:extLst xmlns:a="http://schemas.openxmlformats.org/drawingml/2006/main">
              <a:ext uri="{FF2B5EF4-FFF2-40B4-BE49-F238E27FC236}">
                <a16:creationId xmlns:a16="http://schemas.microsoft.com/office/drawing/2014/main" id="{7613CD92-3FAC-425F-B6F5-B026F35F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234F31-D624-4D66-9850-F8EB903B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7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03">
            <a:extLst xmlns:a="http://schemas.openxmlformats.org/drawingml/2006/main">
              <a:ext uri="{FF2B5EF4-FFF2-40B4-BE49-F238E27FC236}">
                <a16:creationId xmlns:a16="http://schemas.microsoft.com/office/drawing/2014/main" id="{1E2D9AA7-AC43-4717-876F-35C35DB5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FD8507-4503-415D-BB3E-62827A5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704">
            <a:extLst xmlns:a="http://schemas.openxmlformats.org/drawingml/2006/main">
              <a:ext uri="{FF2B5EF4-FFF2-40B4-BE49-F238E27FC236}">
                <a16:creationId xmlns:a16="http://schemas.microsoft.com/office/drawing/2014/main" id="{26DC86D2-0DE3-4309-A800-D1C74DE3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05">
            <a:extLst xmlns:a="http://schemas.openxmlformats.org/drawingml/2006/main">
              <a:ext uri="{FF2B5EF4-FFF2-40B4-BE49-F238E27FC236}">
                <a16:creationId xmlns:a16="http://schemas.microsoft.com/office/drawing/2014/main" id="{4BE5A16C-9AF4-4C02-85A9-9A75AB03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06">
            <a:extLst xmlns:a="http://schemas.openxmlformats.org/drawingml/2006/main">
              <a:ext uri="{FF2B5EF4-FFF2-40B4-BE49-F238E27FC236}">
                <a16:creationId xmlns:a16="http://schemas.microsoft.com/office/drawing/2014/main" id="{813994F9-94B6-45D0-9170-169B1141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707">
            <a:extLst xmlns:a="http://schemas.openxmlformats.org/drawingml/2006/main">
              <a:ext uri="{FF2B5EF4-FFF2-40B4-BE49-F238E27FC236}">
                <a16:creationId xmlns:a16="http://schemas.microsoft.com/office/drawing/2014/main" id="{13DEF156-AC0C-4AFC-8F4C-7021BA78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708">
            <a:extLst xmlns:a="http://schemas.openxmlformats.org/drawingml/2006/main">
              <a:ext uri="{FF2B5EF4-FFF2-40B4-BE49-F238E27FC236}">
                <a16:creationId xmlns:a16="http://schemas.microsoft.com/office/drawing/2014/main" id="{60A312D1-6B86-489A-A2FC-F846E114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09">
            <a:extLst xmlns:a="http://schemas.openxmlformats.org/drawingml/2006/main">
              <a:ext uri="{FF2B5EF4-FFF2-40B4-BE49-F238E27FC236}">
                <a16:creationId xmlns:a16="http://schemas.microsoft.com/office/drawing/2014/main" id="{72A0E135-389E-4808-B50D-7B56847A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10">
            <a:extLst xmlns:a="http://schemas.openxmlformats.org/drawingml/2006/main">
              <a:ext uri="{FF2B5EF4-FFF2-40B4-BE49-F238E27FC236}">
                <a16:creationId xmlns:a16="http://schemas.microsoft.com/office/drawing/2014/main" id="{2F3485B5-8376-4265-91B1-F6DECBC6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711">
            <a:extLst xmlns:a="http://schemas.openxmlformats.org/drawingml/2006/main">
              <a:ext uri="{FF2B5EF4-FFF2-40B4-BE49-F238E27FC236}">
                <a16:creationId xmlns:a16="http://schemas.microsoft.com/office/drawing/2014/main" id="{E22C0A5C-9C17-4853-ABE0-EBA0529B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712">
            <a:extLst xmlns:a="http://schemas.openxmlformats.org/drawingml/2006/main">
              <a:ext uri="{FF2B5EF4-FFF2-40B4-BE49-F238E27FC236}">
                <a16:creationId xmlns:a16="http://schemas.microsoft.com/office/drawing/2014/main" id="{1E6799B8-C4B5-4474-AE93-1E79B5D1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13">
            <a:extLst xmlns:a="http://schemas.openxmlformats.org/drawingml/2006/main">
              <a:ext uri="{FF2B5EF4-FFF2-40B4-BE49-F238E27FC236}">
                <a16:creationId xmlns:a16="http://schemas.microsoft.com/office/drawing/2014/main" id="{BE6062D4-8D40-4136-91EA-0C88C654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14">
            <a:extLst xmlns:a="http://schemas.openxmlformats.org/drawingml/2006/main">
              <a:ext uri="{FF2B5EF4-FFF2-40B4-BE49-F238E27FC236}">
                <a16:creationId xmlns:a16="http://schemas.microsoft.com/office/drawing/2014/main" id="{5F7A5843-6F75-49E0-84E4-CB039171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715">
            <a:extLst xmlns:a="http://schemas.openxmlformats.org/drawingml/2006/main">
              <a:ext uri="{FF2B5EF4-FFF2-40B4-BE49-F238E27FC236}">
                <a16:creationId xmlns:a16="http://schemas.microsoft.com/office/drawing/2014/main" id="{B384E2A3-DD71-4805-8448-62E68826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716">
            <a:extLst xmlns:a="http://schemas.openxmlformats.org/drawingml/2006/main">
              <a:ext uri="{FF2B5EF4-FFF2-40B4-BE49-F238E27FC236}">
                <a16:creationId xmlns:a16="http://schemas.microsoft.com/office/drawing/2014/main" id="{6ED2DBA6-C493-4D53-8825-FF219ACC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17">
            <a:extLst xmlns:a="http://schemas.openxmlformats.org/drawingml/2006/main">
              <a:ext uri="{FF2B5EF4-FFF2-40B4-BE49-F238E27FC236}">
                <a16:creationId xmlns:a16="http://schemas.microsoft.com/office/drawing/2014/main" id="{45EDA111-0B4B-4AF0-AF95-65368C34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18">
            <a:extLst xmlns:a="http://schemas.openxmlformats.org/drawingml/2006/main">
              <a:ext uri="{FF2B5EF4-FFF2-40B4-BE49-F238E27FC236}">
                <a16:creationId xmlns:a16="http://schemas.microsoft.com/office/drawing/2014/main" id="{793A2D73-FC44-4FA8-9902-4453AF91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719">
            <a:extLst xmlns:a="http://schemas.openxmlformats.org/drawingml/2006/main">
              <a:ext uri="{FF2B5EF4-FFF2-40B4-BE49-F238E27FC236}">
                <a16:creationId xmlns:a16="http://schemas.microsoft.com/office/drawing/2014/main" id="{85F75C25-12CE-4FA8-A827-51B856D0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927">
            <a:extLst xmlns:a="http://schemas.openxmlformats.org/drawingml/2006/main">
              <a:ext uri="{FF2B5EF4-FFF2-40B4-BE49-F238E27FC236}">
                <a16:creationId xmlns:a16="http://schemas.microsoft.com/office/drawing/2014/main" id="{4BD6BA30-FCEB-404F-A344-7E494F4E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f4efdf430f64292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8e18608f5640b5"/>
              </a:rPr>
              <a:t>會議紀錄 ↗</a:t>
            </a:r>
          </a:p>
        </p:txBody>
      </p:sp>
      <p:sp>
        <p:nvSpPr>
          <p:cNvPr id="23" name="shape-992">
            <a:extLst xmlns:a="http://schemas.openxmlformats.org/drawingml/2006/main">
              <a:ext uri="{FF2B5EF4-FFF2-40B4-BE49-F238E27FC236}">
                <a16:creationId xmlns:a16="http://schemas.microsoft.com/office/drawing/2014/main" id="{A9995688-1359-4865-A85F-0766AA7F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977fa40044b9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93">
            <a:extLst xmlns:a="http://schemas.openxmlformats.org/drawingml/2006/main">
              <a:ext uri="{FF2B5EF4-FFF2-40B4-BE49-F238E27FC236}">
                <a16:creationId xmlns:a16="http://schemas.microsoft.com/office/drawing/2014/main" id="{29594127-43F9-41BA-9290-D2961B82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4bd43fedc436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94">
            <a:extLst xmlns:a="http://schemas.openxmlformats.org/drawingml/2006/main">
              <a:ext uri="{FF2B5EF4-FFF2-40B4-BE49-F238E27FC236}">
                <a16:creationId xmlns:a16="http://schemas.microsoft.com/office/drawing/2014/main" id="{4EB3AFAF-5FA1-4A63-AE45-96417307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98568910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720">
            <a:extLst xmlns:a="http://schemas.openxmlformats.org/drawingml/2006/main">
              <a:ext uri="{FF2B5EF4-FFF2-40B4-BE49-F238E27FC236}">
                <a16:creationId xmlns:a16="http://schemas.microsoft.com/office/drawing/2014/main" id="{1C0D8393-0B22-4077-89B4-51F63ED1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41B9E2-4563-48EF-A36A-F6F163B6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7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22">
            <a:extLst xmlns:a="http://schemas.openxmlformats.org/drawingml/2006/main">
              <a:ext uri="{FF2B5EF4-FFF2-40B4-BE49-F238E27FC236}">
                <a16:creationId xmlns:a16="http://schemas.microsoft.com/office/drawing/2014/main" id="{385A354B-0415-48BC-85ED-2F0542A1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14B12A-AB45-44F1-BB35-A5FBEE02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723">
            <a:extLst xmlns:a="http://schemas.openxmlformats.org/drawingml/2006/main">
              <a:ext uri="{FF2B5EF4-FFF2-40B4-BE49-F238E27FC236}">
                <a16:creationId xmlns:a16="http://schemas.microsoft.com/office/drawing/2014/main" id="{F143BB2B-B79F-4B1D-A451-8EA6A500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24">
            <a:extLst xmlns:a="http://schemas.openxmlformats.org/drawingml/2006/main">
              <a:ext uri="{FF2B5EF4-FFF2-40B4-BE49-F238E27FC236}">
                <a16:creationId xmlns:a16="http://schemas.microsoft.com/office/drawing/2014/main" id="{37C1290E-D317-4433-B12F-724E2EDB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725">
            <a:extLst xmlns:a="http://schemas.openxmlformats.org/drawingml/2006/main">
              <a:ext uri="{FF2B5EF4-FFF2-40B4-BE49-F238E27FC236}">
                <a16:creationId xmlns:a16="http://schemas.microsoft.com/office/drawing/2014/main" id="{54CC396C-FEF4-48EB-A69C-C3D83290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726">
            <a:extLst xmlns:a="http://schemas.openxmlformats.org/drawingml/2006/main">
              <a:ext uri="{FF2B5EF4-FFF2-40B4-BE49-F238E27FC236}">
                <a16:creationId xmlns:a16="http://schemas.microsoft.com/office/drawing/2014/main" id="{432B6DF4-EC1D-4B81-8BC5-5517E5A0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727">
            <a:extLst xmlns:a="http://schemas.openxmlformats.org/drawingml/2006/main">
              <a:ext uri="{FF2B5EF4-FFF2-40B4-BE49-F238E27FC236}">
                <a16:creationId xmlns:a16="http://schemas.microsoft.com/office/drawing/2014/main" id="{9F7793F5-2E5A-4A52-B450-8BF6A15E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728">
            <a:extLst xmlns:a="http://schemas.openxmlformats.org/drawingml/2006/main">
              <a:ext uri="{FF2B5EF4-FFF2-40B4-BE49-F238E27FC236}">
                <a16:creationId xmlns:a16="http://schemas.microsoft.com/office/drawing/2014/main" id="{989E941C-A655-4315-AE22-B0375D62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729">
            <a:extLst xmlns:a="http://schemas.openxmlformats.org/drawingml/2006/main">
              <a:ext uri="{FF2B5EF4-FFF2-40B4-BE49-F238E27FC236}">
                <a16:creationId xmlns:a16="http://schemas.microsoft.com/office/drawing/2014/main" id="{8F0452F6-5B6B-4107-9544-29CE66DF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730">
            <a:extLst xmlns:a="http://schemas.openxmlformats.org/drawingml/2006/main">
              <a:ext uri="{FF2B5EF4-FFF2-40B4-BE49-F238E27FC236}">
                <a16:creationId xmlns:a16="http://schemas.microsoft.com/office/drawing/2014/main" id="{FB23E8C1-F24E-4B9A-BF76-DC97A61F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731">
            <a:extLst xmlns:a="http://schemas.openxmlformats.org/drawingml/2006/main">
              <a:ext uri="{FF2B5EF4-FFF2-40B4-BE49-F238E27FC236}">
                <a16:creationId xmlns:a16="http://schemas.microsoft.com/office/drawing/2014/main" id="{11201944-6860-4EE5-8B5F-AE9B79AC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732">
            <a:extLst xmlns:a="http://schemas.openxmlformats.org/drawingml/2006/main">
              <a:ext uri="{FF2B5EF4-FFF2-40B4-BE49-F238E27FC236}">
                <a16:creationId xmlns:a16="http://schemas.microsoft.com/office/drawing/2014/main" id="{765A3A6B-027D-497D-A834-0818854F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928">
            <a:extLst xmlns:a="http://schemas.openxmlformats.org/drawingml/2006/main">
              <a:ext uri="{FF2B5EF4-FFF2-40B4-BE49-F238E27FC236}">
                <a16:creationId xmlns:a16="http://schemas.microsoft.com/office/drawing/2014/main" id="{96D1F02E-F84A-4FEB-8EEE-53AFDDC7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46edc4eeaf451c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3011f43a4f1422d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4647f274e04a8a"/>
              </a:rPr>
              <a:t>EZPage ↗</a:t>
            </a:r>
          </a:p>
        </p:txBody>
      </p:sp>
      <p:sp>
        <p:nvSpPr>
          <p:cNvPr id="19" name="shape-995">
            <a:extLst xmlns:a="http://schemas.openxmlformats.org/drawingml/2006/main">
              <a:ext uri="{FF2B5EF4-FFF2-40B4-BE49-F238E27FC236}">
                <a16:creationId xmlns:a16="http://schemas.microsoft.com/office/drawing/2014/main" id="{5E458521-AE25-4803-BBD4-D91702F7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69fcbd9a7b4843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96">
            <a:extLst xmlns:a="http://schemas.openxmlformats.org/drawingml/2006/main">
              <a:ext uri="{FF2B5EF4-FFF2-40B4-BE49-F238E27FC236}">
                <a16:creationId xmlns:a16="http://schemas.microsoft.com/office/drawing/2014/main" id="{751D46D3-991B-4F25-8825-DA8EA89F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e07eab7134bd5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997">
            <a:extLst xmlns:a="http://schemas.openxmlformats.org/drawingml/2006/main">
              <a:ext uri="{FF2B5EF4-FFF2-40B4-BE49-F238E27FC236}">
                <a16:creationId xmlns:a16="http://schemas.microsoft.com/office/drawing/2014/main" id="{92CA3B43-1DA9-40EA-A66A-33F4628B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33ebe03b74114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998">
            <a:extLst xmlns:a="http://schemas.openxmlformats.org/drawingml/2006/main">
              <a:ext uri="{FF2B5EF4-FFF2-40B4-BE49-F238E27FC236}">
                <a16:creationId xmlns:a16="http://schemas.microsoft.com/office/drawing/2014/main" id="{70330B8D-10E0-4259-B3B3-5B102C67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40364112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33">
            <a:extLst xmlns:a="http://schemas.openxmlformats.org/drawingml/2006/main">
              <a:ext uri="{FF2B5EF4-FFF2-40B4-BE49-F238E27FC236}">
                <a16:creationId xmlns:a16="http://schemas.microsoft.com/office/drawing/2014/main" id="{09F778FD-6F29-4EBA-84B6-6F819F34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F4D135-A2A1-4B01-85EA-32C02A6B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7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35">
            <a:extLst xmlns:a="http://schemas.openxmlformats.org/drawingml/2006/main">
              <a:ext uri="{FF2B5EF4-FFF2-40B4-BE49-F238E27FC236}">
                <a16:creationId xmlns:a16="http://schemas.microsoft.com/office/drawing/2014/main" id="{A585C71D-0324-4A5E-97C2-48AAE731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EF30CB-2410-47BD-AAB4-E7A51E77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736">
            <a:extLst xmlns:a="http://schemas.openxmlformats.org/drawingml/2006/main">
              <a:ext uri="{FF2B5EF4-FFF2-40B4-BE49-F238E27FC236}">
                <a16:creationId xmlns:a16="http://schemas.microsoft.com/office/drawing/2014/main" id="{034D2E75-2B50-4087-978F-6D2D058F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37">
            <a:extLst xmlns:a="http://schemas.openxmlformats.org/drawingml/2006/main">
              <a:ext uri="{FF2B5EF4-FFF2-40B4-BE49-F238E27FC236}">
                <a16:creationId xmlns:a16="http://schemas.microsoft.com/office/drawing/2014/main" id="{9E3A7AFC-D0A3-4DE6-B9A0-927CCE61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38">
            <a:extLst xmlns:a="http://schemas.openxmlformats.org/drawingml/2006/main">
              <a:ext uri="{FF2B5EF4-FFF2-40B4-BE49-F238E27FC236}">
                <a16:creationId xmlns:a16="http://schemas.microsoft.com/office/drawing/2014/main" id="{2DF9FAE4-54D0-4AE0-8C3F-E603B9F4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39">
            <a:extLst xmlns:a="http://schemas.openxmlformats.org/drawingml/2006/main">
              <a:ext uri="{FF2B5EF4-FFF2-40B4-BE49-F238E27FC236}">
                <a16:creationId xmlns:a16="http://schemas.microsoft.com/office/drawing/2014/main" id="{04D6FC8C-B109-48B6-8E25-39A61624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740">
            <a:extLst xmlns:a="http://schemas.openxmlformats.org/drawingml/2006/main">
              <a:ext uri="{FF2B5EF4-FFF2-40B4-BE49-F238E27FC236}">
                <a16:creationId xmlns:a16="http://schemas.microsoft.com/office/drawing/2014/main" id="{26A74D30-8038-45BF-BFFD-87E18681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741">
            <a:extLst xmlns:a="http://schemas.openxmlformats.org/drawingml/2006/main">
              <a:ext uri="{FF2B5EF4-FFF2-40B4-BE49-F238E27FC236}">
                <a16:creationId xmlns:a16="http://schemas.microsoft.com/office/drawing/2014/main" id="{CD5F9778-0767-496C-888A-C8AAF229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42">
            <a:extLst xmlns:a="http://schemas.openxmlformats.org/drawingml/2006/main">
              <a:ext uri="{FF2B5EF4-FFF2-40B4-BE49-F238E27FC236}">
                <a16:creationId xmlns:a16="http://schemas.microsoft.com/office/drawing/2014/main" id="{CAEB5352-AAAA-4051-8E96-8B6A677D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43">
            <a:extLst xmlns:a="http://schemas.openxmlformats.org/drawingml/2006/main">
              <a:ext uri="{FF2B5EF4-FFF2-40B4-BE49-F238E27FC236}">
                <a16:creationId xmlns:a16="http://schemas.microsoft.com/office/drawing/2014/main" id="{9C2D4221-3B6E-44C3-9FF5-7790DD28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44">
            <a:extLst xmlns:a="http://schemas.openxmlformats.org/drawingml/2006/main">
              <a:ext uri="{FF2B5EF4-FFF2-40B4-BE49-F238E27FC236}">
                <a16:creationId xmlns:a16="http://schemas.microsoft.com/office/drawing/2014/main" id="{7E8A8F65-80CA-47E3-8649-E99ED049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45">
            <a:extLst xmlns:a="http://schemas.openxmlformats.org/drawingml/2006/main">
              <a:ext uri="{FF2B5EF4-FFF2-40B4-BE49-F238E27FC236}">
                <a16:creationId xmlns:a16="http://schemas.microsoft.com/office/drawing/2014/main" id="{E9E00BEF-39AB-4F70-B204-FDD278AC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746">
            <a:extLst xmlns:a="http://schemas.openxmlformats.org/drawingml/2006/main">
              <a:ext uri="{FF2B5EF4-FFF2-40B4-BE49-F238E27FC236}">
                <a16:creationId xmlns:a16="http://schemas.microsoft.com/office/drawing/2014/main" id="{8033EF2E-7F50-4D21-9A1A-6A3C622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747">
            <a:extLst xmlns:a="http://schemas.openxmlformats.org/drawingml/2006/main">
              <a:ext uri="{FF2B5EF4-FFF2-40B4-BE49-F238E27FC236}">
                <a16:creationId xmlns:a16="http://schemas.microsoft.com/office/drawing/2014/main" id="{16E86B56-5574-4B5F-AFB2-1CE257D3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48">
            <a:extLst xmlns:a="http://schemas.openxmlformats.org/drawingml/2006/main">
              <a:ext uri="{FF2B5EF4-FFF2-40B4-BE49-F238E27FC236}">
                <a16:creationId xmlns:a16="http://schemas.microsoft.com/office/drawing/2014/main" id="{D3625136-2483-4D98-9741-81BC8243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49">
            <a:extLst xmlns:a="http://schemas.openxmlformats.org/drawingml/2006/main">
              <a:ext uri="{FF2B5EF4-FFF2-40B4-BE49-F238E27FC236}">
                <a16:creationId xmlns:a16="http://schemas.microsoft.com/office/drawing/2014/main" id="{D5B96B8F-F177-4AF0-B6AA-E00F0D9E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50">
            <a:extLst xmlns:a="http://schemas.openxmlformats.org/drawingml/2006/main">
              <a:ext uri="{FF2B5EF4-FFF2-40B4-BE49-F238E27FC236}">
                <a16:creationId xmlns:a16="http://schemas.microsoft.com/office/drawing/2014/main" id="{B0F993DE-1950-4469-819E-9F3AC0D9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51">
            <a:extLst xmlns:a="http://schemas.openxmlformats.org/drawingml/2006/main">
              <a:ext uri="{FF2B5EF4-FFF2-40B4-BE49-F238E27FC236}">
                <a16:creationId xmlns:a16="http://schemas.microsoft.com/office/drawing/2014/main" id="{08178671-BC3F-49A3-BB1F-61A55E50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752">
            <a:extLst xmlns:a="http://schemas.openxmlformats.org/drawingml/2006/main">
              <a:ext uri="{FF2B5EF4-FFF2-40B4-BE49-F238E27FC236}">
                <a16:creationId xmlns:a16="http://schemas.microsoft.com/office/drawing/2014/main" id="{17D7D713-939A-46BF-99E8-BAD39C07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753">
            <a:extLst xmlns:a="http://schemas.openxmlformats.org/drawingml/2006/main">
              <a:ext uri="{FF2B5EF4-FFF2-40B4-BE49-F238E27FC236}">
                <a16:creationId xmlns:a16="http://schemas.microsoft.com/office/drawing/2014/main" id="{B9031EFB-B0B0-4CA7-A9E2-8515E740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54">
            <a:extLst xmlns:a="http://schemas.openxmlformats.org/drawingml/2006/main">
              <a:ext uri="{FF2B5EF4-FFF2-40B4-BE49-F238E27FC236}">
                <a16:creationId xmlns:a16="http://schemas.microsoft.com/office/drawing/2014/main" id="{0715CC19-284E-46C5-B0EB-C68A008F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55">
            <a:extLst xmlns:a="http://schemas.openxmlformats.org/drawingml/2006/main">
              <a:ext uri="{FF2B5EF4-FFF2-40B4-BE49-F238E27FC236}">
                <a16:creationId xmlns:a16="http://schemas.microsoft.com/office/drawing/2014/main" id="{A30B4FCE-895B-4C71-9278-05F69387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56">
            <a:extLst xmlns:a="http://schemas.openxmlformats.org/drawingml/2006/main">
              <a:ext uri="{FF2B5EF4-FFF2-40B4-BE49-F238E27FC236}">
                <a16:creationId xmlns:a16="http://schemas.microsoft.com/office/drawing/2014/main" id="{40492D0D-A07C-499A-AE92-537294EC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57">
            <a:extLst xmlns:a="http://schemas.openxmlformats.org/drawingml/2006/main">
              <a:ext uri="{FF2B5EF4-FFF2-40B4-BE49-F238E27FC236}">
                <a16:creationId xmlns:a16="http://schemas.microsoft.com/office/drawing/2014/main" id="{DF0F2520-BB19-4727-AB4D-85860B3C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758">
            <a:extLst xmlns:a="http://schemas.openxmlformats.org/drawingml/2006/main">
              <a:ext uri="{FF2B5EF4-FFF2-40B4-BE49-F238E27FC236}">
                <a16:creationId xmlns:a16="http://schemas.microsoft.com/office/drawing/2014/main" id="{F9B61030-BC0D-477A-9312-3ED39766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759">
            <a:extLst xmlns:a="http://schemas.openxmlformats.org/drawingml/2006/main">
              <a:ext uri="{FF2B5EF4-FFF2-40B4-BE49-F238E27FC236}">
                <a16:creationId xmlns:a16="http://schemas.microsoft.com/office/drawing/2014/main" id="{6778FE58-5CEF-497E-962A-E715D8FE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30">
            <a:extLst xmlns:a="http://schemas.openxmlformats.org/drawingml/2006/main">
              <a:ext uri="{FF2B5EF4-FFF2-40B4-BE49-F238E27FC236}">
                <a16:creationId xmlns:a16="http://schemas.microsoft.com/office/drawing/2014/main" id="{39AC9E51-064C-44D6-A896-4F432675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00a46e2086454b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c27cfc23fb43a3"/>
              </a:rPr>
              <a:t>會議報告站 ↗</a:t>
            </a:r>
          </a:p>
        </p:txBody>
      </p:sp>
      <p:sp>
        <p:nvSpPr>
          <p:cNvPr id="31" name="shape-1003">
            <a:extLst xmlns:a="http://schemas.openxmlformats.org/drawingml/2006/main">
              <a:ext uri="{FF2B5EF4-FFF2-40B4-BE49-F238E27FC236}">
                <a16:creationId xmlns:a16="http://schemas.microsoft.com/office/drawing/2014/main" id="{63C74483-E309-4E75-A06C-3EA6F1D9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d8f812a38c44e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04">
            <a:extLst xmlns:a="http://schemas.openxmlformats.org/drawingml/2006/main">
              <a:ext uri="{FF2B5EF4-FFF2-40B4-BE49-F238E27FC236}">
                <a16:creationId xmlns:a16="http://schemas.microsoft.com/office/drawing/2014/main" id="{B593C3DA-AEF1-4E0B-B9DE-A1C04A34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2ac23ed8e4fc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05">
            <a:extLst xmlns:a="http://schemas.openxmlformats.org/drawingml/2006/main">
              <a:ext uri="{FF2B5EF4-FFF2-40B4-BE49-F238E27FC236}">
                <a16:creationId xmlns:a16="http://schemas.microsoft.com/office/drawing/2014/main" id="{891E7463-1E9E-4997-871F-291AC694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31328292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760">
            <a:extLst xmlns:a="http://schemas.openxmlformats.org/drawingml/2006/main">
              <a:ext uri="{FF2B5EF4-FFF2-40B4-BE49-F238E27FC236}">
                <a16:creationId xmlns:a16="http://schemas.microsoft.com/office/drawing/2014/main" id="{16DFC5ED-DCA4-4C4B-96C9-5FD1A5EB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F39BCC-B121-403D-969D-A6CA35F9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7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62">
            <a:extLst xmlns:a="http://schemas.openxmlformats.org/drawingml/2006/main">
              <a:ext uri="{FF2B5EF4-FFF2-40B4-BE49-F238E27FC236}">
                <a16:creationId xmlns:a16="http://schemas.microsoft.com/office/drawing/2014/main" id="{329E191D-114F-4F33-BE6A-3748CAB5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21035A-A28B-47F2-B161-11BC66BE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763">
            <a:extLst xmlns:a="http://schemas.openxmlformats.org/drawingml/2006/main">
              <a:ext uri="{FF2B5EF4-FFF2-40B4-BE49-F238E27FC236}">
                <a16:creationId xmlns:a16="http://schemas.microsoft.com/office/drawing/2014/main" id="{312881D4-3E30-46C4-BF11-485E1875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64">
            <a:extLst xmlns:a="http://schemas.openxmlformats.org/drawingml/2006/main">
              <a:ext uri="{FF2B5EF4-FFF2-40B4-BE49-F238E27FC236}">
                <a16:creationId xmlns:a16="http://schemas.microsoft.com/office/drawing/2014/main" id="{08C698C0-CEA5-4DCD-BD0E-AC1C582F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65">
            <a:extLst xmlns:a="http://schemas.openxmlformats.org/drawingml/2006/main">
              <a:ext uri="{FF2B5EF4-FFF2-40B4-BE49-F238E27FC236}">
                <a16:creationId xmlns:a16="http://schemas.microsoft.com/office/drawing/2014/main" id="{898EECE3-4B1B-4930-A1B3-F2EFC06A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66">
            <a:extLst xmlns:a="http://schemas.openxmlformats.org/drawingml/2006/main">
              <a:ext uri="{FF2B5EF4-FFF2-40B4-BE49-F238E27FC236}">
                <a16:creationId xmlns:a16="http://schemas.microsoft.com/office/drawing/2014/main" id="{5FC65235-5C0F-4583-8A99-CED75539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767">
            <a:extLst xmlns:a="http://schemas.openxmlformats.org/drawingml/2006/main">
              <a:ext uri="{FF2B5EF4-FFF2-40B4-BE49-F238E27FC236}">
                <a16:creationId xmlns:a16="http://schemas.microsoft.com/office/drawing/2014/main" id="{A197A300-C109-4526-98A7-1B9538FE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768">
            <a:extLst xmlns:a="http://schemas.openxmlformats.org/drawingml/2006/main">
              <a:ext uri="{FF2B5EF4-FFF2-40B4-BE49-F238E27FC236}">
                <a16:creationId xmlns:a16="http://schemas.microsoft.com/office/drawing/2014/main" id="{4AF0A579-11E8-4CAE-89C5-E9A0D73B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69">
            <a:extLst xmlns:a="http://schemas.openxmlformats.org/drawingml/2006/main">
              <a:ext uri="{FF2B5EF4-FFF2-40B4-BE49-F238E27FC236}">
                <a16:creationId xmlns:a16="http://schemas.microsoft.com/office/drawing/2014/main" id="{7482E9C3-0F21-4431-B0DD-4642D9E7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70">
            <a:extLst xmlns:a="http://schemas.openxmlformats.org/drawingml/2006/main">
              <a:ext uri="{FF2B5EF4-FFF2-40B4-BE49-F238E27FC236}">
                <a16:creationId xmlns:a16="http://schemas.microsoft.com/office/drawing/2014/main" id="{B246725A-AEAC-4889-A9A8-E5A04A1D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71">
            <a:extLst xmlns:a="http://schemas.openxmlformats.org/drawingml/2006/main">
              <a:ext uri="{FF2B5EF4-FFF2-40B4-BE49-F238E27FC236}">
                <a16:creationId xmlns:a16="http://schemas.microsoft.com/office/drawing/2014/main" id="{FD650FAC-8900-43B7-B6FA-D956B2E1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72">
            <a:extLst xmlns:a="http://schemas.openxmlformats.org/drawingml/2006/main">
              <a:ext uri="{FF2B5EF4-FFF2-40B4-BE49-F238E27FC236}">
                <a16:creationId xmlns:a16="http://schemas.microsoft.com/office/drawing/2014/main" id="{9F1D6A05-6958-4BA8-BE59-FBD5777B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773">
            <a:extLst xmlns:a="http://schemas.openxmlformats.org/drawingml/2006/main">
              <a:ext uri="{FF2B5EF4-FFF2-40B4-BE49-F238E27FC236}">
                <a16:creationId xmlns:a16="http://schemas.microsoft.com/office/drawing/2014/main" id="{6ACE53FA-8C2B-45DD-A531-26213CF2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774">
            <a:extLst xmlns:a="http://schemas.openxmlformats.org/drawingml/2006/main">
              <a:ext uri="{FF2B5EF4-FFF2-40B4-BE49-F238E27FC236}">
                <a16:creationId xmlns:a16="http://schemas.microsoft.com/office/drawing/2014/main" id="{CCC031EF-5256-4169-B585-7B453CF1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75">
            <a:extLst xmlns:a="http://schemas.openxmlformats.org/drawingml/2006/main">
              <a:ext uri="{FF2B5EF4-FFF2-40B4-BE49-F238E27FC236}">
                <a16:creationId xmlns:a16="http://schemas.microsoft.com/office/drawing/2014/main" id="{FCC86741-6967-4B47-A42B-F67901F9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76">
            <a:extLst xmlns:a="http://schemas.openxmlformats.org/drawingml/2006/main">
              <a:ext uri="{FF2B5EF4-FFF2-40B4-BE49-F238E27FC236}">
                <a16:creationId xmlns:a16="http://schemas.microsoft.com/office/drawing/2014/main" id="{9455D4B9-8AF6-458F-A14C-0CD75AC4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77">
            <a:extLst xmlns:a="http://schemas.openxmlformats.org/drawingml/2006/main">
              <a:ext uri="{FF2B5EF4-FFF2-40B4-BE49-F238E27FC236}">
                <a16:creationId xmlns:a16="http://schemas.microsoft.com/office/drawing/2014/main" id="{D304FDEE-033B-4D89-9862-35DC1DEF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78">
            <a:extLst xmlns:a="http://schemas.openxmlformats.org/drawingml/2006/main">
              <a:ext uri="{FF2B5EF4-FFF2-40B4-BE49-F238E27FC236}">
                <a16:creationId xmlns:a16="http://schemas.microsoft.com/office/drawing/2014/main" id="{9C9D6F0E-FD45-4C38-A304-4EDDA282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779">
            <a:extLst xmlns:a="http://schemas.openxmlformats.org/drawingml/2006/main">
              <a:ext uri="{FF2B5EF4-FFF2-40B4-BE49-F238E27FC236}">
                <a16:creationId xmlns:a16="http://schemas.microsoft.com/office/drawing/2014/main" id="{B264E425-53EF-42EE-B24B-761690A3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780">
            <a:extLst xmlns:a="http://schemas.openxmlformats.org/drawingml/2006/main">
              <a:ext uri="{FF2B5EF4-FFF2-40B4-BE49-F238E27FC236}">
                <a16:creationId xmlns:a16="http://schemas.microsoft.com/office/drawing/2014/main" id="{7BF467F2-83E3-45A6-B286-CE90203D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81">
            <a:extLst xmlns:a="http://schemas.openxmlformats.org/drawingml/2006/main">
              <a:ext uri="{FF2B5EF4-FFF2-40B4-BE49-F238E27FC236}">
                <a16:creationId xmlns:a16="http://schemas.microsoft.com/office/drawing/2014/main" id="{DE6383C1-2C4A-4AAC-8F18-92B4016C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82">
            <a:extLst xmlns:a="http://schemas.openxmlformats.org/drawingml/2006/main">
              <a:ext uri="{FF2B5EF4-FFF2-40B4-BE49-F238E27FC236}">
                <a16:creationId xmlns:a16="http://schemas.microsoft.com/office/drawing/2014/main" id="{A80A04FF-841D-4F02-837A-7E5FABF9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83">
            <a:extLst xmlns:a="http://schemas.openxmlformats.org/drawingml/2006/main">
              <a:ext uri="{FF2B5EF4-FFF2-40B4-BE49-F238E27FC236}">
                <a16:creationId xmlns:a16="http://schemas.microsoft.com/office/drawing/2014/main" id="{6B30987D-1540-4BDC-89C6-F5364E84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84">
            <a:extLst xmlns:a="http://schemas.openxmlformats.org/drawingml/2006/main">
              <a:ext uri="{FF2B5EF4-FFF2-40B4-BE49-F238E27FC236}">
                <a16:creationId xmlns:a16="http://schemas.microsoft.com/office/drawing/2014/main" id="{7A593039-DB80-4706-BF9B-0DA42BD7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785">
            <a:extLst xmlns:a="http://schemas.openxmlformats.org/drawingml/2006/main">
              <a:ext uri="{FF2B5EF4-FFF2-40B4-BE49-F238E27FC236}">
                <a16:creationId xmlns:a16="http://schemas.microsoft.com/office/drawing/2014/main" id="{D824A60D-850D-4AA7-8DDE-BE6EFCE0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786">
            <a:extLst xmlns:a="http://schemas.openxmlformats.org/drawingml/2006/main">
              <a:ext uri="{FF2B5EF4-FFF2-40B4-BE49-F238E27FC236}">
                <a16:creationId xmlns:a16="http://schemas.microsoft.com/office/drawing/2014/main" id="{E32B62D3-F579-477E-A8FA-E8A97616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787">
            <a:extLst xmlns:a="http://schemas.openxmlformats.org/drawingml/2006/main">
              <a:ext uri="{FF2B5EF4-FFF2-40B4-BE49-F238E27FC236}">
                <a16:creationId xmlns:a16="http://schemas.microsoft.com/office/drawing/2014/main" id="{2626B17A-5E37-465C-8CE4-1579457F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788">
            <a:extLst xmlns:a="http://schemas.openxmlformats.org/drawingml/2006/main">
              <a:ext uri="{FF2B5EF4-FFF2-40B4-BE49-F238E27FC236}">
                <a16:creationId xmlns:a16="http://schemas.microsoft.com/office/drawing/2014/main" id="{F996D65E-EFCC-4502-997E-6E19930F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789">
            <a:extLst xmlns:a="http://schemas.openxmlformats.org/drawingml/2006/main">
              <a:ext uri="{FF2B5EF4-FFF2-40B4-BE49-F238E27FC236}">
                <a16:creationId xmlns:a16="http://schemas.microsoft.com/office/drawing/2014/main" id="{E6BC69F4-64BC-40D1-B215-97687BED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790">
            <a:extLst xmlns:a="http://schemas.openxmlformats.org/drawingml/2006/main">
              <a:ext uri="{FF2B5EF4-FFF2-40B4-BE49-F238E27FC236}">
                <a16:creationId xmlns:a16="http://schemas.microsoft.com/office/drawing/2014/main" id="{ED6EDA5F-051B-419F-B794-4577858A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931">
            <a:extLst xmlns:a="http://schemas.openxmlformats.org/drawingml/2006/main">
              <a:ext uri="{FF2B5EF4-FFF2-40B4-BE49-F238E27FC236}">
                <a16:creationId xmlns:a16="http://schemas.microsoft.com/office/drawing/2014/main" id="{BF92CA68-4097-4D6E-9885-21237698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989208b7cc40f3"/>
              </a:rPr>
              <a:t>開啟 GitHub Pages ↗</a:t>
            </a:r>
          </a:p>
        </p:txBody>
      </p:sp>
      <p:sp>
        <p:nvSpPr>
          <p:cNvPr id="35" name="shape-1006">
            <a:extLst xmlns:a="http://schemas.openxmlformats.org/drawingml/2006/main">
              <a:ext uri="{FF2B5EF4-FFF2-40B4-BE49-F238E27FC236}">
                <a16:creationId xmlns:a16="http://schemas.microsoft.com/office/drawing/2014/main" id="{7ECE1F72-8C47-4F5A-97A6-429C8675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7452ba0b4d8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1007">
            <a:extLst xmlns:a="http://schemas.openxmlformats.org/drawingml/2006/main">
              <a:ext uri="{FF2B5EF4-FFF2-40B4-BE49-F238E27FC236}">
                <a16:creationId xmlns:a16="http://schemas.microsoft.com/office/drawing/2014/main" id="{52E3864D-6496-4BD7-BD1D-54DD9C94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97728331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791">
            <a:extLst xmlns:a="http://schemas.openxmlformats.org/drawingml/2006/main">
              <a:ext uri="{FF2B5EF4-FFF2-40B4-BE49-F238E27FC236}">
                <a16:creationId xmlns:a16="http://schemas.microsoft.com/office/drawing/2014/main" id="{6596BF2C-D025-4EDF-8626-CDA27662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7EF6C4-7EB6-4E1B-A9D6-F1588C7C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7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93">
            <a:extLst xmlns:a="http://schemas.openxmlformats.org/drawingml/2006/main">
              <a:ext uri="{FF2B5EF4-FFF2-40B4-BE49-F238E27FC236}">
                <a16:creationId xmlns:a16="http://schemas.microsoft.com/office/drawing/2014/main" id="{2383F455-43CC-460C-8EBB-D3AB0F57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605C5E8-7359-4205-9C3A-E15F9A61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794">
            <a:extLst xmlns:a="http://schemas.openxmlformats.org/drawingml/2006/main">
              <a:ext uri="{FF2B5EF4-FFF2-40B4-BE49-F238E27FC236}">
                <a16:creationId xmlns:a16="http://schemas.microsoft.com/office/drawing/2014/main" id="{58E56A13-12E2-45F2-AC80-367CEB91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95">
            <a:extLst xmlns:a="http://schemas.openxmlformats.org/drawingml/2006/main">
              <a:ext uri="{FF2B5EF4-FFF2-40B4-BE49-F238E27FC236}">
                <a16:creationId xmlns:a16="http://schemas.microsoft.com/office/drawing/2014/main" id="{94595465-B636-45F4-8A29-3A35BC15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96">
            <a:extLst xmlns:a="http://schemas.openxmlformats.org/drawingml/2006/main">
              <a:ext uri="{FF2B5EF4-FFF2-40B4-BE49-F238E27FC236}">
                <a16:creationId xmlns:a16="http://schemas.microsoft.com/office/drawing/2014/main" id="{B6077BC9-24B0-4BF6-9ED1-8A2E7FF3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97">
            <a:extLst xmlns:a="http://schemas.openxmlformats.org/drawingml/2006/main">
              <a:ext uri="{FF2B5EF4-FFF2-40B4-BE49-F238E27FC236}">
                <a16:creationId xmlns:a16="http://schemas.microsoft.com/office/drawing/2014/main" id="{56F3AE62-E427-469A-A0F6-E5B97E0D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798">
            <a:extLst xmlns:a="http://schemas.openxmlformats.org/drawingml/2006/main">
              <a:ext uri="{FF2B5EF4-FFF2-40B4-BE49-F238E27FC236}">
                <a16:creationId xmlns:a16="http://schemas.microsoft.com/office/drawing/2014/main" id="{80B73A61-18A2-415E-A9CE-45E59A9C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799">
            <a:extLst xmlns:a="http://schemas.openxmlformats.org/drawingml/2006/main">
              <a:ext uri="{FF2B5EF4-FFF2-40B4-BE49-F238E27FC236}">
                <a16:creationId xmlns:a16="http://schemas.microsoft.com/office/drawing/2014/main" id="{CE0D747D-DA53-4754-AF5F-5BA62E2D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00">
            <a:extLst xmlns:a="http://schemas.openxmlformats.org/drawingml/2006/main">
              <a:ext uri="{FF2B5EF4-FFF2-40B4-BE49-F238E27FC236}">
                <a16:creationId xmlns:a16="http://schemas.microsoft.com/office/drawing/2014/main" id="{1F4B47B1-E223-4D54-8BD3-3716AFAC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01">
            <a:extLst xmlns:a="http://schemas.openxmlformats.org/drawingml/2006/main">
              <a:ext uri="{FF2B5EF4-FFF2-40B4-BE49-F238E27FC236}">
                <a16:creationId xmlns:a16="http://schemas.microsoft.com/office/drawing/2014/main" id="{41772581-FDAB-46F0-8816-019DE801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02">
            <a:extLst xmlns:a="http://schemas.openxmlformats.org/drawingml/2006/main">
              <a:ext uri="{FF2B5EF4-FFF2-40B4-BE49-F238E27FC236}">
                <a16:creationId xmlns:a16="http://schemas.microsoft.com/office/drawing/2014/main" id="{2DDCAEA6-EC91-4AB4-902F-BF8AA101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03">
            <a:extLst xmlns:a="http://schemas.openxmlformats.org/drawingml/2006/main">
              <a:ext uri="{FF2B5EF4-FFF2-40B4-BE49-F238E27FC236}">
                <a16:creationId xmlns:a16="http://schemas.microsoft.com/office/drawing/2014/main" id="{959A2C2E-16E5-474D-B092-51D3C002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804">
            <a:extLst xmlns:a="http://schemas.openxmlformats.org/drawingml/2006/main">
              <a:ext uri="{FF2B5EF4-FFF2-40B4-BE49-F238E27FC236}">
                <a16:creationId xmlns:a16="http://schemas.microsoft.com/office/drawing/2014/main" id="{A49492F2-B229-4F0C-8AE3-6BC74591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805">
            <a:extLst xmlns:a="http://schemas.openxmlformats.org/drawingml/2006/main">
              <a:ext uri="{FF2B5EF4-FFF2-40B4-BE49-F238E27FC236}">
                <a16:creationId xmlns:a16="http://schemas.microsoft.com/office/drawing/2014/main" id="{1FAC416D-9BA4-4108-B140-6261CB05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06">
            <a:extLst xmlns:a="http://schemas.openxmlformats.org/drawingml/2006/main">
              <a:ext uri="{FF2B5EF4-FFF2-40B4-BE49-F238E27FC236}">
                <a16:creationId xmlns:a16="http://schemas.microsoft.com/office/drawing/2014/main" id="{D0420EC0-CB5A-4A26-931C-89012B78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07">
            <a:extLst xmlns:a="http://schemas.openxmlformats.org/drawingml/2006/main">
              <a:ext uri="{FF2B5EF4-FFF2-40B4-BE49-F238E27FC236}">
                <a16:creationId xmlns:a16="http://schemas.microsoft.com/office/drawing/2014/main" id="{915A7A1F-5EB2-43A6-A577-633FDEF9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08">
            <a:extLst xmlns:a="http://schemas.openxmlformats.org/drawingml/2006/main">
              <a:ext uri="{FF2B5EF4-FFF2-40B4-BE49-F238E27FC236}">
                <a16:creationId xmlns:a16="http://schemas.microsoft.com/office/drawing/2014/main" id="{0119B9BC-ADD3-499B-82D7-FC226AE8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09">
            <a:extLst xmlns:a="http://schemas.openxmlformats.org/drawingml/2006/main">
              <a:ext uri="{FF2B5EF4-FFF2-40B4-BE49-F238E27FC236}">
                <a16:creationId xmlns:a16="http://schemas.microsoft.com/office/drawing/2014/main" id="{8CDB9B0A-B412-400A-9655-AAE36896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810">
            <a:extLst xmlns:a="http://schemas.openxmlformats.org/drawingml/2006/main">
              <a:ext uri="{FF2B5EF4-FFF2-40B4-BE49-F238E27FC236}">
                <a16:creationId xmlns:a16="http://schemas.microsoft.com/office/drawing/2014/main" id="{AF144595-9655-4284-9F0E-CA3F58A5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811">
            <a:extLst xmlns:a="http://schemas.openxmlformats.org/drawingml/2006/main">
              <a:ext uri="{FF2B5EF4-FFF2-40B4-BE49-F238E27FC236}">
                <a16:creationId xmlns:a16="http://schemas.microsoft.com/office/drawing/2014/main" id="{F04B1F19-20DA-4E76-BE59-393AF6AB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12">
            <a:extLst xmlns:a="http://schemas.openxmlformats.org/drawingml/2006/main">
              <a:ext uri="{FF2B5EF4-FFF2-40B4-BE49-F238E27FC236}">
                <a16:creationId xmlns:a16="http://schemas.microsoft.com/office/drawing/2014/main" id="{7FC8474E-6F4D-4DA5-982D-222B263A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13">
            <a:extLst xmlns:a="http://schemas.openxmlformats.org/drawingml/2006/main">
              <a:ext uri="{FF2B5EF4-FFF2-40B4-BE49-F238E27FC236}">
                <a16:creationId xmlns:a16="http://schemas.microsoft.com/office/drawing/2014/main" id="{DC67F7D7-1EF5-46DA-8479-77A3952B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14">
            <a:extLst xmlns:a="http://schemas.openxmlformats.org/drawingml/2006/main">
              <a:ext uri="{FF2B5EF4-FFF2-40B4-BE49-F238E27FC236}">
                <a16:creationId xmlns:a16="http://schemas.microsoft.com/office/drawing/2014/main" id="{D87236BE-93B1-4599-8196-995F2743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15">
            <a:extLst xmlns:a="http://schemas.openxmlformats.org/drawingml/2006/main">
              <a:ext uri="{FF2B5EF4-FFF2-40B4-BE49-F238E27FC236}">
                <a16:creationId xmlns:a16="http://schemas.microsoft.com/office/drawing/2014/main" id="{4F77411C-FB7C-4E7C-9B56-0A29DE1F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816">
            <a:extLst xmlns:a="http://schemas.openxmlformats.org/drawingml/2006/main">
              <a:ext uri="{FF2B5EF4-FFF2-40B4-BE49-F238E27FC236}">
                <a16:creationId xmlns:a16="http://schemas.microsoft.com/office/drawing/2014/main" id="{BEE94A13-AD4A-4F2A-A356-6E463034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817">
            <a:extLst xmlns:a="http://schemas.openxmlformats.org/drawingml/2006/main">
              <a:ext uri="{FF2B5EF4-FFF2-40B4-BE49-F238E27FC236}">
                <a16:creationId xmlns:a16="http://schemas.microsoft.com/office/drawing/2014/main" id="{9867C1A1-D7C4-4822-BDD0-CD3B9E47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818">
            <a:extLst xmlns:a="http://schemas.openxmlformats.org/drawingml/2006/main">
              <a:ext uri="{FF2B5EF4-FFF2-40B4-BE49-F238E27FC236}">
                <a16:creationId xmlns:a16="http://schemas.microsoft.com/office/drawing/2014/main" id="{26C3A2C6-3384-4AE2-A426-AE1C0270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819">
            <a:extLst xmlns:a="http://schemas.openxmlformats.org/drawingml/2006/main">
              <a:ext uri="{FF2B5EF4-FFF2-40B4-BE49-F238E27FC236}">
                <a16:creationId xmlns:a16="http://schemas.microsoft.com/office/drawing/2014/main" id="{6169C8D5-BC4C-45A5-BF76-B461C349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820">
            <a:extLst xmlns:a="http://schemas.openxmlformats.org/drawingml/2006/main">
              <a:ext uri="{FF2B5EF4-FFF2-40B4-BE49-F238E27FC236}">
                <a16:creationId xmlns:a16="http://schemas.microsoft.com/office/drawing/2014/main" id="{560E9141-ECB3-482A-8392-51C57EAD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821">
            <a:extLst xmlns:a="http://schemas.openxmlformats.org/drawingml/2006/main">
              <a:ext uri="{FF2B5EF4-FFF2-40B4-BE49-F238E27FC236}">
                <a16:creationId xmlns:a16="http://schemas.microsoft.com/office/drawing/2014/main" id="{800C4BFC-9445-4B2F-BC41-DD50A9C2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932">
            <a:extLst xmlns:a="http://schemas.openxmlformats.org/drawingml/2006/main">
              <a:ext uri="{FF2B5EF4-FFF2-40B4-BE49-F238E27FC236}">
                <a16:creationId xmlns:a16="http://schemas.microsoft.com/office/drawing/2014/main" id="{AB98318E-EC3B-4E75-A4EF-75EB000B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e2b0cc51dd4415"/>
              </a:rPr>
              <a:t>開啟 EZPage ↗</a:t>
            </a:r>
          </a:p>
        </p:txBody>
      </p:sp>
      <p:sp>
        <p:nvSpPr>
          <p:cNvPr id="38" name="shape-1008">
            <a:extLst xmlns:a="http://schemas.openxmlformats.org/drawingml/2006/main">
              <a:ext uri="{FF2B5EF4-FFF2-40B4-BE49-F238E27FC236}">
                <a16:creationId xmlns:a16="http://schemas.microsoft.com/office/drawing/2014/main" id="{6C76C9DE-77F9-4F7A-B6E2-CFF7C865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2244b8de7485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1009">
            <a:extLst xmlns:a="http://schemas.openxmlformats.org/drawingml/2006/main">
              <a:ext uri="{FF2B5EF4-FFF2-40B4-BE49-F238E27FC236}">
                <a16:creationId xmlns:a16="http://schemas.microsoft.com/office/drawing/2014/main" id="{2A40545C-7B6F-422C-93FF-F0E75933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21454752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822">
            <a:extLst xmlns:a="http://schemas.openxmlformats.org/drawingml/2006/main">
              <a:ext uri="{FF2B5EF4-FFF2-40B4-BE49-F238E27FC236}">
                <a16:creationId xmlns:a16="http://schemas.microsoft.com/office/drawing/2014/main" id="{1C2F124D-56EA-4D78-A432-EC38A95F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0006B2-CF2F-4B94-B1F6-CBB9475C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8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24">
            <a:extLst xmlns:a="http://schemas.openxmlformats.org/drawingml/2006/main">
              <a:ext uri="{FF2B5EF4-FFF2-40B4-BE49-F238E27FC236}">
                <a16:creationId xmlns:a16="http://schemas.microsoft.com/office/drawing/2014/main" id="{E0C9A918-3A3A-4497-AE29-BA538301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164778-0EF0-46B6-B5EB-6527EC7D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text-825">
            <a:extLst xmlns:a="http://schemas.openxmlformats.org/drawingml/2006/main">
              <a:ext uri="{FF2B5EF4-FFF2-40B4-BE49-F238E27FC236}">
                <a16:creationId xmlns:a16="http://schemas.microsoft.com/office/drawing/2014/main" id="{6D2800A4-90F3-4B1D-B665-7E7874DF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826">
            <a:extLst xmlns:a="http://schemas.openxmlformats.org/drawingml/2006/main">
              <a:ext uri="{FF2B5EF4-FFF2-40B4-BE49-F238E27FC236}">
                <a16:creationId xmlns:a16="http://schemas.microsoft.com/office/drawing/2014/main" id="{DBC69307-054A-4D9C-A31F-22238D20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827">
            <a:extLst xmlns:a="http://schemas.openxmlformats.org/drawingml/2006/main">
              <a:ext uri="{FF2B5EF4-FFF2-40B4-BE49-F238E27FC236}">
                <a16:creationId xmlns:a16="http://schemas.microsoft.com/office/drawing/2014/main" id="{5860255B-EC70-49BE-B9E6-C2F72D0D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28">
            <a:extLst xmlns:a="http://schemas.openxmlformats.org/drawingml/2006/main">
              <a:ext uri="{FF2B5EF4-FFF2-40B4-BE49-F238E27FC236}">
                <a16:creationId xmlns:a16="http://schemas.microsoft.com/office/drawing/2014/main" id="{9C98C627-435E-4F29-BA4C-76C59610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829">
            <a:extLst xmlns:a="http://schemas.openxmlformats.org/drawingml/2006/main">
              <a:ext uri="{FF2B5EF4-FFF2-40B4-BE49-F238E27FC236}">
                <a16:creationId xmlns:a16="http://schemas.microsoft.com/office/drawing/2014/main" id="{BF18EB1F-D380-4A43-93DF-9F54405C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30">
            <a:extLst xmlns:a="http://schemas.openxmlformats.org/drawingml/2006/main">
              <a:ext uri="{FF2B5EF4-FFF2-40B4-BE49-F238E27FC236}">
                <a16:creationId xmlns:a16="http://schemas.microsoft.com/office/drawing/2014/main" id="{17E8908A-E106-4465-93C3-67F1F6F5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831">
            <a:extLst xmlns:a="http://schemas.openxmlformats.org/drawingml/2006/main">
              <a:ext uri="{FF2B5EF4-FFF2-40B4-BE49-F238E27FC236}">
                <a16:creationId xmlns:a16="http://schemas.microsoft.com/office/drawing/2014/main" id="{C444785B-21CD-48D2-9F04-61330B3A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832">
            <a:extLst xmlns:a="http://schemas.openxmlformats.org/drawingml/2006/main">
              <a:ext uri="{FF2B5EF4-FFF2-40B4-BE49-F238E27FC236}">
                <a16:creationId xmlns:a16="http://schemas.microsoft.com/office/drawing/2014/main" id="{F775FBB2-4617-41E8-AB74-961728BE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833">
            <a:extLst xmlns:a="http://schemas.openxmlformats.org/drawingml/2006/main">
              <a:ext uri="{FF2B5EF4-FFF2-40B4-BE49-F238E27FC236}">
                <a16:creationId xmlns:a16="http://schemas.microsoft.com/office/drawing/2014/main" id="{CC7241D0-114B-4616-AAAF-D1FDB9D4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834">
            <a:extLst xmlns:a="http://schemas.openxmlformats.org/drawingml/2006/main">
              <a:ext uri="{FF2B5EF4-FFF2-40B4-BE49-F238E27FC236}">
                <a16:creationId xmlns:a16="http://schemas.microsoft.com/office/drawing/2014/main" id="{1DC21913-94DF-4A64-9B0E-4287F5D7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835">
            <a:extLst xmlns:a="http://schemas.openxmlformats.org/drawingml/2006/main">
              <a:ext uri="{FF2B5EF4-FFF2-40B4-BE49-F238E27FC236}">
                <a16:creationId xmlns:a16="http://schemas.microsoft.com/office/drawing/2014/main" id="{7E10EB40-0663-4BD8-AC7A-BB9FA16D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836">
            <a:extLst xmlns:a="http://schemas.openxmlformats.org/drawingml/2006/main">
              <a:ext uri="{FF2B5EF4-FFF2-40B4-BE49-F238E27FC236}">
                <a16:creationId xmlns:a16="http://schemas.microsoft.com/office/drawing/2014/main" id="{3B6B733A-F3C7-494C-8112-290576C8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837">
            <a:extLst xmlns:a="http://schemas.openxmlformats.org/drawingml/2006/main">
              <a:ext uri="{FF2B5EF4-FFF2-40B4-BE49-F238E27FC236}">
                <a16:creationId xmlns:a16="http://schemas.microsoft.com/office/drawing/2014/main" id="{621A5924-E8E7-40FC-ADBE-9FB019AA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929">
            <a:extLst xmlns:a="http://schemas.openxmlformats.org/drawingml/2006/main">
              <a:ext uri="{FF2B5EF4-FFF2-40B4-BE49-F238E27FC236}">
                <a16:creationId xmlns:a16="http://schemas.microsoft.com/office/drawing/2014/main" id="{F92F4074-847F-4D82-A595-D8B3A58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4805d248c54ba0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2fc036d6084902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aebdcf1010e48aa"/>
              </a:rPr>
              <a:t>Google Sites ↗</a:t>
            </a:r>
          </a:p>
        </p:txBody>
      </p:sp>
      <p:sp>
        <p:nvSpPr>
          <p:cNvPr id="20" name="shape-999">
            <a:extLst xmlns:a="http://schemas.openxmlformats.org/drawingml/2006/main">
              <a:ext uri="{FF2B5EF4-FFF2-40B4-BE49-F238E27FC236}">
                <a16:creationId xmlns:a16="http://schemas.microsoft.com/office/drawing/2014/main" id="{70B55A51-2B85-444A-8970-8B4429AD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ecc69c6c994c3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00">
            <a:extLst xmlns:a="http://schemas.openxmlformats.org/drawingml/2006/main">
              <a:ext uri="{FF2B5EF4-FFF2-40B4-BE49-F238E27FC236}">
                <a16:creationId xmlns:a16="http://schemas.microsoft.com/office/drawing/2014/main" id="{30261603-F234-4132-A350-6FCBC2EF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f6622c561e41c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01">
            <a:extLst xmlns:a="http://schemas.openxmlformats.org/drawingml/2006/main">
              <a:ext uri="{FF2B5EF4-FFF2-40B4-BE49-F238E27FC236}">
                <a16:creationId xmlns:a16="http://schemas.microsoft.com/office/drawing/2014/main" id="{E917EC21-4326-4FCD-8606-71D69D05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17af7fe9c94ae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02">
            <a:extLst xmlns:a="http://schemas.openxmlformats.org/drawingml/2006/main">
              <a:ext uri="{FF2B5EF4-FFF2-40B4-BE49-F238E27FC236}">
                <a16:creationId xmlns:a16="http://schemas.microsoft.com/office/drawing/2014/main" id="{AEC54974-C0BF-4DE0-AF7A-4AD05F0C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67514615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38">
            <a:extLst xmlns:a="http://schemas.openxmlformats.org/drawingml/2006/main">
              <a:ext uri="{FF2B5EF4-FFF2-40B4-BE49-F238E27FC236}">
                <a16:creationId xmlns:a16="http://schemas.microsoft.com/office/drawing/2014/main" id="{ECFFA9C8-FAF7-47B4-8C43-22929FB2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TOOL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282574-1512-454D-9163-4791EAE9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效率提高之後，省下的時間要還給人生</a:t>
            </a:r>
          </a:p>
        </p:txBody>
      </p:sp>
      <p:cxnSp>
        <p:nvCxnSpPr>
          <p:cNvPr id="24" name="shape-8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0">
            <a:extLst xmlns:a="http://schemas.openxmlformats.org/drawingml/2006/main">
              <a:ext uri="{FF2B5EF4-FFF2-40B4-BE49-F238E27FC236}">
                <a16:creationId xmlns:a16="http://schemas.microsoft.com/office/drawing/2014/main" id="{F2152536-E058-4678-8817-365D4DD3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E3EB5D-78BB-4296-9121-3771BA19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841">
            <a:extLst xmlns:a="http://schemas.openxmlformats.org/drawingml/2006/main">
              <a:ext uri="{FF2B5EF4-FFF2-40B4-BE49-F238E27FC236}">
                <a16:creationId xmlns:a16="http://schemas.microsoft.com/office/drawing/2014/main" id="{28B4E003-5874-40E2-9144-A4112ABB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42">
            <a:extLst xmlns:a="http://schemas.openxmlformats.org/drawingml/2006/main">
              <a:ext uri="{FF2B5EF4-FFF2-40B4-BE49-F238E27FC236}">
                <a16:creationId xmlns:a16="http://schemas.microsoft.com/office/drawing/2014/main" id="{4C4B42B1-44FB-4233-BECD-C2B40E29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43">
            <a:extLst xmlns:a="http://schemas.openxmlformats.org/drawingml/2006/main">
              <a:ext uri="{FF2B5EF4-FFF2-40B4-BE49-F238E27FC236}">
                <a16:creationId xmlns:a16="http://schemas.microsoft.com/office/drawing/2014/main" id="{7A87D650-1FCB-4DD4-A2B3-55999D66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不是更多任務</a:t>
            </a:r>
          </a:p>
        </p:txBody>
      </p:sp>
      <p:sp>
        <p:nvSpPr>
          <p:cNvPr id="9" name="text-844">
            <a:extLst xmlns:a="http://schemas.openxmlformats.org/drawingml/2006/main">
              <a:ext uri="{FF2B5EF4-FFF2-40B4-BE49-F238E27FC236}">
                <a16:creationId xmlns:a16="http://schemas.microsoft.com/office/drawing/2014/main" id="{BDB5A6CC-321F-4533-9625-4C61BE9D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讓一件事更快完成；空出的時間，不必自動再塞滿。</a:t>
            </a:r>
          </a:p>
        </p:txBody>
      </p:sp>
      <p:sp>
        <p:nvSpPr>
          <p:cNvPr id="10" name="shape-845">
            <a:extLst xmlns:a="http://schemas.openxmlformats.org/drawingml/2006/main">
              <a:ext uri="{FF2B5EF4-FFF2-40B4-BE49-F238E27FC236}">
                <a16:creationId xmlns:a16="http://schemas.microsoft.com/office/drawing/2014/main" id="{B890F0E0-DC35-4C9D-9FA0-2F88B2E8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46">
            <a:extLst xmlns:a="http://schemas.openxmlformats.org/drawingml/2006/main">
              <a:ext uri="{FF2B5EF4-FFF2-40B4-BE49-F238E27FC236}">
                <a16:creationId xmlns:a16="http://schemas.microsoft.com/office/drawing/2014/main" id="{C3E5E349-B1F9-4B3E-A220-F85235BE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47">
            <a:extLst xmlns:a="http://schemas.openxmlformats.org/drawingml/2006/main">
              <a:ext uri="{FF2B5EF4-FFF2-40B4-BE49-F238E27FC236}">
                <a16:creationId xmlns:a16="http://schemas.microsoft.com/office/drawing/2014/main" id="{F2E8F7AB-AF28-4419-B9E9-9E737DD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真正重要的事</a:t>
            </a:r>
          </a:p>
        </p:txBody>
      </p:sp>
      <p:sp>
        <p:nvSpPr>
          <p:cNvPr id="13" name="text-848">
            <a:extLst xmlns:a="http://schemas.openxmlformats.org/drawingml/2006/main">
              <a:ext uri="{FF2B5EF4-FFF2-40B4-BE49-F238E27FC236}">
                <a16:creationId xmlns:a16="http://schemas.microsoft.com/office/drawing/2014/main" id="{8D884649-D1D8-48DF-9D16-80507AC6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培養興趣、探索志向，陪伴孩子與家人，和同儕深入交流。</a:t>
            </a:r>
          </a:p>
        </p:txBody>
      </p:sp>
      <p:sp>
        <p:nvSpPr>
          <p:cNvPr id="14" name="shape-849">
            <a:extLst xmlns:a="http://schemas.openxmlformats.org/drawingml/2006/main">
              <a:ext uri="{FF2B5EF4-FFF2-40B4-BE49-F238E27FC236}">
                <a16:creationId xmlns:a16="http://schemas.microsoft.com/office/drawing/2014/main" id="{626FFDA3-E93C-4F83-ACF3-1FE09A8C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50">
            <a:extLst xmlns:a="http://schemas.openxmlformats.org/drawingml/2006/main">
              <a:ext uri="{FF2B5EF4-FFF2-40B4-BE49-F238E27FC236}">
                <a16:creationId xmlns:a16="http://schemas.microsoft.com/office/drawing/2014/main" id="{454812F1-69E6-4278-812C-0AD0AFF3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51">
            <a:extLst xmlns:a="http://schemas.openxmlformats.org/drawingml/2006/main">
              <a:ext uri="{FF2B5EF4-FFF2-40B4-BE49-F238E27FC236}">
                <a16:creationId xmlns:a16="http://schemas.microsoft.com/office/drawing/2014/main" id="{A7A4566F-2372-4043-8C61-9A122C16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保留人的主導權</a:t>
            </a:r>
          </a:p>
        </p:txBody>
      </p:sp>
      <p:sp>
        <p:nvSpPr>
          <p:cNvPr id="17" name="text-852">
            <a:extLst xmlns:a="http://schemas.openxmlformats.org/drawingml/2006/main">
              <a:ext uri="{FF2B5EF4-FFF2-40B4-BE49-F238E27FC236}">
                <a16:creationId xmlns:a16="http://schemas.microsoft.com/office/drawing/2014/main" id="{77CB6B74-BE76-4E2C-BF58-461F2EE3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我們駕馭 Agent，不讓它把效率轉成無止境的工作清單。</a:t>
            </a:r>
          </a:p>
        </p:txBody>
      </p:sp>
      <p:sp>
        <p:nvSpPr>
          <p:cNvPr id="18" name="shape-853">
            <a:extLst xmlns:a="http://schemas.openxmlformats.org/drawingml/2006/main">
              <a:ext uri="{FF2B5EF4-FFF2-40B4-BE49-F238E27FC236}">
                <a16:creationId xmlns:a16="http://schemas.microsoft.com/office/drawing/2014/main" id="{6FCEBB3D-A9AE-4EA3-86AD-553A8ED6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854">
            <a:extLst xmlns:a="http://schemas.openxmlformats.org/drawingml/2006/main">
              <a:ext uri="{FF2B5EF4-FFF2-40B4-BE49-F238E27FC236}">
                <a16:creationId xmlns:a16="http://schemas.microsoft.com/office/drawing/2014/main" id="{6F59B873-5D20-4C7C-B583-5A6036B8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55">
            <a:extLst xmlns:a="http://schemas.openxmlformats.org/drawingml/2006/main">
              <a:ext uri="{FF2B5EF4-FFF2-40B4-BE49-F238E27FC236}">
                <a16:creationId xmlns:a16="http://schemas.microsoft.com/office/drawing/2014/main" id="{518BD995-16ED-4AB5-9391-B7F0CFFE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素養教育的所在</a:t>
            </a:r>
          </a:p>
        </p:txBody>
      </p:sp>
      <p:sp>
        <p:nvSpPr>
          <p:cNvPr id="21" name="text-856">
            <a:extLst xmlns:a="http://schemas.openxmlformats.org/drawingml/2006/main">
              <a:ext uri="{FF2B5EF4-FFF2-40B4-BE49-F238E27FC236}">
                <a16:creationId xmlns:a16="http://schemas.microsoft.com/office/drawing/2014/main" id="{A2B6FD50-D023-4A67-81F8-64434675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把工具能力內化成生活選擇，讓科技服務關係、成長與意義。</a:t>
            </a:r>
          </a:p>
        </p:txBody>
      </p:sp>
    </p:spTree>
    <p:extLst>
      <p:ext uri="{BB962C8B-B14F-4D97-AF65-F5344CB8AC3E}">
        <p14:creationId xmlns:p14="http://schemas.microsoft.com/office/powerpoint/2010/main" val="109295189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857">
            <a:extLst xmlns:a="http://schemas.openxmlformats.org/drawingml/2006/main">
              <a:ext uri="{FF2B5EF4-FFF2-40B4-BE49-F238E27FC236}">
                <a16:creationId xmlns:a16="http://schemas.microsoft.com/office/drawing/2014/main" id="{359D3AAC-5AA4-42B0-92EF-434A4A2E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9C0A0D-88D6-47B1-A0A8-A82F5950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85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59">
            <a:extLst xmlns:a="http://schemas.openxmlformats.org/drawingml/2006/main">
              <a:ext uri="{FF2B5EF4-FFF2-40B4-BE49-F238E27FC236}">
                <a16:creationId xmlns:a16="http://schemas.microsoft.com/office/drawing/2014/main" id="{C3FD3A0B-B228-4299-AA4C-CBBFB4F4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453487-3B4D-4B9D-885E-55DE07F7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860">
            <a:extLst xmlns:a="http://schemas.openxmlformats.org/drawingml/2006/main">
              <a:ext uri="{FF2B5EF4-FFF2-40B4-BE49-F238E27FC236}">
                <a16:creationId xmlns:a16="http://schemas.microsoft.com/office/drawing/2014/main" id="{0F33630E-C9D7-47F7-B7FD-2F49693C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61">
            <a:extLst xmlns:a="http://schemas.openxmlformats.org/drawingml/2006/main">
              <a:ext uri="{FF2B5EF4-FFF2-40B4-BE49-F238E27FC236}">
                <a16:creationId xmlns:a16="http://schemas.microsoft.com/office/drawing/2014/main" id="{CE3ADE98-8F31-4381-B79E-6FBF7EB1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862">
            <a:extLst xmlns:a="http://schemas.openxmlformats.org/drawingml/2006/main">
              <a:ext uri="{FF2B5EF4-FFF2-40B4-BE49-F238E27FC236}">
                <a16:creationId xmlns:a16="http://schemas.microsoft.com/office/drawing/2014/main" id="{EDA61A2E-832C-4A4A-9FA4-16B85110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fb3398c512842e7"/>
              </a:rPr>
              <a:t>../START_HERE_研習資源導航.html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74cd127e74cdb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863">
            <a:extLst xmlns:a="http://schemas.openxmlformats.org/drawingml/2006/main">
              <a:ext uri="{FF2B5EF4-FFF2-40B4-BE49-F238E27FC236}">
                <a16:creationId xmlns:a16="http://schemas.microsoft.com/office/drawing/2014/main" id="{01C9C4F4-BB84-4C56-8A94-84087986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64">
            <a:extLst xmlns:a="http://schemas.openxmlformats.org/drawingml/2006/main">
              <a:ext uri="{FF2B5EF4-FFF2-40B4-BE49-F238E27FC236}">
                <a16:creationId xmlns:a16="http://schemas.microsoft.com/office/drawing/2014/main" id="{4CCED493-9DFB-4BC5-AE67-58524E8C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865">
            <a:extLst xmlns:a="http://schemas.openxmlformats.org/drawingml/2006/main">
              <a:ext uri="{FF2B5EF4-FFF2-40B4-BE49-F238E27FC236}">
                <a16:creationId xmlns:a16="http://schemas.microsoft.com/office/drawing/2014/main" id="{12C5F2FA-479E-4D7E-9F6B-F8AC7E82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d51c592fbd74913"/>
              </a:rPr>
              <a:t>https://notebook.google.com/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c66c52d6b44b9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866">
            <a:extLst xmlns:a="http://schemas.openxmlformats.org/drawingml/2006/main">
              <a:ext uri="{FF2B5EF4-FFF2-40B4-BE49-F238E27FC236}">
                <a16:creationId xmlns:a16="http://schemas.microsoft.com/office/drawing/2014/main" id="{0AE3A827-61A8-4B0F-BCE7-7CE04AE4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67">
            <a:extLst xmlns:a="http://schemas.openxmlformats.org/drawingml/2006/main">
              <a:ext uri="{FF2B5EF4-FFF2-40B4-BE49-F238E27FC236}">
                <a16:creationId xmlns:a16="http://schemas.microsoft.com/office/drawing/2014/main" id="{621F6AFB-A9FD-4AB3-A590-29F08C0E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868">
            <a:extLst xmlns:a="http://schemas.openxmlformats.org/drawingml/2006/main">
              <a:ext uri="{FF2B5EF4-FFF2-40B4-BE49-F238E27FC236}">
                <a16:creationId xmlns:a16="http://schemas.microsoft.com/office/drawing/2014/main" id="{E22424EF-DD04-4AAC-8331-CB19A3DC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b6938de4a5334a45"/>
              </a:rPr>
              <a:t>https://gemini.google.com/gems/create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e7229784b4561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869">
            <a:extLst xmlns:a="http://schemas.openxmlformats.org/drawingml/2006/main">
              <a:ext uri="{FF2B5EF4-FFF2-40B4-BE49-F238E27FC236}">
                <a16:creationId xmlns:a16="http://schemas.microsoft.com/office/drawing/2014/main" id="{887E45C0-6C6F-445C-88F0-FBCAB81B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870">
            <a:extLst xmlns:a="http://schemas.openxmlformats.org/drawingml/2006/main">
              <a:ext uri="{FF2B5EF4-FFF2-40B4-BE49-F238E27FC236}">
                <a16:creationId xmlns:a16="http://schemas.microsoft.com/office/drawing/2014/main" id="{D3882357-6E0F-4D12-86A3-9E49C486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871">
            <a:extLst xmlns:a="http://schemas.openxmlformats.org/drawingml/2006/main">
              <a:ext uri="{FF2B5EF4-FFF2-40B4-BE49-F238E27FC236}">
                <a16:creationId xmlns:a16="http://schemas.microsoft.com/office/drawing/2014/main" id="{78F4A54E-649A-41A1-B82B-5594B5D7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42a35fd2e804110"/>
              </a:rPr>
              <a:t>https://gemini.google.com/app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39f34f167480a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872">
            <a:extLst xmlns:a="http://schemas.openxmlformats.org/drawingml/2006/main">
              <a:ext uri="{FF2B5EF4-FFF2-40B4-BE49-F238E27FC236}">
                <a16:creationId xmlns:a16="http://schemas.microsoft.com/office/drawing/2014/main" id="{4D73A2D7-7130-4E99-AB19-8182E354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873">
            <a:extLst xmlns:a="http://schemas.openxmlformats.org/drawingml/2006/main">
              <a:ext uri="{FF2B5EF4-FFF2-40B4-BE49-F238E27FC236}">
                <a16:creationId xmlns:a16="http://schemas.microsoft.com/office/drawing/2014/main" id="{583D072D-0AEA-4CFB-9043-9561423E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874">
            <a:extLst xmlns:a="http://schemas.openxmlformats.org/drawingml/2006/main">
              <a:ext uri="{FF2B5EF4-FFF2-40B4-BE49-F238E27FC236}">
                <a16:creationId xmlns:a16="http://schemas.microsoft.com/office/drawing/2014/main" id="{6FEAF7CC-CA26-4893-95B0-CDACD918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c3460a1a7684d9a"/>
              </a:rPr>
              <a:t>https://github.com/cagoooo/it-cockpit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1c5a5950154b95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875">
            <a:extLst xmlns:a="http://schemas.openxmlformats.org/drawingml/2006/main">
              <a:ext uri="{FF2B5EF4-FFF2-40B4-BE49-F238E27FC236}">
                <a16:creationId xmlns:a16="http://schemas.microsoft.com/office/drawing/2014/main" id="{4569BAA7-763F-4F8A-BE4A-ACC8F1F0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876">
            <a:extLst xmlns:a="http://schemas.openxmlformats.org/drawingml/2006/main">
              <a:ext uri="{FF2B5EF4-FFF2-40B4-BE49-F238E27FC236}">
                <a16:creationId xmlns:a16="http://schemas.microsoft.com/office/drawing/2014/main" id="{2CC0CD0E-A8B9-49D8-8450-2D436943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877">
            <a:extLst xmlns:a="http://schemas.openxmlformats.org/drawingml/2006/main">
              <a:ext uri="{FF2B5EF4-FFF2-40B4-BE49-F238E27FC236}">
                <a16:creationId xmlns:a16="http://schemas.microsoft.com/office/drawing/2014/main" id="{C838D5F2-3ED5-49A4-A32A-D6F0E846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122eaa603f74740"/>
              </a:rPr>
              <a:t>https://cagoooo.github.io/it-cockpit/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b042fd67b546fb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878">
            <a:extLst xmlns:a="http://schemas.openxmlformats.org/drawingml/2006/main">
              <a:ext uri="{FF2B5EF4-FFF2-40B4-BE49-F238E27FC236}">
                <a16:creationId xmlns:a16="http://schemas.microsoft.com/office/drawing/2014/main" id="{0BC1D285-7C33-4E46-A60D-12FCD6F1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879">
            <a:extLst xmlns:a="http://schemas.openxmlformats.org/drawingml/2006/main">
              <a:ext uri="{FF2B5EF4-FFF2-40B4-BE49-F238E27FC236}">
                <a16:creationId xmlns:a16="http://schemas.microsoft.com/office/drawing/2014/main" id="{9A17D1A3-8D40-4DF6-83FE-930DDB61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880">
            <a:extLst xmlns:a="http://schemas.openxmlformats.org/drawingml/2006/main">
              <a:ext uri="{FF2B5EF4-FFF2-40B4-BE49-F238E27FC236}">
                <a16:creationId xmlns:a16="http://schemas.microsoft.com/office/drawing/2014/main" id="{1A0C53D9-7F84-4B10-86A8-6F268220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214e276813340f9"/>
              </a:rPr>
              <a:t>https://cagoooo.github.io/domain-meeting-go/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fe640e48549e1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881">
            <a:extLst xmlns:a="http://schemas.openxmlformats.org/drawingml/2006/main">
              <a:ext uri="{FF2B5EF4-FFF2-40B4-BE49-F238E27FC236}">
                <a16:creationId xmlns:a16="http://schemas.microsoft.com/office/drawing/2014/main" id="{9603718F-6700-4B87-8FB3-0E7EC253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882">
            <a:extLst xmlns:a="http://schemas.openxmlformats.org/drawingml/2006/main">
              <a:ext uri="{FF2B5EF4-FFF2-40B4-BE49-F238E27FC236}">
                <a16:creationId xmlns:a16="http://schemas.microsoft.com/office/drawing/2014/main" id="{D9AB3B42-474E-4D95-9909-E3D3D36D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883">
            <a:extLst xmlns:a="http://schemas.openxmlformats.org/drawingml/2006/main">
              <a:ext uri="{FF2B5EF4-FFF2-40B4-BE49-F238E27FC236}">
                <a16:creationId xmlns:a16="http://schemas.microsoft.com/office/drawing/2014/main" id="{4A948B95-A281-4664-9131-F568147E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e09d4fbcdde4730"/>
              </a:rPr>
              <a:t>https://sites.google.com/new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62f6731784327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884">
            <a:extLst xmlns:a="http://schemas.openxmlformats.org/drawingml/2006/main">
              <a:ext uri="{FF2B5EF4-FFF2-40B4-BE49-F238E27FC236}">
                <a16:creationId xmlns:a16="http://schemas.microsoft.com/office/drawing/2014/main" id="{57EAD64F-ABC8-4010-B8EB-7DE64040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885">
            <a:extLst xmlns:a="http://schemas.openxmlformats.org/drawingml/2006/main">
              <a:ext uri="{FF2B5EF4-FFF2-40B4-BE49-F238E27FC236}">
                <a16:creationId xmlns:a16="http://schemas.microsoft.com/office/drawing/2014/main" id="{B6079790-1FA5-45C4-9E07-ECAB9425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886">
            <a:extLst xmlns:a="http://schemas.openxmlformats.org/drawingml/2006/main">
              <a:ext uri="{FF2B5EF4-FFF2-40B4-BE49-F238E27FC236}">
                <a16:creationId xmlns:a16="http://schemas.microsoft.com/office/drawing/2014/main" id="{98C2C1EC-D3B1-4CD4-8605-093EB76B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15c86bf20874438"/>
              </a:rPr>
              <a:t>https://pages.github.com/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57b40124e4ae8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887">
            <a:extLst xmlns:a="http://schemas.openxmlformats.org/drawingml/2006/main">
              <a:ext uri="{FF2B5EF4-FFF2-40B4-BE49-F238E27FC236}">
                <a16:creationId xmlns:a16="http://schemas.microsoft.com/office/drawing/2014/main" id="{4488C059-879C-403A-82DB-41EA8896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888">
            <a:extLst xmlns:a="http://schemas.openxmlformats.org/drawingml/2006/main">
              <a:ext uri="{FF2B5EF4-FFF2-40B4-BE49-F238E27FC236}">
                <a16:creationId xmlns:a16="http://schemas.microsoft.com/office/drawing/2014/main" id="{6E0D377E-996D-4ABD-B788-584B3AF8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889">
            <a:extLst xmlns:a="http://schemas.openxmlformats.org/drawingml/2006/main">
              <a:ext uri="{FF2B5EF4-FFF2-40B4-BE49-F238E27FC236}">
                <a16:creationId xmlns:a16="http://schemas.microsoft.com/office/drawing/2014/main" id="{1F6DBCFB-47E8-4E4D-8455-07DF4627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bb5c3b6eb084647"/>
              </a:rPr>
              <a:t>https://gg90052.github.io/ezpage/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1627ea27b43bb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890">
            <a:extLst xmlns:a="http://schemas.openxmlformats.org/drawingml/2006/main">
              <a:ext uri="{FF2B5EF4-FFF2-40B4-BE49-F238E27FC236}">
                <a16:creationId xmlns:a16="http://schemas.microsoft.com/office/drawing/2014/main" id="{99C3E34E-8C5F-45DE-9EB6-FBF73A1E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773595929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2026-08-23T10:00:04.8870000Z</dcterms:created>
  <dcterms:modified xsi:type="dcterms:W3CDTF">2026-08-23T10:00:04.8870000Z</dcterms:modified>
</coreProperties>
</file>